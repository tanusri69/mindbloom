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50" b="1" i="0">
                <a:solidFill>
                  <a:srgbClr val="0004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04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1" i="0">
                <a:solidFill>
                  <a:srgbClr val="0004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04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1" i="0">
                <a:solidFill>
                  <a:srgbClr val="0004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381526" y="1973233"/>
            <a:ext cx="7937500" cy="6879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04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667672" y="2889411"/>
            <a:ext cx="4970780" cy="5697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0004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1" i="0">
                <a:solidFill>
                  <a:srgbClr val="0004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1526" y="977268"/>
            <a:ext cx="15524946" cy="950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50" b="1" i="0">
                <a:solidFill>
                  <a:srgbClr val="0004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5854" y="3314687"/>
            <a:ext cx="8207375" cy="3549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04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3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0E7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-14703"/>
            <a:ext cx="18364200" cy="10302240"/>
            <a:chOff x="0" y="-14703"/>
            <a:chExt cx="18364200" cy="10302240"/>
          </a:xfrm>
        </p:grpSpPr>
        <p:sp>
          <p:nvSpPr>
            <p:cNvPr id="4" name="object 4" descr=""/>
            <p:cNvSpPr/>
            <p:nvPr/>
          </p:nvSpPr>
          <p:spPr>
            <a:xfrm>
              <a:off x="19136" y="-14703"/>
              <a:ext cx="18345150" cy="8977630"/>
            </a:xfrm>
            <a:custGeom>
              <a:avLst/>
              <a:gdLst/>
              <a:ahLst/>
              <a:cxnLst/>
              <a:rect l="l" t="t" r="r" b="b"/>
              <a:pathLst>
                <a:path w="18345150" h="8977630">
                  <a:moveTo>
                    <a:pt x="524772" y="2559154"/>
                  </a:moveTo>
                  <a:lnTo>
                    <a:pt x="29106" y="1913994"/>
                  </a:lnTo>
                  <a:lnTo>
                    <a:pt x="0" y="0"/>
                  </a:lnTo>
                  <a:lnTo>
                    <a:pt x="18268861" y="14702"/>
                  </a:lnTo>
                  <a:lnTo>
                    <a:pt x="18343118" y="1987463"/>
                  </a:lnTo>
                  <a:lnTo>
                    <a:pt x="18344915" y="1989802"/>
                  </a:lnTo>
                  <a:lnTo>
                    <a:pt x="18248580" y="2072870"/>
                  </a:lnTo>
                  <a:lnTo>
                    <a:pt x="18252529" y="2078010"/>
                  </a:lnTo>
                  <a:lnTo>
                    <a:pt x="18155344" y="2159971"/>
                  </a:lnTo>
                  <a:lnTo>
                    <a:pt x="18161124" y="2167494"/>
                  </a:lnTo>
                  <a:lnTo>
                    <a:pt x="18062673" y="2247806"/>
                  </a:lnTo>
                  <a:lnTo>
                    <a:pt x="18064510" y="2250198"/>
                  </a:lnTo>
                  <a:lnTo>
                    <a:pt x="17965220" y="2329418"/>
                  </a:lnTo>
                  <a:lnTo>
                    <a:pt x="17966805" y="2331481"/>
                  </a:lnTo>
                  <a:lnTo>
                    <a:pt x="17866264" y="2409074"/>
                  </a:lnTo>
                  <a:lnTo>
                    <a:pt x="17866018" y="2408753"/>
                  </a:lnTo>
                  <a:lnTo>
                    <a:pt x="17764649" y="2485268"/>
                  </a:lnTo>
                  <a:lnTo>
                    <a:pt x="17762094" y="2481942"/>
                  </a:lnTo>
                  <a:lnTo>
                    <a:pt x="17659491" y="2556851"/>
                  </a:lnTo>
                  <a:lnTo>
                    <a:pt x="17657189" y="2553854"/>
                  </a:lnTo>
                  <a:lnTo>
                    <a:pt x="17553769" y="2627700"/>
                  </a:lnTo>
                  <a:lnTo>
                    <a:pt x="17547128" y="2619057"/>
                  </a:lnTo>
                  <a:lnTo>
                    <a:pt x="17442491" y="2691318"/>
                  </a:lnTo>
                  <a:lnTo>
                    <a:pt x="17438160" y="2685680"/>
                  </a:lnTo>
                  <a:lnTo>
                    <a:pt x="17332717" y="2756892"/>
                  </a:lnTo>
                  <a:lnTo>
                    <a:pt x="17322047" y="2743003"/>
                  </a:lnTo>
                  <a:lnTo>
                    <a:pt x="17215403" y="2812652"/>
                  </a:lnTo>
                  <a:lnTo>
                    <a:pt x="17202340" y="2795650"/>
                  </a:lnTo>
                  <a:lnTo>
                    <a:pt x="17094731" y="2864043"/>
                  </a:lnTo>
                  <a:lnTo>
                    <a:pt x="17087635" y="2854806"/>
                  </a:lnTo>
                  <a:lnTo>
                    <a:pt x="16979678" y="2922746"/>
                  </a:lnTo>
                  <a:lnTo>
                    <a:pt x="16972325" y="2913175"/>
                  </a:lnTo>
                  <a:lnTo>
                    <a:pt x="16856777" y="2971235"/>
                  </a:lnTo>
                  <a:lnTo>
                    <a:pt x="16842066" y="2952086"/>
                  </a:lnTo>
                  <a:lnTo>
                    <a:pt x="16734163" y="3020097"/>
                  </a:lnTo>
                  <a:lnTo>
                    <a:pt x="16727138" y="3010954"/>
                  </a:lnTo>
                  <a:lnTo>
                    <a:pt x="16619619" y="3079463"/>
                  </a:lnTo>
                  <a:lnTo>
                    <a:pt x="16606826" y="3062812"/>
                  </a:lnTo>
                  <a:lnTo>
                    <a:pt x="16500225" y="3132517"/>
                  </a:lnTo>
                  <a:lnTo>
                    <a:pt x="16489680" y="3118791"/>
                  </a:lnTo>
                  <a:lnTo>
                    <a:pt x="16384409" y="3190226"/>
                  </a:lnTo>
                  <a:lnTo>
                    <a:pt x="16380381" y="3184984"/>
                  </a:lnTo>
                  <a:lnTo>
                    <a:pt x="16276225" y="3257871"/>
                  </a:lnTo>
                  <a:lnTo>
                    <a:pt x="16271254" y="3251401"/>
                  </a:lnTo>
                  <a:lnTo>
                    <a:pt x="16169113" y="3326910"/>
                  </a:lnTo>
                  <a:lnTo>
                    <a:pt x="16168584" y="3326222"/>
                  </a:lnTo>
                  <a:lnTo>
                    <a:pt x="16068869" y="3404889"/>
                  </a:lnTo>
                  <a:lnTo>
                    <a:pt x="16070763" y="3407356"/>
                  </a:lnTo>
                  <a:lnTo>
                    <a:pt x="15972895" y="3488426"/>
                  </a:lnTo>
                  <a:lnTo>
                    <a:pt x="15981597" y="3499753"/>
                  </a:lnTo>
                  <a:lnTo>
                    <a:pt x="15886840" y="3584874"/>
                  </a:lnTo>
                  <a:lnTo>
                    <a:pt x="15902177" y="3604837"/>
                  </a:lnTo>
                  <a:lnTo>
                    <a:pt x="15810944" y="3694544"/>
                  </a:lnTo>
                  <a:lnTo>
                    <a:pt x="15821686" y="3708526"/>
                  </a:lnTo>
                  <a:lnTo>
                    <a:pt x="15733030" y="3801588"/>
                  </a:lnTo>
                  <a:lnTo>
                    <a:pt x="15758794" y="3835123"/>
                  </a:lnTo>
                  <a:lnTo>
                    <a:pt x="15672010" y="3930621"/>
                  </a:lnTo>
                  <a:lnTo>
                    <a:pt x="15701742" y="3969320"/>
                  </a:lnTo>
                  <a:lnTo>
                    <a:pt x="15616757" y="4067160"/>
                  </a:lnTo>
                  <a:lnTo>
                    <a:pt x="15649719" y="4110063"/>
                  </a:lnTo>
                  <a:lnTo>
                    <a:pt x="15566165" y="4209767"/>
                  </a:lnTo>
                  <a:lnTo>
                    <a:pt x="15619841" y="4279631"/>
                  </a:lnTo>
                  <a:lnTo>
                    <a:pt x="15537624" y="4381074"/>
                  </a:lnTo>
                  <a:lnTo>
                    <a:pt x="15575262" y="4430063"/>
                  </a:lnTo>
                  <a:lnTo>
                    <a:pt x="15493617" y="4532251"/>
                  </a:lnTo>
                  <a:lnTo>
                    <a:pt x="15532032" y="4582252"/>
                  </a:lnTo>
                  <a:lnTo>
                    <a:pt x="15450591" y="4684705"/>
                  </a:lnTo>
                  <a:lnTo>
                    <a:pt x="15489047" y="4734759"/>
                  </a:lnTo>
                  <a:lnTo>
                    <a:pt x="15407443" y="4837000"/>
                  </a:lnTo>
                  <a:lnTo>
                    <a:pt x="15463777" y="4910325"/>
                  </a:lnTo>
                  <a:lnTo>
                    <a:pt x="15381382" y="5011536"/>
                  </a:lnTo>
                  <a:lnTo>
                    <a:pt x="15417071" y="5057988"/>
                  </a:lnTo>
                  <a:lnTo>
                    <a:pt x="15333654" y="5157869"/>
                  </a:lnTo>
                  <a:lnTo>
                    <a:pt x="15366929" y="5201181"/>
                  </a:lnTo>
                  <a:lnTo>
                    <a:pt x="15282122" y="5299252"/>
                  </a:lnTo>
                  <a:lnTo>
                    <a:pt x="15312990" y="5339430"/>
                  </a:lnTo>
                  <a:lnTo>
                    <a:pt x="15227559" y="5436690"/>
                  </a:lnTo>
                  <a:lnTo>
                    <a:pt x="15257382" y="5475507"/>
                  </a:lnTo>
                  <a:lnTo>
                    <a:pt x="15171202" y="5571792"/>
                  </a:lnTo>
                  <a:lnTo>
                    <a:pt x="15199456" y="5608567"/>
                  </a:lnTo>
                  <a:lnTo>
                    <a:pt x="15112456" y="5703784"/>
                  </a:lnTo>
                  <a:lnTo>
                    <a:pt x="15125876" y="5721252"/>
                  </a:lnTo>
                  <a:lnTo>
                    <a:pt x="15038290" y="5815707"/>
                  </a:lnTo>
                  <a:lnTo>
                    <a:pt x="15063615" y="5848670"/>
                  </a:lnTo>
                  <a:lnTo>
                    <a:pt x="14975092" y="5941905"/>
                  </a:lnTo>
                  <a:lnTo>
                    <a:pt x="14998472" y="5972336"/>
                  </a:lnTo>
                  <a:lnTo>
                    <a:pt x="14908941" y="6064259"/>
                  </a:lnTo>
                  <a:lnTo>
                    <a:pt x="14930234" y="6091974"/>
                  </a:lnTo>
                  <a:lnTo>
                    <a:pt x="14839624" y="6182493"/>
                  </a:lnTo>
                  <a:lnTo>
                    <a:pt x="14849348" y="6195150"/>
                  </a:lnTo>
                  <a:lnTo>
                    <a:pt x="14757980" y="6284682"/>
                  </a:lnTo>
                  <a:lnTo>
                    <a:pt x="14775482" y="6307462"/>
                  </a:lnTo>
                  <a:lnTo>
                    <a:pt x="14682917" y="6395436"/>
                  </a:lnTo>
                  <a:lnTo>
                    <a:pt x="14697955" y="6415010"/>
                  </a:lnTo>
                  <a:lnTo>
                    <a:pt x="14604124" y="6501336"/>
                  </a:lnTo>
                  <a:lnTo>
                    <a:pt x="14610563" y="6509718"/>
                  </a:lnTo>
                  <a:lnTo>
                    <a:pt x="14515848" y="6594893"/>
                  </a:lnTo>
                  <a:lnTo>
                    <a:pt x="14526467" y="6608714"/>
                  </a:lnTo>
                  <a:lnTo>
                    <a:pt x="14430367" y="6692087"/>
                  </a:lnTo>
                  <a:lnTo>
                    <a:pt x="14434499" y="6697465"/>
                  </a:lnTo>
                  <a:lnTo>
                    <a:pt x="14337437" y="6779586"/>
                  </a:lnTo>
                  <a:lnTo>
                    <a:pt x="14343244" y="6787145"/>
                  </a:lnTo>
                  <a:lnTo>
                    <a:pt x="14244680" y="6867309"/>
                  </a:lnTo>
                  <a:lnTo>
                    <a:pt x="14246308" y="6869429"/>
                  </a:lnTo>
                  <a:lnTo>
                    <a:pt x="14146692" y="6948226"/>
                  </a:lnTo>
                  <a:lnTo>
                    <a:pt x="14147107" y="6948765"/>
                  </a:lnTo>
                  <a:lnTo>
                    <a:pt x="14045729" y="7025268"/>
                  </a:lnTo>
                  <a:lnTo>
                    <a:pt x="14044484" y="7023648"/>
                  </a:lnTo>
                  <a:lnTo>
                    <a:pt x="13941958" y="7098657"/>
                  </a:lnTo>
                  <a:lnTo>
                    <a:pt x="13936632" y="7091724"/>
                  </a:lnTo>
                  <a:lnTo>
                    <a:pt x="13832424" y="7164544"/>
                  </a:lnTo>
                  <a:lnTo>
                    <a:pt x="13828375" y="7159273"/>
                  </a:lnTo>
                  <a:lnTo>
                    <a:pt x="13723072" y="7230668"/>
                  </a:lnTo>
                  <a:lnTo>
                    <a:pt x="13712271" y="7216610"/>
                  </a:lnTo>
                  <a:lnTo>
                    <a:pt x="13605366" y="7285918"/>
                  </a:lnTo>
                  <a:lnTo>
                    <a:pt x="13591408" y="7267751"/>
                  </a:lnTo>
                  <a:lnTo>
                    <a:pt x="13482949" y="7335036"/>
                  </a:lnTo>
                  <a:lnTo>
                    <a:pt x="13465930" y="7312885"/>
                  </a:lnTo>
                  <a:lnTo>
                    <a:pt x="13355964" y="7378209"/>
                  </a:lnTo>
                  <a:lnTo>
                    <a:pt x="13335980" y="7352199"/>
                  </a:lnTo>
                  <a:lnTo>
                    <a:pt x="13224555" y="7415624"/>
                  </a:lnTo>
                  <a:lnTo>
                    <a:pt x="13201702" y="7385878"/>
                  </a:lnTo>
                  <a:lnTo>
                    <a:pt x="13088866" y="7447468"/>
                  </a:lnTo>
                  <a:lnTo>
                    <a:pt x="13063239" y="7414112"/>
                  </a:lnTo>
                  <a:lnTo>
                    <a:pt x="12949040" y="7473927"/>
                  </a:lnTo>
                  <a:lnTo>
                    <a:pt x="12920735" y="7437086"/>
                  </a:lnTo>
                  <a:lnTo>
                    <a:pt x="12805222" y="7495190"/>
                  </a:lnTo>
                  <a:lnTo>
                    <a:pt x="12774335" y="7454988"/>
                  </a:lnTo>
                  <a:lnTo>
                    <a:pt x="12657554" y="7511443"/>
                  </a:lnTo>
                  <a:lnTo>
                    <a:pt x="12606891" y="7445499"/>
                  </a:lnTo>
                  <a:lnTo>
                    <a:pt x="12488495" y="7499852"/>
                  </a:lnTo>
                  <a:lnTo>
                    <a:pt x="12451957" y="7452293"/>
                  </a:lnTo>
                  <a:lnTo>
                    <a:pt x="12332406" y="7505143"/>
                  </a:lnTo>
                  <a:lnTo>
                    <a:pt x="12273656" y="7428673"/>
                  </a:lnTo>
                  <a:lnTo>
                    <a:pt x="12152639" y="7479615"/>
                  </a:lnTo>
                  <a:lnTo>
                    <a:pt x="12089619" y="7397588"/>
                  </a:lnTo>
                  <a:lnTo>
                    <a:pt x="11967222" y="7446732"/>
                  </a:lnTo>
                  <a:lnTo>
                    <a:pt x="11900188" y="7359481"/>
                  </a:lnTo>
                  <a:lnTo>
                    <a:pt x="11776495" y="7406939"/>
                  </a:lnTo>
                  <a:lnTo>
                    <a:pt x="11705703" y="7314795"/>
                  </a:lnTo>
                  <a:lnTo>
                    <a:pt x="11580799" y="7360678"/>
                  </a:lnTo>
                  <a:lnTo>
                    <a:pt x="11506504" y="7263975"/>
                  </a:lnTo>
                  <a:lnTo>
                    <a:pt x="11380476" y="7308393"/>
                  </a:lnTo>
                  <a:lnTo>
                    <a:pt x="11304731" y="7209804"/>
                  </a:lnTo>
                  <a:lnTo>
                    <a:pt x="11154993" y="7223362"/>
                  </a:lnTo>
                  <a:lnTo>
                    <a:pt x="11080948" y="7126984"/>
                  </a:lnTo>
                  <a:lnTo>
                    <a:pt x="10955565" y="7172242"/>
                  </a:lnTo>
                  <a:lnTo>
                    <a:pt x="10857855" y="7045062"/>
                  </a:lnTo>
                  <a:lnTo>
                    <a:pt x="10733141" y="7091192"/>
                  </a:lnTo>
                  <a:lnTo>
                    <a:pt x="10662712" y="6999521"/>
                  </a:lnTo>
                  <a:lnTo>
                    <a:pt x="10539172" y="7047178"/>
                  </a:lnTo>
                  <a:lnTo>
                    <a:pt x="10473114" y="6961197"/>
                  </a:lnTo>
                  <a:lnTo>
                    <a:pt x="10351315" y="7011120"/>
                  </a:lnTo>
                  <a:lnTo>
                    <a:pt x="10291329" y="6933043"/>
                  </a:lnTo>
                  <a:lnTo>
                    <a:pt x="10171838" y="6985969"/>
                  </a:lnTo>
                  <a:lnTo>
                    <a:pt x="10136306" y="6939721"/>
                  </a:lnTo>
                  <a:lnTo>
                    <a:pt x="10018917" y="6995384"/>
                  </a:lnTo>
                  <a:lnTo>
                    <a:pt x="9987910" y="6955025"/>
                  </a:lnTo>
                  <a:lnTo>
                    <a:pt x="9872943" y="7013841"/>
                  </a:lnTo>
                  <a:lnTo>
                    <a:pt x="9847098" y="6980201"/>
                  </a:lnTo>
                  <a:lnTo>
                    <a:pt x="9734872" y="7042585"/>
                  </a:lnTo>
                  <a:lnTo>
                    <a:pt x="9714828" y="7016496"/>
                  </a:lnTo>
                  <a:lnTo>
                    <a:pt x="9605663" y="7082862"/>
                  </a:lnTo>
                  <a:lnTo>
                    <a:pt x="9598297" y="7073274"/>
                  </a:lnTo>
                  <a:lnTo>
                    <a:pt x="9491348" y="7142527"/>
                  </a:lnTo>
                  <a:lnTo>
                    <a:pt x="9482298" y="7130747"/>
                  </a:lnTo>
                  <a:lnTo>
                    <a:pt x="9378394" y="7203962"/>
                  </a:lnTo>
                  <a:lnTo>
                    <a:pt x="9376025" y="7200879"/>
                  </a:lnTo>
                  <a:lnTo>
                    <a:pt x="9273728" y="7276185"/>
                  </a:lnTo>
                  <a:lnTo>
                    <a:pt x="9272709" y="7274859"/>
                  </a:lnTo>
                  <a:lnTo>
                    <a:pt x="9172478" y="7352856"/>
                  </a:lnTo>
                  <a:lnTo>
                    <a:pt x="9175182" y="7356375"/>
                  </a:lnTo>
                  <a:lnTo>
                    <a:pt x="9076607" y="7436526"/>
                  </a:lnTo>
                  <a:lnTo>
                    <a:pt x="9079201" y="7439903"/>
                  </a:lnTo>
                  <a:lnTo>
                    <a:pt x="8981501" y="7521193"/>
                  </a:lnTo>
                  <a:lnTo>
                    <a:pt x="8988581" y="7530408"/>
                  </a:lnTo>
                  <a:lnTo>
                    <a:pt x="8891850" y="7612960"/>
                  </a:lnTo>
                  <a:lnTo>
                    <a:pt x="8896061" y="7618441"/>
                  </a:lnTo>
                  <a:lnTo>
                    <a:pt x="8799749" y="7701538"/>
                  </a:lnTo>
                  <a:lnTo>
                    <a:pt x="8808919" y="7713474"/>
                  </a:lnTo>
                  <a:lnTo>
                    <a:pt x="8717577" y="7803038"/>
                  </a:lnTo>
                  <a:lnTo>
                    <a:pt x="8722219" y="7809081"/>
                  </a:lnTo>
                  <a:lnTo>
                    <a:pt x="8626065" y="7892383"/>
                  </a:lnTo>
                  <a:lnTo>
                    <a:pt x="8630485" y="7898137"/>
                  </a:lnTo>
                  <a:lnTo>
                    <a:pt x="8534018" y="7981031"/>
                  </a:lnTo>
                  <a:lnTo>
                    <a:pt x="8541780" y="7991134"/>
                  </a:lnTo>
                  <a:lnTo>
                    <a:pt x="8444500" y="8072971"/>
                  </a:lnTo>
                  <a:lnTo>
                    <a:pt x="8447566" y="8076963"/>
                  </a:lnTo>
                  <a:lnTo>
                    <a:pt x="8349516" y="8157797"/>
                  </a:lnTo>
                  <a:lnTo>
                    <a:pt x="8353427" y="8162888"/>
                  </a:lnTo>
                  <a:lnTo>
                    <a:pt x="8253879" y="8241773"/>
                  </a:lnTo>
                  <a:lnTo>
                    <a:pt x="8254948" y="8243164"/>
                  </a:lnTo>
                  <a:lnTo>
                    <a:pt x="8153878" y="8320068"/>
                  </a:lnTo>
                  <a:lnTo>
                    <a:pt x="8152936" y="8318841"/>
                  </a:lnTo>
                  <a:lnTo>
                    <a:pt x="8050713" y="8394245"/>
                  </a:lnTo>
                  <a:lnTo>
                    <a:pt x="8046017" y="8388133"/>
                  </a:lnTo>
                  <a:lnTo>
                    <a:pt x="7942147" y="8461392"/>
                  </a:lnTo>
                  <a:lnTo>
                    <a:pt x="7938460" y="8456593"/>
                  </a:lnTo>
                  <a:lnTo>
                    <a:pt x="7833547" y="8528495"/>
                  </a:lnTo>
                  <a:lnTo>
                    <a:pt x="7823636" y="8515594"/>
                  </a:lnTo>
                  <a:lnTo>
                    <a:pt x="7717240" y="8585567"/>
                  </a:lnTo>
                  <a:lnTo>
                    <a:pt x="7711082" y="8577551"/>
                  </a:lnTo>
                  <a:lnTo>
                    <a:pt x="7603754" y="8646309"/>
                  </a:lnTo>
                  <a:lnTo>
                    <a:pt x="7589176" y="8627335"/>
                  </a:lnTo>
                  <a:lnTo>
                    <a:pt x="7480530" y="8694377"/>
                  </a:lnTo>
                  <a:lnTo>
                    <a:pt x="7472176" y="8683504"/>
                  </a:lnTo>
                  <a:lnTo>
                    <a:pt x="7362706" y="8749475"/>
                  </a:lnTo>
                  <a:lnTo>
                    <a:pt x="7344011" y="8725141"/>
                  </a:lnTo>
                  <a:lnTo>
                    <a:pt x="7233388" y="8789611"/>
                  </a:lnTo>
                  <a:lnTo>
                    <a:pt x="7212486" y="8762404"/>
                  </a:lnTo>
                  <a:lnTo>
                    <a:pt x="7100809" y="8825502"/>
                  </a:lnTo>
                  <a:lnTo>
                    <a:pt x="7089674" y="8811009"/>
                  </a:lnTo>
                  <a:lnTo>
                    <a:pt x="6977410" y="8873343"/>
                  </a:lnTo>
                  <a:lnTo>
                    <a:pt x="6953051" y="8841637"/>
                  </a:lnTo>
                  <a:lnTo>
                    <a:pt x="6839543" y="8902351"/>
                  </a:lnTo>
                  <a:lnTo>
                    <a:pt x="6812719" y="8867438"/>
                  </a:lnTo>
                  <a:lnTo>
                    <a:pt x="6697991" y="8926564"/>
                  </a:lnTo>
                  <a:lnTo>
                    <a:pt x="6668752" y="8888507"/>
                  </a:lnTo>
                  <a:lnTo>
                    <a:pt x="6552828" y="8946077"/>
                  </a:lnTo>
                  <a:lnTo>
                    <a:pt x="6521222" y="8904939"/>
                  </a:lnTo>
                  <a:lnTo>
                    <a:pt x="6404127" y="8960984"/>
                  </a:lnTo>
                  <a:lnTo>
                    <a:pt x="6370202" y="8916828"/>
                  </a:lnTo>
                  <a:lnTo>
                    <a:pt x="6251960" y="8971380"/>
                  </a:lnTo>
                  <a:lnTo>
                    <a:pt x="2344805" y="3885826"/>
                  </a:lnTo>
                  <a:lnTo>
                    <a:pt x="2213584" y="3923486"/>
                  </a:lnTo>
                  <a:lnTo>
                    <a:pt x="1914850" y="3534653"/>
                  </a:lnTo>
                  <a:lnTo>
                    <a:pt x="1784666" y="3573662"/>
                  </a:lnTo>
                  <a:lnTo>
                    <a:pt x="1548998" y="3266917"/>
                  </a:lnTo>
                  <a:lnTo>
                    <a:pt x="1418684" y="3305756"/>
                  </a:lnTo>
                  <a:lnTo>
                    <a:pt x="1178654" y="2993333"/>
                  </a:lnTo>
                  <a:lnTo>
                    <a:pt x="1047698" y="3031337"/>
                  </a:lnTo>
                  <a:lnTo>
                    <a:pt x="655554" y="2520923"/>
                  </a:lnTo>
                  <a:lnTo>
                    <a:pt x="524772" y="2559154"/>
                  </a:lnTo>
                  <a:close/>
                </a:path>
                <a:path w="18345150" h="8977630">
                  <a:moveTo>
                    <a:pt x="6096399" y="8977359"/>
                  </a:moveTo>
                  <a:lnTo>
                    <a:pt x="2667908" y="4514833"/>
                  </a:lnTo>
                  <a:lnTo>
                    <a:pt x="2738805" y="4398656"/>
                  </a:lnTo>
                  <a:lnTo>
                    <a:pt x="6215765" y="8924268"/>
                  </a:lnTo>
                  <a:lnTo>
                    <a:pt x="6096399" y="8977359"/>
                  </a:lnTo>
                  <a:close/>
                </a:path>
                <a:path w="18345150" h="8977630">
                  <a:moveTo>
                    <a:pt x="5917402" y="8952833"/>
                  </a:moveTo>
                  <a:lnTo>
                    <a:pt x="2890187" y="5012608"/>
                  </a:lnTo>
                  <a:lnTo>
                    <a:pt x="2961991" y="4897612"/>
                  </a:lnTo>
                  <a:lnTo>
                    <a:pt x="6038228" y="8901642"/>
                  </a:lnTo>
                  <a:lnTo>
                    <a:pt x="5917402" y="8952833"/>
                  </a:lnTo>
                  <a:close/>
                </a:path>
                <a:path w="18345150" h="8977630">
                  <a:moveTo>
                    <a:pt x="5754207" y="8948875"/>
                  </a:moveTo>
                  <a:lnTo>
                    <a:pt x="3016390" y="5385331"/>
                  </a:lnTo>
                  <a:lnTo>
                    <a:pt x="3089198" y="5271641"/>
                  </a:lnTo>
                  <a:lnTo>
                    <a:pt x="5876099" y="8899072"/>
                  </a:lnTo>
                  <a:lnTo>
                    <a:pt x="5754207" y="8948875"/>
                  </a:lnTo>
                  <a:close/>
                </a:path>
                <a:path w="18345150" h="8977630">
                  <a:moveTo>
                    <a:pt x="5565295" y="8911443"/>
                  </a:moveTo>
                  <a:lnTo>
                    <a:pt x="3078752" y="5674958"/>
                  </a:lnTo>
                  <a:lnTo>
                    <a:pt x="3152587" y="5562605"/>
                  </a:lnTo>
                  <a:lnTo>
                    <a:pt x="5688570" y="8863442"/>
                  </a:lnTo>
                  <a:lnTo>
                    <a:pt x="5565295" y="8911443"/>
                  </a:lnTo>
                  <a:close/>
                </a:path>
                <a:path w="18345150" h="8977630">
                  <a:moveTo>
                    <a:pt x="5370953" y="8866944"/>
                  </a:moveTo>
                  <a:lnTo>
                    <a:pt x="3169296" y="6001266"/>
                  </a:lnTo>
                  <a:lnTo>
                    <a:pt x="3242366" y="5887917"/>
                  </a:lnTo>
                  <a:lnTo>
                    <a:pt x="5495570" y="8820689"/>
                  </a:lnTo>
                  <a:lnTo>
                    <a:pt x="5370953" y="8866944"/>
                  </a:lnTo>
                  <a:close/>
                </a:path>
                <a:path w="18345150" h="8977630">
                  <a:moveTo>
                    <a:pt x="5145830" y="8782381"/>
                  </a:moveTo>
                  <a:lnTo>
                    <a:pt x="3264688" y="6333886"/>
                  </a:lnTo>
                  <a:lnTo>
                    <a:pt x="3337120" y="6219706"/>
                  </a:lnTo>
                  <a:lnTo>
                    <a:pt x="5272063" y="8738229"/>
                  </a:lnTo>
                  <a:lnTo>
                    <a:pt x="5145830" y="8782381"/>
                  </a:lnTo>
                  <a:close/>
                </a:path>
                <a:path w="18345150" h="8977630">
                  <a:moveTo>
                    <a:pt x="4912830" y="8687565"/>
                  </a:moveTo>
                  <a:lnTo>
                    <a:pt x="3392900" y="6709223"/>
                  </a:lnTo>
                  <a:lnTo>
                    <a:pt x="3464756" y="6594294"/>
                  </a:lnTo>
                  <a:lnTo>
                    <a:pt x="5040612" y="8645429"/>
                  </a:lnTo>
                  <a:lnTo>
                    <a:pt x="4912830" y="8687565"/>
                  </a:lnTo>
                  <a:close/>
                </a:path>
                <a:path w="18345150" h="8977630">
                  <a:moveTo>
                    <a:pt x="4614321" y="8507481"/>
                  </a:moveTo>
                  <a:lnTo>
                    <a:pt x="3554276" y="7127727"/>
                  </a:lnTo>
                  <a:lnTo>
                    <a:pt x="3625682" y="7012212"/>
                  </a:lnTo>
                  <a:lnTo>
                    <a:pt x="4744157" y="8468020"/>
                  </a:lnTo>
                  <a:lnTo>
                    <a:pt x="4614321" y="8507481"/>
                  </a:lnTo>
                  <a:close/>
                </a:path>
                <a:path w="18345150" h="8977630">
                  <a:moveTo>
                    <a:pt x="4132587" y="8088914"/>
                  </a:moveTo>
                  <a:lnTo>
                    <a:pt x="3896135" y="7781147"/>
                  </a:lnTo>
                  <a:lnTo>
                    <a:pt x="3967254" y="7665259"/>
                  </a:lnTo>
                  <a:lnTo>
                    <a:pt x="4262781" y="8049917"/>
                  </a:lnTo>
                  <a:lnTo>
                    <a:pt x="4132587" y="808891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8314105"/>
              <a:ext cx="7820025" cy="1968500"/>
            </a:xfrm>
            <a:custGeom>
              <a:avLst/>
              <a:gdLst/>
              <a:ahLst/>
              <a:cxnLst/>
              <a:rect l="l" t="t" r="r" b="b"/>
              <a:pathLst>
                <a:path w="7820025" h="1968500">
                  <a:moveTo>
                    <a:pt x="7820025" y="0"/>
                  </a:moveTo>
                  <a:lnTo>
                    <a:pt x="7777366" y="0"/>
                  </a:lnTo>
                  <a:lnTo>
                    <a:pt x="7777366" y="25400"/>
                  </a:lnTo>
                  <a:lnTo>
                    <a:pt x="7777366" y="304800"/>
                  </a:lnTo>
                  <a:lnTo>
                    <a:pt x="7777366" y="330200"/>
                  </a:lnTo>
                  <a:lnTo>
                    <a:pt x="7777366" y="609600"/>
                  </a:lnTo>
                  <a:lnTo>
                    <a:pt x="7494829" y="609600"/>
                  </a:lnTo>
                  <a:lnTo>
                    <a:pt x="7494829" y="330200"/>
                  </a:lnTo>
                  <a:lnTo>
                    <a:pt x="7777366" y="330200"/>
                  </a:lnTo>
                  <a:lnTo>
                    <a:pt x="7777366" y="304800"/>
                  </a:lnTo>
                  <a:lnTo>
                    <a:pt x="7494829" y="304800"/>
                  </a:lnTo>
                  <a:lnTo>
                    <a:pt x="7494829" y="25400"/>
                  </a:lnTo>
                  <a:lnTo>
                    <a:pt x="7777366" y="25400"/>
                  </a:lnTo>
                  <a:lnTo>
                    <a:pt x="7777366" y="0"/>
                  </a:lnTo>
                  <a:lnTo>
                    <a:pt x="7466266" y="0"/>
                  </a:lnTo>
                  <a:lnTo>
                    <a:pt x="7466266" y="25400"/>
                  </a:lnTo>
                  <a:lnTo>
                    <a:pt x="7466266" y="304800"/>
                  </a:lnTo>
                  <a:lnTo>
                    <a:pt x="7466266" y="330200"/>
                  </a:lnTo>
                  <a:lnTo>
                    <a:pt x="7466266" y="609600"/>
                  </a:lnTo>
                  <a:lnTo>
                    <a:pt x="7183729" y="609600"/>
                  </a:lnTo>
                  <a:lnTo>
                    <a:pt x="7183729" y="330200"/>
                  </a:lnTo>
                  <a:lnTo>
                    <a:pt x="7466266" y="330200"/>
                  </a:lnTo>
                  <a:lnTo>
                    <a:pt x="7466266" y="304800"/>
                  </a:lnTo>
                  <a:lnTo>
                    <a:pt x="7183729" y="304800"/>
                  </a:lnTo>
                  <a:lnTo>
                    <a:pt x="7183729" y="25400"/>
                  </a:lnTo>
                  <a:lnTo>
                    <a:pt x="7466266" y="25400"/>
                  </a:lnTo>
                  <a:lnTo>
                    <a:pt x="7466266" y="0"/>
                  </a:lnTo>
                  <a:lnTo>
                    <a:pt x="7155180" y="0"/>
                  </a:lnTo>
                  <a:lnTo>
                    <a:pt x="7155180" y="25400"/>
                  </a:lnTo>
                  <a:lnTo>
                    <a:pt x="7155180" y="304800"/>
                  </a:lnTo>
                  <a:lnTo>
                    <a:pt x="7155180" y="330200"/>
                  </a:lnTo>
                  <a:lnTo>
                    <a:pt x="7155180" y="609600"/>
                  </a:lnTo>
                  <a:lnTo>
                    <a:pt x="6872630" y="609600"/>
                  </a:lnTo>
                  <a:lnTo>
                    <a:pt x="6872630" y="330200"/>
                  </a:lnTo>
                  <a:lnTo>
                    <a:pt x="7155180" y="330200"/>
                  </a:lnTo>
                  <a:lnTo>
                    <a:pt x="7155180" y="304800"/>
                  </a:lnTo>
                  <a:lnTo>
                    <a:pt x="6872630" y="304800"/>
                  </a:lnTo>
                  <a:lnTo>
                    <a:pt x="6872630" y="25400"/>
                  </a:lnTo>
                  <a:lnTo>
                    <a:pt x="7155180" y="25400"/>
                  </a:lnTo>
                  <a:lnTo>
                    <a:pt x="7155180" y="0"/>
                  </a:lnTo>
                  <a:lnTo>
                    <a:pt x="6844081" y="0"/>
                  </a:lnTo>
                  <a:lnTo>
                    <a:pt x="6844081" y="25400"/>
                  </a:lnTo>
                  <a:lnTo>
                    <a:pt x="6844081" y="304800"/>
                  </a:lnTo>
                  <a:lnTo>
                    <a:pt x="6844081" y="330200"/>
                  </a:lnTo>
                  <a:lnTo>
                    <a:pt x="6844081" y="609600"/>
                  </a:lnTo>
                  <a:lnTo>
                    <a:pt x="6561544" y="609600"/>
                  </a:lnTo>
                  <a:lnTo>
                    <a:pt x="6561544" y="330200"/>
                  </a:lnTo>
                  <a:lnTo>
                    <a:pt x="6844081" y="330200"/>
                  </a:lnTo>
                  <a:lnTo>
                    <a:pt x="6844081" y="304800"/>
                  </a:lnTo>
                  <a:lnTo>
                    <a:pt x="6561544" y="304800"/>
                  </a:lnTo>
                  <a:lnTo>
                    <a:pt x="6561544" y="25400"/>
                  </a:lnTo>
                  <a:lnTo>
                    <a:pt x="6844081" y="25400"/>
                  </a:lnTo>
                  <a:lnTo>
                    <a:pt x="6844081" y="0"/>
                  </a:lnTo>
                  <a:lnTo>
                    <a:pt x="6532981" y="0"/>
                  </a:lnTo>
                  <a:lnTo>
                    <a:pt x="6532981" y="25400"/>
                  </a:lnTo>
                  <a:lnTo>
                    <a:pt x="6532981" y="304800"/>
                  </a:lnTo>
                  <a:lnTo>
                    <a:pt x="6532981" y="330200"/>
                  </a:lnTo>
                  <a:lnTo>
                    <a:pt x="6532981" y="609600"/>
                  </a:lnTo>
                  <a:lnTo>
                    <a:pt x="6250457" y="609600"/>
                  </a:lnTo>
                  <a:lnTo>
                    <a:pt x="6250457" y="330200"/>
                  </a:lnTo>
                  <a:lnTo>
                    <a:pt x="6532981" y="330200"/>
                  </a:lnTo>
                  <a:lnTo>
                    <a:pt x="6532981" y="304800"/>
                  </a:lnTo>
                  <a:lnTo>
                    <a:pt x="6250457" y="304800"/>
                  </a:lnTo>
                  <a:lnTo>
                    <a:pt x="6250457" y="25400"/>
                  </a:lnTo>
                  <a:lnTo>
                    <a:pt x="6532981" y="25400"/>
                  </a:lnTo>
                  <a:lnTo>
                    <a:pt x="6532981" y="0"/>
                  </a:lnTo>
                  <a:lnTo>
                    <a:pt x="6221895" y="0"/>
                  </a:lnTo>
                  <a:lnTo>
                    <a:pt x="6221895" y="25400"/>
                  </a:lnTo>
                  <a:lnTo>
                    <a:pt x="6221895" y="304800"/>
                  </a:lnTo>
                  <a:lnTo>
                    <a:pt x="6221895" y="330200"/>
                  </a:lnTo>
                  <a:lnTo>
                    <a:pt x="6221895" y="609600"/>
                  </a:lnTo>
                  <a:lnTo>
                    <a:pt x="5939358" y="609600"/>
                  </a:lnTo>
                  <a:lnTo>
                    <a:pt x="5939358" y="330200"/>
                  </a:lnTo>
                  <a:lnTo>
                    <a:pt x="6221895" y="330200"/>
                  </a:lnTo>
                  <a:lnTo>
                    <a:pt x="6221895" y="304800"/>
                  </a:lnTo>
                  <a:lnTo>
                    <a:pt x="5939358" y="304800"/>
                  </a:lnTo>
                  <a:lnTo>
                    <a:pt x="5939358" y="25400"/>
                  </a:lnTo>
                  <a:lnTo>
                    <a:pt x="6221895" y="25400"/>
                  </a:lnTo>
                  <a:lnTo>
                    <a:pt x="6221895" y="0"/>
                  </a:lnTo>
                  <a:lnTo>
                    <a:pt x="5910808" y="0"/>
                  </a:lnTo>
                  <a:lnTo>
                    <a:pt x="5910808" y="25400"/>
                  </a:lnTo>
                  <a:lnTo>
                    <a:pt x="5910808" y="304800"/>
                  </a:lnTo>
                  <a:lnTo>
                    <a:pt x="5910808" y="330200"/>
                  </a:lnTo>
                  <a:lnTo>
                    <a:pt x="5910808" y="609600"/>
                  </a:lnTo>
                  <a:lnTo>
                    <a:pt x="5628271" y="609600"/>
                  </a:lnTo>
                  <a:lnTo>
                    <a:pt x="5628271" y="330200"/>
                  </a:lnTo>
                  <a:lnTo>
                    <a:pt x="5910808" y="330200"/>
                  </a:lnTo>
                  <a:lnTo>
                    <a:pt x="5910808" y="304800"/>
                  </a:lnTo>
                  <a:lnTo>
                    <a:pt x="5628271" y="304800"/>
                  </a:lnTo>
                  <a:lnTo>
                    <a:pt x="5628271" y="25400"/>
                  </a:lnTo>
                  <a:lnTo>
                    <a:pt x="5910808" y="25400"/>
                  </a:lnTo>
                  <a:lnTo>
                    <a:pt x="5910808" y="0"/>
                  </a:lnTo>
                  <a:lnTo>
                    <a:pt x="5599709" y="0"/>
                  </a:lnTo>
                  <a:lnTo>
                    <a:pt x="5599709" y="25400"/>
                  </a:lnTo>
                  <a:lnTo>
                    <a:pt x="5599709" y="304800"/>
                  </a:lnTo>
                  <a:lnTo>
                    <a:pt x="5599709" y="330200"/>
                  </a:lnTo>
                  <a:lnTo>
                    <a:pt x="5599709" y="609600"/>
                  </a:lnTo>
                  <a:lnTo>
                    <a:pt x="5317172" y="609600"/>
                  </a:lnTo>
                  <a:lnTo>
                    <a:pt x="5317172" y="330200"/>
                  </a:lnTo>
                  <a:lnTo>
                    <a:pt x="5599709" y="330200"/>
                  </a:lnTo>
                  <a:lnTo>
                    <a:pt x="5599709" y="304800"/>
                  </a:lnTo>
                  <a:lnTo>
                    <a:pt x="5317172" y="304800"/>
                  </a:lnTo>
                  <a:lnTo>
                    <a:pt x="5317172" y="25400"/>
                  </a:lnTo>
                  <a:lnTo>
                    <a:pt x="5599709" y="25400"/>
                  </a:lnTo>
                  <a:lnTo>
                    <a:pt x="5599709" y="0"/>
                  </a:lnTo>
                  <a:lnTo>
                    <a:pt x="5288610" y="0"/>
                  </a:lnTo>
                  <a:lnTo>
                    <a:pt x="5288610" y="25400"/>
                  </a:lnTo>
                  <a:lnTo>
                    <a:pt x="5288610" y="304800"/>
                  </a:lnTo>
                  <a:lnTo>
                    <a:pt x="5288610" y="330200"/>
                  </a:lnTo>
                  <a:lnTo>
                    <a:pt x="5288610" y="609600"/>
                  </a:lnTo>
                  <a:lnTo>
                    <a:pt x="5006073" y="609600"/>
                  </a:lnTo>
                  <a:lnTo>
                    <a:pt x="5006073" y="330200"/>
                  </a:lnTo>
                  <a:lnTo>
                    <a:pt x="5288610" y="330200"/>
                  </a:lnTo>
                  <a:lnTo>
                    <a:pt x="5288610" y="304800"/>
                  </a:lnTo>
                  <a:lnTo>
                    <a:pt x="5006073" y="304800"/>
                  </a:lnTo>
                  <a:lnTo>
                    <a:pt x="5006073" y="25400"/>
                  </a:lnTo>
                  <a:lnTo>
                    <a:pt x="5288610" y="25400"/>
                  </a:lnTo>
                  <a:lnTo>
                    <a:pt x="5288610" y="0"/>
                  </a:lnTo>
                  <a:lnTo>
                    <a:pt x="4977523" y="0"/>
                  </a:lnTo>
                  <a:lnTo>
                    <a:pt x="4977523" y="25400"/>
                  </a:lnTo>
                  <a:lnTo>
                    <a:pt x="4977523" y="304800"/>
                  </a:lnTo>
                  <a:lnTo>
                    <a:pt x="4977523" y="330200"/>
                  </a:lnTo>
                  <a:lnTo>
                    <a:pt x="4977523" y="609600"/>
                  </a:lnTo>
                  <a:lnTo>
                    <a:pt x="4694987" y="609600"/>
                  </a:lnTo>
                  <a:lnTo>
                    <a:pt x="4694987" y="330200"/>
                  </a:lnTo>
                  <a:lnTo>
                    <a:pt x="4977523" y="330200"/>
                  </a:lnTo>
                  <a:lnTo>
                    <a:pt x="4977523" y="304800"/>
                  </a:lnTo>
                  <a:lnTo>
                    <a:pt x="4694987" y="304800"/>
                  </a:lnTo>
                  <a:lnTo>
                    <a:pt x="4694987" y="25400"/>
                  </a:lnTo>
                  <a:lnTo>
                    <a:pt x="4977523" y="25400"/>
                  </a:lnTo>
                  <a:lnTo>
                    <a:pt x="4977523" y="0"/>
                  </a:lnTo>
                  <a:lnTo>
                    <a:pt x="4666437" y="0"/>
                  </a:lnTo>
                  <a:lnTo>
                    <a:pt x="4666437" y="25400"/>
                  </a:lnTo>
                  <a:lnTo>
                    <a:pt x="4666437" y="304800"/>
                  </a:lnTo>
                  <a:lnTo>
                    <a:pt x="4666437" y="330200"/>
                  </a:lnTo>
                  <a:lnTo>
                    <a:pt x="4666437" y="609600"/>
                  </a:lnTo>
                  <a:lnTo>
                    <a:pt x="4383900" y="609600"/>
                  </a:lnTo>
                  <a:lnTo>
                    <a:pt x="4383900" y="330200"/>
                  </a:lnTo>
                  <a:lnTo>
                    <a:pt x="4666437" y="330200"/>
                  </a:lnTo>
                  <a:lnTo>
                    <a:pt x="4666437" y="304800"/>
                  </a:lnTo>
                  <a:lnTo>
                    <a:pt x="4383900" y="304800"/>
                  </a:lnTo>
                  <a:lnTo>
                    <a:pt x="4383900" y="25400"/>
                  </a:lnTo>
                  <a:lnTo>
                    <a:pt x="4666437" y="25400"/>
                  </a:lnTo>
                  <a:lnTo>
                    <a:pt x="4666437" y="0"/>
                  </a:lnTo>
                  <a:lnTo>
                    <a:pt x="4355338" y="0"/>
                  </a:lnTo>
                  <a:lnTo>
                    <a:pt x="4355338" y="25400"/>
                  </a:lnTo>
                  <a:lnTo>
                    <a:pt x="4355338" y="304800"/>
                  </a:lnTo>
                  <a:lnTo>
                    <a:pt x="4355338" y="330200"/>
                  </a:lnTo>
                  <a:lnTo>
                    <a:pt x="4355338" y="609600"/>
                  </a:lnTo>
                  <a:lnTo>
                    <a:pt x="4072801" y="609600"/>
                  </a:lnTo>
                  <a:lnTo>
                    <a:pt x="4072801" y="330200"/>
                  </a:lnTo>
                  <a:lnTo>
                    <a:pt x="4355338" y="330200"/>
                  </a:lnTo>
                  <a:lnTo>
                    <a:pt x="4355338" y="304800"/>
                  </a:lnTo>
                  <a:lnTo>
                    <a:pt x="4072801" y="304800"/>
                  </a:lnTo>
                  <a:lnTo>
                    <a:pt x="4072801" y="25400"/>
                  </a:lnTo>
                  <a:lnTo>
                    <a:pt x="4355338" y="25400"/>
                  </a:lnTo>
                  <a:lnTo>
                    <a:pt x="4355338" y="0"/>
                  </a:lnTo>
                  <a:lnTo>
                    <a:pt x="4044251" y="0"/>
                  </a:lnTo>
                  <a:lnTo>
                    <a:pt x="4044251" y="25400"/>
                  </a:lnTo>
                  <a:lnTo>
                    <a:pt x="4044251" y="304800"/>
                  </a:lnTo>
                  <a:lnTo>
                    <a:pt x="4044251" y="330200"/>
                  </a:lnTo>
                  <a:lnTo>
                    <a:pt x="4044251" y="609600"/>
                  </a:lnTo>
                  <a:lnTo>
                    <a:pt x="3761714" y="609600"/>
                  </a:lnTo>
                  <a:lnTo>
                    <a:pt x="3761714" y="330200"/>
                  </a:lnTo>
                  <a:lnTo>
                    <a:pt x="4044251" y="330200"/>
                  </a:lnTo>
                  <a:lnTo>
                    <a:pt x="4044251" y="304800"/>
                  </a:lnTo>
                  <a:lnTo>
                    <a:pt x="3761714" y="304800"/>
                  </a:lnTo>
                  <a:lnTo>
                    <a:pt x="3761714" y="25400"/>
                  </a:lnTo>
                  <a:lnTo>
                    <a:pt x="4044251" y="25400"/>
                  </a:lnTo>
                  <a:lnTo>
                    <a:pt x="4044251" y="0"/>
                  </a:lnTo>
                  <a:lnTo>
                    <a:pt x="3733165" y="0"/>
                  </a:lnTo>
                  <a:lnTo>
                    <a:pt x="3733165" y="25400"/>
                  </a:lnTo>
                  <a:lnTo>
                    <a:pt x="3733165" y="304800"/>
                  </a:lnTo>
                  <a:lnTo>
                    <a:pt x="3733165" y="330200"/>
                  </a:lnTo>
                  <a:lnTo>
                    <a:pt x="3733165" y="609600"/>
                  </a:lnTo>
                  <a:lnTo>
                    <a:pt x="3450615" y="609600"/>
                  </a:lnTo>
                  <a:lnTo>
                    <a:pt x="3450615" y="330200"/>
                  </a:lnTo>
                  <a:lnTo>
                    <a:pt x="3733165" y="330200"/>
                  </a:lnTo>
                  <a:lnTo>
                    <a:pt x="3733165" y="304800"/>
                  </a:lnTo>
                  <a:lnTo>
                    <a:pt x="3450615" y="304800"/>
                  </a:lnTo>
                  <a:lnTo>
                    <a:pt x="3450615" y="25400"/>
                  </a:lnTo>
                  <a:lnTo>
                    <a:pt x="3733165" y="25400"/>
                  </a:lnTo>
                  <a:lnTo>
                    <a:pt x="3733165" y="0"/>
                  </a:lnTo>
                  <a:lnTo>
                    <a:pt x="3422053" y="0"/>
                  </a:lnTo>
                  <a:lnTo>
                    <a:pt x="3422053" y="25400"/>
                  </a:lnTo>
                  <a:lnTo>
                    <a:pt x="3422053" y="304800"/>
                  </a:lnTo>
                  <a:lnTo>
                    <a:pt x="3422053" y="330200"/>
                  </a:lnTo>
                  <a:lnTo>
                    <a:pt x="3422053" y="609600"/>
                  </a:lnTo>
                  <a:lnTo>
                    <a:pt x="3139529" y="609600"/>
                  </a:lnTo>
                  <a:lnTo>
                    <a:pt x="3139529" y="330200"/>
                  </a:lnTo>
                  <a:lnTo>
                    <a:pt x="3422053" y="330200"/>
                  </a:lnTo>
                  <a:lnTo>
                    <a:pt x="3422053" y="304800"/>
                  </a:lnTo>
                  <a:lnTo>
                    <a:pt x="3139529" y="304800"/>
                  </a:lnTo>
                  <a:lnTo>
                    <a:pt x="3139529" y="25400"/>
                  </a:lnTo>
                  <a:lnTo>
                    <a:pt x="3422053" y="25400"/>
                  </a:lnTo>
                  <a:lnTo>
                    <a:pt x="3422053" y="0"/>
                  </a:lnTo>
                  <a:lnTo>
                    <a:pt x="3110966" y="0"/>
                  </a:lnTo>
                  <a:lnTo>
                    <a:pt x="3110966" y="25400"/>
                  </a:lnTo>
                  <a:lnTo>
                    <a:pt x="3110966" y="304800"/>
                  </a:lnTo>
                  <a:lnTo>
                    <a:pt x="3110966" y="330200"/>
                  </a:lnTo>
                  <a:lnTo>
                    <a:pt x="3110966" y="609600"/>
                  </a:lnTo>
                  <a:lnTo>
                    <a:pt x="2828429" y="609600"/>
                  </a:lnTo>
                  <a:lnTo>
                    <a:pt x="2828429" y="330200"/>
                  </a:lnTo>
                  <a:lnTo>
                    <a:pt x="3110966" y="330200"/>
                  </a:lnTo>
                  <a:lnTo>
                    <a:pt x="3110966" y="304800"/>
                  </a:lnTo>
                  <a:lnTo>
                    <a:pt x="2828429" y="304800"/>
                  </a:lnTo>
                  <a:lnTo>
                    <a:pt x="2828429" y="25400"/>
                  </a:lnTo>
                  <a:lnTo>
                    <a:pt x="3110966" y="25400"/>
                  </a:lnTo>
                  <a:lnTo>
                    <a:pt x="3110966" y="0"/>
                  </a:lnTo>
                  <a:lnTo>
                    <a:pt x="2799880" y="0"/>
                  </a:lnTo>
                  <a:lnTo>
                    <a:pt x="2799880" y="25400"/>
                  </a:lnTo>
                  <a:lnTo>
                    <a:pt x="2799880" y="304800"/>
                  </a:lnTo>
                  <a:lnTo>
                    <a:pt x="2799880" y="330200"/>
                  </a:lnTo>
                  <a:lnTo>
                    <a:pt x="2799880" y="609600"/>
                  </a:lnTo>
                  <a:lnTo>
                    <a:pt x="2517343" y="609600"/>
                  </a:lnTo>
                  <a:lnTo>
                    <a:pt x="2517343" y="330200"/>
                  </a:lnTo>
                  <a:lnTo>
                    <a:pt x="2799880" y="330200"/>
                  </a:lnTo>
                  <a:lnTo>
                    <a:pt x="2799880" y="304800"/>
                  </a:lnTo>
                  <a:lnTo>
                    <a:pt x="2517343" y="304800"/>
                  </a:lnTo>
                  <a:lnTo>
                    <a:pt x="2517343" y="25400"/>
                  </a:lnTo>
                  <a:lnTo>
                    <a:pt x="2799880" y="25400"/>
                  </a:lnTo>
                  <a:lnTo>
                    <a:pt x="2799880" y="0"/>
                  </a:lnTo>
                  <a:lnTo>
                    <a:pt x="2488781" y="0"/>
                  </a:lnTo>
                  <a:lnTo>
                    <a:pt x="2488781" y="25400"/>
                  </a:lnTo>
                  <a:lnTo>
                    <a:pt x="2488781" y="304800"/>
                  </a:lnTo>
                  <a:lnTo>
                    <a:pt x="2488781" y="330200"/>
                  </a:lnTo>
                  <a:lnTo>
                    <a:pt x="2488781" y="609600"/>
                  </a:lnTo>
                  <a:lnTo>
                    <a:pt x="2206256" y="609600"/>
                  </a:lnTo>
                  <a:lnTo>
                    <a:pt x="2206256" y="330200"/>
                  </a:lnTo>
                  <a:lnTo>
                    <a:pt x="2488781" y="330200"/>
                  </a:lnTo>
                  <a:lnTo>
                    <a:pt x="2488781" y="304800"/>
                  </a:lnTo>
                  <a:lnTo>
                    <a:pt x="2206256" y="304800"/>
                  </a:lnTo>
                  <a:lnTo>
                    <a:pt x="2206256" y="25400"/>
                  </a:lnTo>
                  <a:lnTo>
                    <a:pt x="2488781" y="25400"/>
                  </a:lnTo>
                  <a:lnTo>
                    <a:pt x="2488781" y="0"/>
                  </a:lnTo>
                  <a:lnTo>
                    <a:pt x="2177694" y="0"/>
                  </a:lnTo>
                  <a:lnTo>
                    <a:pt x="2177694" y="25400"/>
                  </a:lnTo>
                  <a:lnTo>
                    <a:pt x="2177694" y="304800"/>
                  </a:lnTo>
                  <a:lnTo>
                    <a:pt x="2177694" y="330200"/>
                  </a:lnTo>
                  <a:lnTo>
                    <a:pt x="2177694" y="609600"/>
                  </a:lnTo>
                  <a:lnTo>
                    <a:pt x="2177694" y="647700"/>
                  </a:lnTo>
                  <a:lnTo>
                    <a:pt x="2177694" y="927100"/>
                  </a:lnTo>
                  <a:lnTo>
                    <a:pt x="1895157" y="927100"/>
                  </a:lnTo>
                  <a:lnTo>
                    <a:pt x="1895157" y="647700"/>
                  </a:lnTo>
                  <a:lnTo>
                    <a:pt x="2177694" y="647700"/>
                  </a:lnTo>
                  <a:lnTo>
                    <a:pt x="2177694" y="609600"/>
                  </a:lnTo>
                  <a:lnTo>
                    <a:pt x="1895157" y="609600"/>
                  </a:lnTo>
                  <a:lnTo>
                    <a:pt x="1895157" y="330200"/>
                  </a:lnTo>
                  <a:lnTo>
                    <a:pt x="2177694" y="330200"/>
                  </a:lnTo>
                  <a:lnTo>
                    <a:pt x="2177694" y="304800"/>
                  </a:lnTo>
                  <a:lnTo>
                    <a:pt x="1895157" y="304800"/>
                  </a:lnTo>
                  <a:lnTo>
                    <a:pt x="1895157" y="25400"/>
                  </a:lnTo>
                  <a:lnTo>
                    <a:pt x="2177694" y="25400"/>
                  </a:lnTo>
                  <a:lnTo>
                    <a:pt x="2177694" y="0"/>
                  </a:lnTo>
                  <a:lnTo>
                    <a:pt x="1866595" y="0"/>
                  </a:lnTo>
                  <a:lnTo>
                    <a:pt x="1866595" y="25400"/>
                  </a:lnTo>
                  <a:lnTo>
                    <a:pt x="1866595" y="304800"/>
                  </a:lnTo>
                  <a:lnTo>
                    <a:pt x="1866595" y="330200"/>
                  </a:lnTo>
                  <a:lnTo>
                    <a:pt x="1866595" y="609600"/>
                  </a:lnTo>
                  <a:lnTo>
                    <a:pt x="1866595" y="647700"/>
                  </a:lnTo>
                  <a:lnTo>
                    <a:pt x="1866595" y="927100"/>
                  </a:lnTo>
                  <a:lnTo>
                    <a:pt x="1584058" y="927100"/>
                  </a:lnTo>
                  <a:lnTo>
                    <a:pt x="1584058" y="647700"/>
                  </a:lnTo>
                  <a:lnTo>
                    <a:pt x="1866595" y="647700"/>
                  </a:lnTo>
                  <a:lnTo>
                    <a:pt x="1866595" y="609600"/>
                  </a:lnTo>
                  <a:lnTo>
                    <a:pt x="1584058" y="609600"/>
                  </a:lnTo>
                  <a:lnTo>
                    <a:pt x="1584058" y="330200"/>
                  </a:lnTo>
                  <a:lnTo>
                    <a:pt x="1866595" y="330200"/>
                  </a:lnTo>
                  <a:lnTo>
                    <a:pt x="1866595" y="304800"/>
                  </a:lnTo>
                  <a:lnTo>
                    <a:pt x="1584058" y="304800"/>
                  </a:lnTo>
                  <a:lnTo>
                    <a:pt x="1584058" y="25400"/>
                  </a:lnTo>
                  <a:lnTo>
                    <a:pt x="1866595" y="25400"/>
                  </a:lnTo>
                  <a:lnTo>
                    <a:pt x="1866595" y="0"/>
                  </a:lnTo>
                  <a:lnTo>
                    <a:pt x="1555508" y="0"/>
                  </a:lnTo>
                  <a:lnTo>
                    <a:pt x="1555508" y="25400"/>
                  </a:lnTo>
                  <a:lnTo>
                    <a:pt x="1555508" y="304800"/>
                  </a:lnTo>
                  <a:lnTo>
                    <a:pt x="1555508" y="330200"/>
                  </a:lnTo>
                  <a:lnTo>
                    <a:pt x="1555508" y="609600"/>
                  </a:lnTo>
                  <a:lnTo>
                    <a:pt x="1555508" y="647700"/>
                  </a:lnTo>
                  <a:lnTo>
                    <a:pt x="1555508" y="927100"/>
                  </a:lnTo>
                  <a:lnTo>
                    <a:pt x="1272971" y="927100"/>
                  </a:lnTo>
                  <a:lnTo>
                    <a:pt x="1272971" y="647700"/>
                  </a:lnTo>
                  <a:lnTo>
                    <a:pt x="1555508" y="647700"/>
                  </a:lnTo>
                  <a:lnTo>
                    <a:pt x="1555508" y="609600"/>
                  </a:lnTo>
                  <a:lnTo>
                    <a:pt x="1272971" y="609600"/>
                  </a:lnTo>
                  <a:lnTo>
                    <a:pt x="1272971" y="330200"/>
                  </a:lnTo>
                  <a:lnTo>
                    <a:pt x="1555508" y="330200"/>
                  </a:lnTo>
                  <a:lnTo>
                    <a:pt x="1555508" y="304800"/>
                  </a:lnTo>
                  <a:lnTo>
                    <a:pt x="1272971" y="304800"/>
                  </a:lnTo>
                  <a:lnTo>
                    <a:pt x="1272971" y="25400"/>
                  </a:lnTo>
                  <a:lnTo>
                    <a:pt x="1555508" y="25400"/>
                  </a:lnTo>
                  <a:lnTo>
                    <a:pt x="1555508" y="0"/>
                  </a:lnTo>
                  <a:lnTo>
                    <a:pt x="1244409" y="0"/>
                  </a:lnTo>
                  <a:lnTo>
                    <a:pt x="1244409" y="25400"/>
                  </a:lnTo>
                  <a:lnTo>
                    <a:pt x="1244409" y="304800"/>
                  </a:lnTo>
                  <a:lnTo>
                    <a:pt x="1244409" y="330200"/>
                  </a:lnTo>
                  <a:lnTo>
                    <a:pt x="1244409" y="609600"/>
                  </a:lnTo>
                  <a:lnTo>
                    <a:pt x="1244409" y="647700"/>
                  </a:lnTo>
                  <a:lnTo>
                    <a:pt x="1244409" y="927100"/>
                  </a:lnTo>
                  <a:lnTo>
                    <a:pt x="961885" y="927100"/>
                  </a:lnTo>
                  <a:lnTo>
                    <a:pt x="961885" y="647700"/>
                  </a:lnTo>
                  <a:lnTo>
                    <a:pt x="1244409" y="647700"/>
                  </a:lnTo>
                  <a:lnTo>
                    <a:pt x="1244409" y="609600"/>
                  </a:lnTo>
                  <a:lnTo>
                    <a:pt x="961885" y="609600"/>
                  </a:lnTo>
                  <a:lnTo>
                    <a:pt x="961885" y="330200"/>
                  </a:lnTo>
                  <a:lnTo>
                    <a:pt x="1244409" y="330200"/>
                  </a:lnTo>
                  <a:lnTo>
                    <a:pt x="1244409" y="304800"/>
                  </a:lnTo>
                  <a:lnTo>
                    <a:pt x="961885" y="304800"/>
                  </a:lnTo>
                  <a:lnTo>
                    <a:pt x="961885" y="25400"/>
                  </a:lnTo>
                  <a:lnTo>
                    <a:pt x="1244409" y="25400"/>
                  </a:lnTo>
                  <a:lnTo>
                    <a:pt x="1244409" y="0"/>
                  </a:lnTo>
                  <a:lnTo>
                    <a:pt x="933323" y="0"/>
                  </a:lnTo>
                  <a:lnTo>
                    <a:pt x="933323" y="25400"/>
                  </a:lnTo>
                  <a:lnTo>
                    <a:pt x="933323" y="304800"/>
                  </a:lnTo>
                  <a:lnTo>
                    <a:pt x="933323" y="330200"/>
                  </a:lnTo>
                  <a:lnTo>
                    <a:pt x="933323" y="609600"/>
                  </a:lnTo>
                  <a:lnTo>
                    <a:pt x="933323" y="647700"/>
                  </a:lnTo>
                  <a:lnTo>
                    <a:pt x="933323" y="927100"/>
                  </a:lnTo>
                  <a:lnTo>
                    <a:pt x="650786" y="927100"/>
                  </a:lnTo>
                  <a:lnTo>
                    <a:pt x="650786" y="647700"/>
                  </a:lnTo>
                  <a:lnTo>
                    <a:pt x="933323" y="647700"/>
                  </a:lnTo>
                  <a:lnTo>
                    <a:pt x="933323" y="609600"/>
                  </a:lnTo>
                  <a:lnTo>
                    <a:pt x="650786" y="609600"/>
                  </a:lnTo>
                  <a:lnTo>
                    <a:pt x="650786" y="330200"/>
                  </a:lnTo>
                  <a:lnTo>
                    <a:pt x="933323" y="330200"/>
                  </a:lnTo>
                  <a:lnTo>
                    <a:pt x="933323" y="304800"/>
                  </a:lnTo>
                  <a:lnTo>
                    <a:pt x="650786" y="304800"/>
                  </a:lnTo>
                  <a:lnTo>
                    <a:pt x="650786" y="25400"/>
                  </a:lnTo>
                  <a:lnTo>
                    <a:pt x="933323" y="25400"/>
                  </a:lnTo>
                  <a:lnTo>
                    <a:pt x="933323" y="0"/>
                  </a:lnTo>
                  <a:lnTo>
                    <a:pt x="622236" y="0"/>
                  </a:lnTo>
                  <a:lnTo>
                    <a:pt x="622236" y="25400"/>
                  </a:lnTo>
                  <a:lnTo>
                    <a:pt x="622236" y="304800"/>
                  </a:lnTo>
                  <a:lnTo>
                    <a:pt x="622236" y="330200"/>
                  </a:lnTo>
                  <a:lnTo>
                    <a:pt x="622236" y="609600"/>
                  </a:lnTo>
                  <a:lnTo>
                    <a:pt x="622236" y="647700"/>
                  </a:lnTo>
                  <a:lnTo>
                    <a:pt x="622236" y="927100"/>
                  </a:lnTo>
                  <a:lnTo>
                    <a:pt x="339686" y="927100"/>
                  </a:lnTo>
                  <a:lnTo>
                    <a:pt x="339686" y="647700"/>
                  </a:lnTo>
                  <a:lnTo>
                    <a:pt x="622236" y="647700"/>
                  </a:lnTo>
                  <a:lnTo>
                    <a:pt x="622236" y="609600"/>
                  </a:lnTo>
                  <a:lnTo>
                    <a:pt x="339686" y="609600"/>
                  </a:lnTo>
                  <a:lnTo>
                    <a:pt x="339686" y="330200"/>
                  </a:lnTo>
                  <a:lnTo>
                    <a:pt x="622236" y="330200"/>
                  </a:lnTo>
                  <a:lnTo>
                    <a:pt x="622236" y="304800"/>
                  </a:lnTo>
                  <a:lnTo>
                    <a:pt x="339686" y="304800"/>
                  </a:lnTo>
                  <a:lnTo>
                    <a:pt x="339686" y="25400"/>
                  </a:lnTo>
                  <a:lnTo>
                    <a:pt x="622236" y="25400"/>
                  </a:lnTo>
                  <a:lnTo>
                    <a:pt x="622236" y="0"/>
                  </a:lnTo>
                  <a:lnTo>
                    <a:pt x="311188" y="0"/>
                  </a:lnTo>
                  <a:lnTo>
                    <a:pt x="311188" y="25400"/>
                  </a:lnTo>
                  <a:lnTo>
                    <a:pt x="311188" y="304800"/>
                  </a:lnTo>
                  <a:lnTo>
                    <a:pt x="311188" y="330200"/>
                  </a:lnTo>
                  <a:lnTo>
                    <a:pt x="311188" y="609600"/>
                  </a:lnTo>
                  <a:lnTo>
                    <a:pt x="311188" y="647700"/>
                  </a:lnTo>
                  <a:lnTo>
                    <a:pt x="311188" y="927100"/>
                  </a:lnTo>
                  <a:lnTo>
                    <a:pt x="28651" y="927100"/>
                  </a:lnTo>
                  <a:lnTo>
                    <a:pt x="28651" y="647700"/>
                  </a:lnTo>
                  <a:lnTo>
                    <a:pt x="311188" y="647700"/>
                  </a:lnTo>
                  <a:lnTo>
                    <a:pt x="311188" y="609600"/>
                  </a:lnTo>
                  <a:lnTo>
                    <a:pt x="28651" y="609600"/>
                  </a:lnTo>
                  <a:lnTo>
                    <a:pt x="28651" y="330200"/>
                  </a:lnTo>
                  <a:lnTo>
                    <a:pt x="311188" y="330200"/>
                  </a:lnTo>
                  <a:lnTo>
                    <a:pt x="311188" y="304800"/>
                  </a:lnTo>
                  <a:lnTo>
                    <a:pt x="28651" y="304800"/>
                  </a:lnTo>
                  <a:lnTo>
                    <a:pt x="28651" y="25400"/>
                  </a:lnTo>
                  <a:lnTo>
                    <a:pt x="311188" y="25400"/>
                  </a:lnTo>
                  <a:lnTo>
                    <a:pt x="311188" y="0"/>
                  </a:lnTo>
                  <a:lnTo>
                    <a:pt x="0" y="0"/>
                  </a:lnTo>
                  <a:lnTo>
                    <a:pt x="0" y="25400"/>
                  </a:lnTo>
                  <a:lnTo>
                    <a:pt x="0" y="304800"/>
                  </a:lnTo>
                  <a:lnTo>
                    <a:pt x="0" y="330200"/>
                  </a:lnTo>
                  <a:lnTo>
                    <a:pt x="0" y="609600"/>
                  </a:lnTo>
                  <a:lnTo>
                    <a:pt x="0" y="647700"/>
                  </a:lnTo>
                  <a:lnTo>
                    <a:pt x="0" y="927100"/>
                  </a:lnTo>
                  <a:lnTo>
                    <a:pt x="12" y="927100"/>
                  </a:lnTo>
                  <a:lnTo>
                    <a:pt x="12" y="1854200"/>
                  </a:lnTo>
                  <a:lnTo>
                    <a:pt x="25" y="1892300"/>
                  </a:lnTo>
                  <a:lnTo>
                    <a:pt x="25" y="1968500"/>
                  </a:lnTo>
                  <a:lnTo>
                    <a:pt x="28651" y="1968500"/>
                  </a:lnTo>
                  <a:lnTo>
                    <a:pt x="28651" y="1892300"/>
                  </a:lnTo>
                  <a:lnTo>
                    <a:pt x="7820025" y="1892300"/>
                  </a:lnTo>
                  <a:lnTo>
                    <a:pt x="7820025" y="1854200"/>
                  </a:lnTo>
                  <a:lnTo>
                    <a:pt x="28651" y="1854200"/>
                  </a:lnTo>
                  <a:lnTo>
                    <a:pt x="28651" y="1574800"/>
                  </a:lnTo>
                  <a:lnTo>
                    <a:pt x="7820025" y="1574800"/>
                  </a:lnTo>
                  <a:lnTo>
                    <a:pt x="7820025" y="1549400"/>
                  </a:lnTo>
                  <a:lnTo>
                    <a:pt x="28651" y="1549400"/>
                  </a:lnTo>
                  <a:lnTo>
                    <a:pt x="28651" y="1270000"/>
                  </a:lnTo>
                  <a:lnTo>
                    <a:pt x="7820025" y="1270000"/>
                  </a:lnTo>
                  <a:lnTo>
                    <a:pt x="7820025" y="1231900"/>
                  </a:lnTo>
                  <a:lnTo>
                    <a:pt x="28651" y="1231900"/>
                  </a:lnTo>
                  <a:lnTo>
                    <a:pt x="28651" y="952500"/>
                  </a:lnTo>
                  <a:lnTo>
                    <a:pt x="7820025" y="952500"/>
                  </a:lnTo>
                  <a:lnTo>
                    <a:pt x="7820025" y="927100"/>
                  </a:lnTo>
                  <a:lnTo>
                    <a:pt x="2206256" y="927100"/>
                  </a:lnTo>
                  <a:lnTo>
                    <a:pt x="2206256" y="647700"/>
                  </a:lnTo>
                  <a:lnTo>
                    <a:pt x="7820025" y="647700"/>
                  </a:lnTo>
                  <a:lnTo>
                    <a:pt x="7820025" y="609600"/>
                  </a:lnTo>
                  <a:lnTo>
                    <a:pt x="7805915" y="609600"/>
                  </a:lnTo>
                  <a:lnTo>
                    <a:pt x="7805915" y="330200"/>
                  </a:lnTo>
                  <a:lnTo>
                    <a:pt x="7820025" y="330200"/>
                  </a:lnTo>
                  <a:lnTo>
                    <a:pt x="7820025" y="304800"/>
                  </a:lnTo>
                  <a:lnTo>
                    <a:pt x="7805915" y="304800"/>
                  </a:lnTo>
                  <a:lnTo>
                    <a:pt x="7805915" y="25400"/>
                  </a:lnTo>
                  <a:lnTo>
                    <a:pt x="7820025" y="25400"/>
                  </a:lnTo>
                  <a:lnTo>
                    <a:pt x="7820025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11188" y="8961805"/>
              <a:ext cx="7494905" cy="1206500"/>
            </a:xfrm>
            <a:custGeom>
              <a:avLst/>
              <a:gdLst/>
              <a:ahLst/>
              <a:cxnLst/>
              <a:rect l="l" t="t" r="r" b="b"/>
              <a:pathLst>
                <a:path w="7494905" h="1206500">
                  <a:moveTo>
                    <a:pt x="28498" y="927100"/>
                  </a:moveTo>
                  <a:lnTo>
                    <a:pt x="0" y="927100"/>
                  </a:lnTo>
                  <a:lnTo>
                    <a:pt x="0" y="1206500"/>
                  </a:lnTo>
                  <a:lnTo>
                    <a:pt x="28498" y="1206500"/>
                  </a:lnTo>
                  <a:lnTo>
                    <a:pt x="28498" y="927100"/>
                  </a:lnTo>
                  <a:close/>
                </a:path>
                <a:path w="7494905" h="1206500">
                  <a:moveTo>
                    <a:pt x="28498" y="622300"/>
                  </a:moveTo>
                  <a:lnTo>
                    <a:pt x="0" y="622300"/>
                  </a:lnTo>
                  <a:lnTo>
                    <a:pt x="0" y="901700"/>
                  </a:lnTo>
                  <a:lnTo>
                    <a:pt x="28498" y="901700"/>
                  </a:lnTo>
                  <a:lnTo>
                    <a:pt x="28498" y="622300"/>
                  </a:lnTo>
                  <a:close/>
                </a:path>
                <a:path w="7494905" h="1206500">
                  <a:moveTo>
                    <a:pt x="28498" y="304800"/>
                  </a:moveTo>
                  <a:lnTo>
                    <a:pt x="0" y="304800"/>
                  </a:lnTo>
                  <a:lnTo>
                    <a:pt x="0" y="584200"/>
                  </a:lnTo>
                  <a:lnTo>
                    <a:pt x="28498" y="584200"/>
                  </a:lnTo>
                  <a:lnTo>
                    <a:pt x="28498" y="304800"/>
                  </a:lnTo>
                  <a:close/>
                </a:path>
                <a:path w="7494905" h="1206500">
                  <a:moveTo>
                    <a:pt x="339598" y="927100"/>
                  </a:moveTo>
                  <a:lnTo>
                    <a:pt x="311048" y="927100"/>
                  </a:lnTo>
                  <a:lnTo>
                    <a:pt x="311048" y="1206500"/>
                  </a:lnTo>
                  <a:lnTo>
                    <a:pt x="339598" y="1206500"/>
                  </a:lnTo>
                  <a:lnTo>
                    <a:pt x="339598" y="927100"/>
                  </a:lnTo>
                  <a:close/>
                </a:path>
                <a:path w="7494905" h="1206500">
                  <a:moveTo>
                    <a:pt x="339598" y="622300"/>
                  </a:moveTo>
                  <a:lnTo>
                    <a:pt x="311048" y="622300"/>
                  </a:lnTo>
                  <a:lnTo>
                    <a:pt x="311048" y="901700"/>
                  </a:lnTo>
                  <a:lnTo>
                    <a:pt x="339598" y="901700"/>
                  </a:lnTo>
                  <a:lnTo>
                    <a:pt x="339598" y="622300"/>
                  </a:lnTo>
                  <a:close/>
                </a:path>
                <a:path w="7494905" h="1206500">
                  <a:moveTo>
                    <a:pt x="339598" y="304800"/>
                  </a:moveTo>
                  <a:lnTo>
                    <a:pt x="311048" y="304800"/>
                  </a:lnTo>
                  <a:lnTo>
                    <a:pt x="311048" y="584200"/>
                  </a:lnTo>
                  <a:lnTo>
                    <a:pt x="339598" y="584200"/>
                  </a:lnTo>
                  <a:lnTo>
                    <a:pt x="339598" y="304800"/>
                  </a:lnTo>
                  <a:close/>
                </a:path>
                <a:path w="7494905" h="1206500">
                  <a:moveTo>
                    <a:pt x="650697" y="622300"/>
                  </a:moveTo>
                  <a:lnTo>
                    <a:pt x="622134" y="622300"/>
                  </a:lnTo>
                  <a:lnTo>
                    <a:pt x="622134" y="901700"/>
                  </a:lnTo>
                  <a:lnTo>
                    <a:pt x="650697" y="901700"/>
                  </a:lnTo>
                  <a:lnTo>
                    <a:pt x="650697" y="622300"/>
                  </a:lnTo>
                  <a:close/>
                </a:path>
                <a:path w="7494905" h="1206500">
                  <a:moveTo>
                    <a:pt x="650697" y="304800"/>
                  </a:moveTo>
                  <a:lnTo>
                    <a:pt x="622134" y="304800"/>
                  </a:lnTo>
                  <a:lnTo>
                    <a:pt x="622134" y="584200"/>
                  </a:lnTo>
                  <a:lnTo>
                    <a:pt x="650697" y="584200"/>
                  </a:lnTo>
                  <a:lnTo>
                    <a:pt x="650697" y="304800"/>
                  </a:lnTo>
                  <a:close/>
                </a:path>
                <a:path w="7494905" h="1206500">
                  <a:moveTo>
                    <a:pt x="961783" y="622300"/>
                  </a:moveTo>
                  <a:lnTo>
                    <a:pt x="933221" y="622300"/>
                  </a:lnTo>
                  <a:lnTo>
                    <a:pt x="933221" y="901700"/>
                  </a:lnTo>
                  <a:lnTo>
                    <a:pt x="961783" y="901700"/>
                  </a:lnTo>
                  <a:lnTo>
                    <a:pt x="961783" y="622300"/>
                  </a:lnTo>
                  <a:close/>
                </a:path>
                <a:path w="7494905" h="1206500">
                  <a:moveTo>
                    <a:pt x="961783" y="304800"/>
                  </a:moveTo>
                  <a:lnTo>
                    <a:pt x="933221" y="304800"/>
                  </a:lnTo>
                  <a:lnTo>
                    <a:pt x="933221" y="584200"/>
                  </a:lnTo>
                  <a:lnTo>
                    <a:pt x="961783" y="584200"/>
                  </a:lnTo>
                  <a:lnTo>
                    <a:pt x="961783" y="304800"/>
                  </a:lnTo>
                  <a:close/>
                </a:path>
                <a:path w="7494905" h="1206500">
                  <a:moveTo>
                    <a:pt x="1272870" y="622300"/>
                  </a:moveTo>
                  <a:lnTo>
                    <a:pt x="1244320" y="622300"/>
                  </a:lnTo>
                  <a:lnTo>
                    <a:pt x="1244320" y="901700"/>
                  </a:lnTo>
                  <a:lnTo>
                    <a:pt x="1272870" y="901700"/>
                  </a:lnTo>
                  <a:lnTo>
                    <a:pt x="1272870" y="622300"/>
                  </a:lnTo>
                  <a:close/>
                </a:path>
                <a:path w="7494905" h="1206500">
                  <a:moveTo>
                    <a:pt x="1272870" y="304800"/>
                  </a:moveTo>
                  <a:lnTo>
                    <a:pt x="1244320" y="304800"/>
                  </a:lnTo>
                  <a:lnTo>
                    <a:pt x="1244320" y="584200"/>
                  </a:lnTo>
                  <a:lnTo>
                    <a:pt x="1272870" y="584200"/>
                  </a:lnTo>
                  <a:lnTo>
                    <a:pt x="1272870" y="304800"/>
                  </a:lnTo>
                  <a:close/>
                </a:path>
                <a:path w="7494905" h="1206500">
                  <a:moveTo>
                    <a:pt x="1583969" y="622300"/>
                  </a:moveTo>
                  <a:lnTo>
                    <a:pt x="1555407" y="622300"/>
                  </a:lnTo>
                  <a:lnTo>
                    <a:pt x="1555407" y="901700"/>
                  </a:lnTo>
                  <a:lnTo>
                    <a:pt x="1583969" y="901700"/>
                  </a:lnTo>
                  <a:lnTo>
                    <a:pt x="1583969" y="622300"/>
                  </a:lnTo>
                  <a:close/>
                </a:path>
                <a:path w="7494905" h="1206500">
                  <a:moveTo>
                    <a:pt x="1583969" y="304800"/>
                  </a:moveTo>
                  <a:lnTo>
                    <a:pt x="1555407" y="304800"/>
                  </a:lnTo>
                  <a:lnTo>
                    <a:pt x="1555407" y="584200"/>
                  </a:lnTo>
                  <a:lnTo>
                    <a:pt x="1583969" y="584200"/>
                  </a:lnTo>
                  <a:lnTo>
                    <a:pt x="1583969" y="304800"/>
                  </a:lnTo>
                  <a:close/>
                </a:path>
                <a:path w="7494905" h="1206500">
                  <a:moveTo>
                    <a:pt x="1895068" y="622300"/>
                  </a:moveTo>
                  <a:lnTo>
                    <a:pt x="1866506" y="622300"/>
                  </a:lnTo>
                  <a:lnTo>
                    <a:pt x="1866506" y="901700"/>
                  </a:lnTo>
                  <a:lnTo>
                    <a:pt x="1895068" y="901700"/>
                  </a:lnTo>
                  <a:lnTo>
                    <a:pt x="1895068" y="622300"/>
                  </a:lnTo>
                  <a:close/>
                </a:path>
                <a:path w="7494905" h="1206500">
                  <a:moveTo>
                    <a:pt x="1895068" y="304800"/>
                  </a:moveTo>
                  <a:lnTo>
                    <a:pt x="1866506" y="304800"/>
                  </a:lnTo>
                  <a:lnTo>
                    <a:pt x="1866506" y="584200"/>
                  </a:lnTo>
                  <a:lnTo>
                    <a:pt x="1895068" y="584200"/>
                  </a:lnTo>
                  <a:lnTo>
                    <a:pt x="1895068" y="304800"/>
                  </a:lnTo>
                  <a:close/>
                </a:path>
                <a:path w="7494905" h="1206500">
                  <a:moveTo>
                    <a:pt x="1895068" y="0"/>
                  </a:moveTo>
                  <a:lnTo>
                    <a:pt x="1866506" y="0"/>
                  </a:lnTo>
                  <a:lnTo>
                    <a:pt x="1866506" y="279400"/>
                  </a:lnTo>
                  <a:lnTo>
                    <a:pt x="1895068" y="279400"/>
                  </a:lnTo>
                  <a:lnTo>
                    <a:pt x="1895068" y="0"/>
                  </a:lnTo>
                  <a:close/>
                </a:path>
                <a:path w="7494905" h="1206500">
                  <a:moveTo>
                    <a:pt x="2206155" y="622300"/>
                  </a:moveTo>
                  <a:lnTo>
                    <a:pt x="2177592" y="622300"/>
                  </a:lnTo>
                  <a:lnTo>
                    <a:pt x="2177592" y="901700"/>
                  </a:lnTo>
                  <a:lnTo>
                    <a:pt x="2206155" y="901700"/>
                  </a:lnTo>
                  <a:lnTo>
                    <a:pt x="2206155" y="622300"/>
                  </a:lnTo>
                  <a:close/>
                </a:path>
                <a:path w="7494905" h="1206500">
                  <a:moveTo>
                    <a:pt x="2206155" y="304800"/>
                  </a:moveTo>
                  <a:lnTo>
                    <a:pt x="2177592" y="304800"/>
                  </a:lnTo>
                  <a:lnTo>
                    <a:pt x="2177592" y="584200"/>
                  </a:lnTo>
                  <a:lnTo>
                    <a:pt x="2206155" y="584200"/>
                  </a:lnTo>
                  <a:lnTo>
                    <a:pt x="2206155" y="304800"/>
                  </a:lnTo>
                  <a:close/>
                </a:path>
                <a:path w="7494905" h="1206500">
                  <a:moveTo>
                    <a:pt x="2206155" y="0"/>
                  </a:moveTo>
                  <a:lnTo>
                    <a:pt x="2177592" y="0"/>
                  </a:lnTo>
                  <a:lnTo>
                    <a:pt x="2177592" y="279400"/>
                  </a:lnTo>
                  <a:lnTo>
                    <a:pt x="2206155" y="279400"/>
                  </a:lnTo>
                  <a:lnTo>
                    <a:pt x="2206155" y="0"/>
                  </a:lnTo>
                  <a:close/>
                </a:path>
                <a:path w="7494905" h="1206500">
                  <a:moveTo>
                    <a:pt x="2517241" y="622300"/>
                  </a:moveTo>
                  <a:lnTo>
                    <a:pt x="2488692" y="622300"/>
                  </a:lnTo>
                  <a:lnTo>
                    <a:pt x="2488692" y="901700"/>
                  </a:lnTo>
                  <a:lnTo>
                    <a:pt x="2517241" y="901700"/>
                  </a:lnTo>
                  <a:lnTo>
                    <a:pt x="2517241" y="622300"/>
                  </a:lnTo>
                  <a:close/>
                </a:path>
                <a:path w="7494905" h="1206500">
                  <a:moveTo>
                    <a:pt x="2517241" y="304800"/>
                  </a:moveTo>
                  <a:lnTo>
                    <a:pt x="2488692" y="304800"/>
                  </a:lnTo>
                  <a:lnTo>
                    <a:pt x="2488692" y="584200"/>
                  </a:lnTo>
                  <a:lnTo>
                    <a:pt x="2517241" y="584200"/>
                  </a:lnTo>
                  <a:lnTo>
                    <a:pt x="2517241" y="304800"/>
                  </a:lnTo>
                  <a:close/>
                </a:path>
                <a:path w="7494905" h="1206500">
                  <a:moveTo>
                    <a:pt x="2517241" y="0"/>
                  </a:moveTo>
                  <a:lnTo>
                    <a:pt x="2488692" y="0"/>
                  </a:lnTo>
                  <a:lnTo>
                    <a:pt x="2488692" y="279400"/>
                  </a:lnTo>
                  <a:lnTo>
                    <a:pt x="2517241" y="279400"/>
                  </a:lnTo>
                  <a:lnTo>
                    <a:pt x="2517241" y="0"/>
                  </a:lnTo>
                  <a:close/>
                </a:path>
                <a:path w="7494905" h="1206500">
                  <a:moveTo>
                    <a:pt x="2828340" y="622300"/>
                  </a:moveTo>
                  <a:lnTo>
                    <a:pt x="2799778" y="622300"/>
                  </a:lnTo>
                  <a:lnTo>
                    <a:pt x="2799778" y="901700"/>
                  </a:lnTo>
                  <a:lnTo>
                    <a:pt x="2828340" y="901700"/>
                  </a:lnTo>
                  <a:lnTo>
                    <a:pt x="2828340" y="622300"/>
                  </a:lnTo>
                  <a:close/>
                </a:path>
                <a:path w="7494905" h="1206500">
                  <a:moveTo>
                    <a:pt x="2828340" y="304800"/>
                  </a:moveTo>
                  <a:lnTo>
                    <a:pt x="2799778" y="304800"/>
                  </a:lnTo>
                  <a:lnTo>
                    <a:pt x="2799778" y="584200"/>
                  </a:lnTo>
                  <a:lnTo>
                    <a:pt x="2828340" y="584200"/>
                  </a:lnTo>
                  <a:lnTo>
                    <a:pt x="2828340" y="304800"/>
                  </a:lnTo>
                  <a:close/>
                </a:path>
                <a:path w="7494905" h="1206500">
                  <a:moveTo>
                    <a:pt x="2828340" y="0"/>
                  </a:moveTo>
                  <a:lnTo>
                    <a:pt x="2799778" y="0"/>
                  </a:lnTo>
                  <a:lnTo>
                    <a:pt x="2799778" y="279400"/>
                  </a:lnTo>
                  <a:lnTo>
                    <a:pt x="2828340" y="279400"/>
                  </a:lnTo>
                  <a:lnTo>
                    <a:pt x="2828340" y="0"/>
                  </a:lnTo>
                  <a:close/>
                </a:path>
                <a:path w="7494905" h="1206500">
                  <a:moveTo>
                    <a:pt x="3139427" y="622300"/>
                  </a:moveTo>
                  <a:lnTo>
                    <a:pt x="3110865" y="622300"/>
                  </a:lnTo>
                  <a:lnTo>
                    <a:pt x="3110865" y="901700"/>
                  </a:lnTo>
                  <a:lnTo>
                    <a:pt x="3139427" y="901700"/>
                  </a:lnTo>
                  <a:lnTo>
                    <a:pt x="3139427" y="622300"/>
                  </a:lnTo>
                  <a:close/>
                </a:path>
                <a:path w="7494905" h="1206500">
                  <a:moveTo>
                    <a:pt x="3139427" y="304800"/>
                  </a:moveTo>
                  <a:lnTo>
                    <a:pt x="3110865" y="304800"/>
                  </a:lnTo>
                  <a:lnTo>
                    <a:pt x="3110865" y="584200"/>
                  </a:lnTo>
                  <a:lnTo>
                    <a:pt x="3139427" y="584200"/>
                  </a:lnTo>
                  <a:lnTo>
                    <a:pt x="3139427" y="304800"/>
                  </a:lnTo>
                  <a:close/>
                </a:path>
                <a:path w="7494905" h="1206500">
                  <a:moveTo>
                    <a:pt x="3139427" y="0"/>
                  </a:moveTo>
                  <a:lnTo>
                    <a:pt x="3110865" y="0"/>
                  </a:lnTo>
                  <a:lnTo>
                    <a:pt x="3110865" y="279400"/>
                  </a:lnTo>
                  <a:lnTo>
                    <a:pt x="3139427" y="279400"/>
                  </a:lnTo>
                  <a:lnTo>
                    <a:pt x="3139427" y="0"/>
                  </a:lnTo>
                  <a:close/>
                </a:path>
                <a:path w="7494905" h="1206500">
                  <a:moveTo>
                    <a:pt x="3450526" y="622300"/>
                  </a:moveTo>
                  <a:lnTo>
                    <a:pt x="3421977" y="622300"/>
                  </a:lnTo>
                  <a:lnTo>
                    <a:pt x="3421977" y="901700"/>
                  </a:lnTo>
                  <a:lnTo>
                    <a:pt x="3450526" y="901700"/>
                  </a:lnTo>
                  <a:lnTo>
                    <a:pt x="3450526" y="622300"/>
                  </a:lnTo>
                  <a:close/>
                </a:path>
                <a:path w="7494905" h="1206500">
                  <a:moveTo>
                    <a:pt x="3450526" y="304800"/>
                  </a:moveTo>
                  <a:lnTo>
                    <a:pt x="3421977" y="304800"/>
                  </a:lnTo>
                  <a:lnTo>
                    <a:pt x="3421977" y="584200"/>
                  </a:lnTo>
                  <a:lnTo>
                    <a:pt x="3450526" y="584200"/>
                  </a:lnTo>
                  <a:lnTo>
                    <a:pt x="3450526" y="304800"/>
                  </a:lnTo>
                  <a:close/>
                </a:path>
                <a:path w="7494905" h="1206500">
                  <a:moveTo>
                    <a:pt x="3450526" y="0"/>
                  </a:moveTo>
                  <a:lnTo>
                    <a:pt x="3421977" y="0"/>
                  </a:lnTo>
                  <a:lnTo>
                    <a:pt x="3421977" y="279400"/>
                  </a:lnTo>
                  <a:lnTo>
                    <a:pt x="3450526" y="279400"/>
                  </a:lnTo>
                  <a:lnTo>
                    <a:pt x="3450526" y="0"/>
                  </a:lnTo>
                  <a:close/>
                </a:path>
                <a:path w="7494905" h="1206500">
                  <a:moveTo>
                    <a:pt x="3761613" y="622300"/>
                  </a:moveTo>
                  <a:lnTo>
                    <a:pt x="3733063" y="622300"/>
                  </a:lnTo>
                  <a:lnTo>
                    <a:pt x="3733063" y="901700"/>
                  </a:lnTo>
                  <a:lnTo>
                    <a:pt x="3761613" y="901700"/>
                  </a:lnTo>
                  <a:lnTo>
                    <a:pt x="3761613" y="622300"/>
                  </a:lnTo>
                  <a:close/>
                </a:path>
                <a:path w="7494905" h="1206500">
                  <a:moveTo>
                    <a:pt x="3761613" y="304800"/>
                  </a:moveTo>
                  <a:lnTo>
                    <a:pt x="3733063" y="304800"/>
                  </a:lnTo>
                  <a:lnTo>
                    <a:pt x="3733063" y="584200"/>
                  </a:lnTo>
                  <a:lnTo>
                    <a:pt x="3761613" y="584200"/>
                  </a:lnTo>
                  <a:lnTo>
                    <a:pt x="3761613" y="304800"/>
                  </a:lnTo>
                  <a:close/>
                </a:path>
                <a:path w="7494905" h="1206500">
                  <a:moveTo>
                    <a:pt x="3761613" y="0"/>
                  </a:moveTo>
                  <a:lnTo>
                    <a:pt x="3733063" y="0"/>
                  </a:lnTo>
                  <a:lnTo>
                    <a:pt x="3733063" y="279400"/>
                  </a:lnTo>
                  <a:lnTo>
                    <a:pt x="3761613" y="279400"/>
                  </a:lnTo>
                  <a:lnTo>
                    <a:pt x="3761613" y="0"/>
                  </a:lnTo>
                  <a:close/>
                </a:path>
                <a:path w="7494905" h="1206500">
                  <a:moveTo>
                    <a:pt x="4072712" y="622300"/>
                  </a:moveTo>
                  <a:lnTo>
                    <a:pt x="4044150" y="622300"/>
                  </a:lnTo>
                  <a:lnTo>
                    <a:pt x="4044150" y="901700"/>
                  </a:lnTo>
                  <a:lnTo>
                    <a:pt x="4072712" y="901700"/>
                  </a:lnTo>
                  <a:lnTo>
                    <a:pt x="4072712" y="622300"/>
                  </a:lnTo>
                  <a:close/>
                </a:path>
                <a:path w="7494905" h="1206500">
                  <a:moveTo>
                    <a:pt x="4072712" y="304800"/>
                  </a:moveTo>
                  <a:lnTo>
                    <a:pt x="4044150" y="304800"/>
                  </a:lnTo>
                  <a:lnTo>
                    <a:pt x="4044150" y="584200"/>
                  </a:lnTo>
                  <a:lnTo>
                    <a:pt x="4072712" y="584200"/>
                  </a:lnTo>
                  <a:lnTo>
                    <a:pt x="4072712" y="304800"/>
                  </a:lnTo>
                  <a:close/>
                </a:path>
                <a:path w="7494905" h="1206500">
                  <a:moveTo>
                    <a:pt x="4072712" y="0"/>
                  </a:moveTo>
                  <a:lnTo>
                    <a:pt x="4044150" y="0"/>
                  </a:lnTo>
                  <a:lnTo>
                    <a:pt x="4044150" y="279400"/>
                  </a:lnTo>
                  <a:lnTo>
                    <a:pt x="4072712" y="279400"/>
                  </a:lnTo>
                  <a:lnTo>
                    <a:pt x="4072712" y="0"/>
                  </a:lnTo>
                  <a:close/>
                </a:path>
                <a:path w="7494905" h="1206500">
                  <a:moveTo>
                    <a:pt x="4383798" y="622300"/>
                  </a:moveTo>
                  <a:lnTo>
                    <a:pt x="4355249" y="622300"/>
                  </a:lnTo>
                  <a:lnTo>
                    <a:pt x="4355249" y="901700"/>
                  </a:lnTo>
                  <a:lnTo>
                    <a:pt x="4383798" y="901700"/>
                  </a:lnTo>
                  <a:lnTo>
                    <a:pt x="4383798" y="622300"/>
                  </a:lnTo>
                  <a:close/>
                </a:path>
                <a:path w="7494905" h="1206500">
                  <a:moveTo>
                    <a:pt x="4383798" y="304800"/>
                  </a:moveTo>
                  <a:lnTo>
                    <a:pt x="4355249" y="304800"/>
                  </a:lnTo>
                  <a:lnTo>
                    <a:pt x="4355249" y="584200"/>
                  </a:lnTo>
                  <a:lnTo>
                    <a:pt x="4383798" y="584200"/>
                  </a:lnTo>
                  <a:lnTo>
                    <a:pt x="4383798" y="304800"/>
                  </a:lnTo>
                  <a:close/>
                </a:path>
                <a:path w="7494905" h="1206500">
                  <a:moveTo>
                    <a:pt x="4383798" y="0"/>
                  </a:moveTo>
                  <a:lnTo>
                    <a:pt x="4355249" y="0"/>
                  </a:lnTo>
                  <a:lnTo>
                    <a:pt x="4355249" y="279400"/>
                  </a:lnTo>
                  <a:lnTo>
                    <a:pt x="4383798" y="279400"/>
                  </a:lnTo>
                  <a:lnTo>
                    <a:pt x="4383798" y="0"/>
                  </a:lnTo>
                  <a:close/>
                </a:path>
                <a:path w="7494905" h="1206500">
                  <a:moveTo>
                    <a:pt x="4694885" y="622300"/>
                  </a:moveTo>
                  <a:lnTo>
                    <a:pt x="4666335" y="622300"/>
                  </a:lnTo>
                  <a:lnTo>
                    <a:pt x="4666335" y="901700"/>
                  </a:lnTo>
                  <a:lnTo>
                    <a:pt x="4694885" y="901700"/>
                  </a:lnTo>
                  <a:lnTo>
                    <a:pt x="4694885" y="622300"/>
                  </a:lnTo>
                  <a:close/>
                </a:path>
                <a:path w="7494905" h="1206500">
                  <a:moveTo>
                    <a:pt x="4694885" y="304800"/>
                  </a:moveTo>
                  <a:lnTo>
                    <a:pt x="4666335" y="304800"/>
                  </a:lnTo>
                  <a:lnTo>
                    <a:pt x="4666335" y="584200"/>
                  </a:lnTo>
                  <a:lnTo>
                    <a:pt x="4694885" y="584200"/>
                  </a:lnTo>
                  <a:lnTo>
                    <a:pt x="4694885" y="304800"/>
                  </a:lnTo>
                  <a:close/>
                </a:path>
                <a:path w="7494905" h="1206500">
                  <a:moveTo>
                    <a:pt x="4694885" y="0"/>
                  </a:moveTo>
                  <a:lnTo>
                    <a:pt x="4666335" y="0"/>
                  </a:lnTo>
                  <a:lnTo>
                    <a:pt x="4666335" y="279400"/>
                  </a:lnTo>
                  <a:lnTo>
                    <a:pt x="4694885" y="279400"/>
                  </a:lnTo>
                  <a:lnTo>
                    <a:pt x="4694885" y="0"/>
                  </a:lnTo>
                  <a:close/>
                </a:path>
                <a:path w="7494905" h="1206500">
                  <a:moveTo>
                    <a:pt x="5005984" y="622300"/>
                  </a:moveTo>
                  <a:lnTo>
                    <a:pt x="4977422" y="622300"/>
                  </a:lnTo>
                  <a:lnTo>
                    <a:pt x="4977422" y="901700"/>
                  </a:lnTo>
                  <a:lnTo>
                    <a:pt x="5005984" y="901700"/>
                  </a:lnTo>
                  <a:lnTo>
                    <a:pt x="5005984" y="622300"/>
                  </a:lnTo>
                  <a:close/>
                </a:path>
                <a:path w="7494905" h="1206500">
                  <a:moveTo>
                    <a:pt x="5005984" y="304800"/>
                  </a:moveTo>
                  <a:lnTo>
                    <a:pt x="4977422" y="304800"/>
                  </a:lnTo>
                  <a:lnTo>
                    <a:pt x="4977422" y="584200"/>
                  </a:lnTo>
                  <a:lnTo>
                    <a:pt x="5005984" y="584200"/>
                  </a:lnTo>
                  <a:lnTo>
                    <a:pt x="5005984" y="304800"/>
                  </a:lnTo>
                  <a:close/>
                </a:path>
                <a:path w="7494905" h="1206500">
                  <a:moveTo>
                    <a:pt x="5005984" y="0"/>
                  </a:moveTo>
                  <a:lnTo>
                    <a:pt x="4977422" y="0"/>
                  </a:lnTo>
                  <a:lnTo>
                    <a:pt x="4977422" y="279400"/>
                  </a:lnTo>
                  <a:lnTo>
                    <a:pt x="5005984" y="279400"/>
                  </a:lnTo>
                  <a:lnTo>
                    <a:pt x="5005984" y="0"/>
                  </a:lnTo>
                  <a:close/>
                </a:path>
                <a:path w="7494905" h="1206500">
                  <a:moveTo>
                    <a:pt x="5317083" y="622300"/>
                  </a:moveTo>
                  <a:lnTo>
                    <a:pt x="5288521" y="622300"/>
                  </a:lnTo>
                  <a:lnTo>
                    <a:pt x="5288521" y="901700"/>
                  </a:lnTo>
                  <a:lnTo>
                    <a:pt x="5317083" y="901700"/>
                  </a:lnTo>
                  <a:lnTo>
                    <a:pt x="5317083" y="622300"/>
                  </a:lnTo>
                  <a:close/>
                </a:path>
                <a:path w="7494905" h="1206500">
                  <a:moveTo>
                    <a:pt x="5317083" y="304800"/>
                  </a:moveTo>
                  <a:lnTo>
                    <a:pt x="5288521" y="304800"/>
                  </a:lnTo>
                  <a:lnTo>
                    <a:pt x="5288521" y="584200"/>
                  </a:lnTo>
                  <a:lnTo>
                    <a:pt x="5317083" y="584200"/>
                  </a:lnTo>
                  <a:lnTo>
                    <a:pt x="5317083" y="304800"/>
                  </a:lnTo>
                  <a:close/>
                </a:path>
                <a:path w="7494905" h="1206500">
                  <a:moveTo>
                    <a:pt x="5317083" y="0"/>
                  </a:moveTo>
                  <a:lnTo>
                    <a:pt x="5288521" y="0"/>
                  </a:lnTo>
                  <a:lnTo>
                    <a:pt x="5288521" y="279400"/>
                  </a:lnTo>
                  <a:lnTo>
                    <a:pt x="5317083" y="279400"/>
                  </a:lnTo>
                  <a:lnTo>
                    <a:pt x="5317083" y="0"/>
                  </a:lnTo>
                  <a:close/>
                </a:path>
                <a:path w="7494905" h="1206500">
                  <a:moveTo>
                    <a:pt x="5628170" y="622300"/>
                  </a:moveTo>
                  <a:lnTo>
                    <a:pt x="5599620" y="622300"/>
                  </a:lnTo>
                  <a:lnTo>
                    <a:pt x="5599620" y="901700"/>
                  </a:lnTo>
                  <a:lnTo>
                    <a:pt x="5628170" y="901700"/>
                  </a:lnTo>
                  <a:lnTo>
                    <a:pt x="5628170" y="622300"/>
                  </a:lnTo>
                  <a:close/>
                </a:path>
                <a:path w="7494905" h="1206500">
                  <a:moveTo>
                    <a:pt x="5628170" y="304800"/>
                  </a:moveTo>
                  <a:lnTo>
                    <a:pt x="5599620" y="304800"/>
                  </a:lnTo>
                  <a:lnTo>
                    <a:pt x="5599620" y="584200"/>
                  </a:lnTo>
                  <a:lnTo>
                    <a:pt x="5628170" y="584200"/>
                  </a:lnTo>
                  <a:lnTo>
                    <a:pt x="5628170" y="304800"/>
                  </a:lnTo>
                  <a:close/>
                </a:path>
                <a:path w="7494905" h="1206500">
                  <a:moveTo>
                    <a:pt x="5628170" y="0"/>
                  </a:moveTo>
                  <a:lnTo>
                    <a:pt x="5599620" y="0"/>
                  </a:lnTo>
                  <a:lnTo>
                    <a:pt x="5599620" y="279400"/>
                  </a:lnTo>
                  <a:lnTo>
                    <a:pt x="5628170" y="279400"/>
                  </a:lnTo>
                  <a:lnTo>
                    <a:pt x="5628170" y="0"/>
                  </a:lnTo>
                  <a:close/>
                </a:path>
                <a:path w="7494905" h="1206500">
                  <a:moveTo>
                    <a:pt x="5939269" y="622300"/>
                  </a:moveTo>
                  <a:lnTo>
                    <a:pt x="5910707" y="622300"/>
                  </a:lnTo>
                  <a:lnTo>
                    <a:pt x="5910707" y="901700"/>
                  </a:lnTo>
                  <a:lnTo>
                    <a:pt x="5939269" y="901700"/>
                  </a:lnTo>
                  <a:lnTo>
                    <a:pt x="5939269" y="622300"/>
                  </a:lnTo>
                  <a:close/>
                </a:path>
                <a:path w="7494905" h="1206500">
                  <a:moveTo>
                    <a:pt x="5939269" y="304800"/>
                  </a:moveTo>
                  <a:lnTo>
                    <a:pt x="5910707" y="304800"/>
                  </a:lnTo>
                  <a:lnTo>
                    <a:pt x="5910707" y="584200"/>
                  </a:lnTo>
                  <a:lnTo>
                    <a:pt x="5939269" y="584200"/>
                  </a:lnTo>
                  <a:lnTo>
                    <a:pt x="5939269" y="304800"/>
                  </a:lnTo>
                  <a:close/>
                </a:path>
                <a:path w="7494905" h="1206500">
                  <a:moveTo>
                    <a:pt x="5939269" y="0"/>
                  </a:moveTo>
                  <a:lnTo>
                    <a:pt x="5910707" y="0"/>
                  </a:lnTo>
                  <a:lnTo>
                    <a:pt x="5910707" y="279400"/>
                  </a:lnTo>
                  <a:lnTo>
                    <a:pt x="5939269" y="279400"/>
                  </a:lnTo>
                  <a:lnTo>
                    <a:pt x="5939269" y="0"/>
                  </a:lnTo>
                  <a:close/>
                </a:path>
                <a:path w="7494905" h="1206500">
                  <a:moveTo>
                    <a:pt x="6250356" y="622300"/>
                  </a:moveTo>
                  <a:lnTo>
                    <a:pt x="6221793" y="622300"/>
                  </a:lnTo>
                  <a:lnTo>
                    <a:pt x="6221793" y="901700"/>
                  </a:lnTo>
                  <a:lnTo>
                    <a:pt x="6250356" y="901700"/>
                  </a:lnTo>
                  <a:lnTo>
                    <a:pt x="6250356" y="622300"/>
                  </a:lnTo>
                  <a:close/>
                </a:path>
                <a:path w="7494905" h="1206500">
                  <a:moveTo>
                    <a:pt x="6250356" y="304800"/>
                  </a:moveTo>
                  <a:lnTo>
                    <a:pt x="6221793" y="304800"/>
                  </a:lnTo>
                  <a:lnTo>
                    <a:pt x="6221793" y="584200"/>
                  </a:lnTo>
                  <a:lnTo>
                    <a:pt x="6250356" y="584200"/>
                  </a:lnTo>
                  <a:lnTo>
                    <a:pt x="6250356" y="304800"/>
                  </a:lnTo>
                  <a:close/>
                </a:path>
                <a:path w="7494905" h="1206500">
                  <a:moveTo>
                    <a:pt x="6250356" y="0"/>
                  </a:moveTo>
                  <a:lnTo>
                    <a:pt x="6221793" y="0"/>
                  </a:lnTo>
                  <a:lnTo>
                    <a:pt x="6221793" y="279400"/>
                  </a:lnTo>
                  <a:lnTo>
                    <a:pt x="6250356" y="279400"/>
                  </a:lnTo>
                  <a:lnTo>
                    <a:pt x="6250356" y="0"/>
                  </a:lnTo>
                  <a:close/>
                </a:path>
                <a:path w="7494905" h="1206500">
                  <a:moveTo>
                    <a:pt x="6561442" y="622300"/>
                  </a:moveTo>
                  <a:lnTo>
                    <a:pt x="6532893" y="622300"/>
                  </a:lnTo>
                  <a:lnTo>
                    <a:pt x="6532893" y="901700"/>
                  </a:lnTo>
                  <a:lnTo>
                    <a:pt x="6561442" y="901700"/>
                  </a:lnTo>
                  <a:lnTo>
                    <a:pt x="6561442" y="622300"/>
                  </a:lnTo>
                  <a:close/>
                </a:path>
                <a:path w="7494905" h="1206500">
                  <a:moveTo>
                    <a:pt x="6561442" y="304800"/>
                  </a:moveTo>
                  <a:lnTo>
                    <a:pt x="6532893" y="304800"/>
                  </a:lnTo>
                  <a:lnTo>
                    <a:pt x="6532893" y="584200"/>
                  </a:lnTo>
                  <a:lnTo>
                    <a:pt x="6561442" y="584200"/>
                  </a:lnTo>
                  <a:lnTo>
                    <a:pt x="6561442" y="304800"/>
                  </a:lnTo>
                  <a:close/>
                </a:path>
                <a:path w="7494905" h="1206500">
                  <a:moveTo>
                    <a:pt x="6561442" y="0"/>
                  </a:moveTo>
                  <a:lnTo>
                    <a:pt x="6532893" y="0"/>
                  </a:lnTo>
                  <a:lnTo>
                    <a:pt x="6532893" y="279400"/>
                  </a:lnTo>
                  <a:lnTo>
                    <a:pt x="6561442" y="279400"/>
                  </a:lnTo>
                  <a:lnTo>
                    <a:pt x="6561442" y="0"/>
                  </a:lnTo>
                  <a:close/>
                </a:path>
                <a:path w="7494905" h="1206500">
                  <a:moveTo>
                    <a:pt x="6872541" y="622300"/>
                  </a:moveTo>
                  <a:lnTo>
                    <a:pt x="6843992" y="622300"/>
                  </a:lnTo>
                  <a:lnTo>
                    <a:pt x="6843992" y="901700"/>
                  </a:lnTo>
                  <a:lnTo>
                    <a:pt x="6872541" y="901700"/>
                  </a:lnTo>
                  <a:lnTo>
                    <a:pt x="6872541" y="622300"/>
                  </a:lnTo>
                  <a:close/>
                </a:path>
                <a:path w="7494905" h="1206500">
                  <a:moveTo>
                    <a:pt x="6872541" y="304800"/>
                  </a:moveTo>
                  <a:lnTo>
                    <a:pt x="6843992" y="304800"/>
                  </a:lnTo>
                  <a:lnTo>
                    <a:pt x="6843992" y="584200"/>
                  </a:lnTo>
                  <a:lnTo>
                    <a:pt x="6872541" y="584200"/>
                  </a:lnTo>
                  <a:lnTo>
                    <a:pt x="6872541" y="304800"/>
                  </a:lnTo>
                  <a:close/>
                </a:path>
                <a:path w="7494905" h="1206500">
                  <a:moveTo>
                    <a:pt x="6872541" y="0"/>
                  </a:moveTo>
                  <a:lnTo>
                    <a:pt x="6843992" y="0"/>
                  </a:lnTo>
                  <a:lnTo>
                    <a:pt x="6843992" y="279400"/>
                  </a:lnTo>
                  <a:lnTo>
                    <a:pt x="6872541" y="279400"/>
                  </a:lnTo>
                  <a:lnTo>
                    <a:pt x="6872541" y="0"/>
                  </a:lnTo>
                  <a:close/>
                </a:path>
                <a:path w="7494905" h="1206500">
                  <a:moveTo>
                    <a:pt x="7183641" y="622300"/>
                  </a:moveTo>
                  <a:lnTo>
                    <a:pt x="7155078" y="622300"/>
                  </a:lnTo>
                  <a:lnTo>
                    <a:pt x="7155078" y="901700"/>
                  </a:lnTo>
                  <a:lnTo>
                    <a:pt x="7183641" y="901700"/>
                  </a:lnTo>
                  <a:lnTo>
                    <a:pt x="7183641" y="622300"/>
                  </a:lnTo>
                  <a:close/>
                </a:path>
                <a:path w="7494905" h="1206500">
                  <a:moveTo>
                    <a:pt x="7183641" y="304800"/>
                  </a:moveTo>
                  <a:lnTo>
                    <a:pt x="7155078" y="304800"/>
                  </a:lnTo>
                  <a:lnTo>
                    <a:pt x="7155078" y="584200"/>
                  </a:lnTo>
                  <a:lnTo>
                    <a:pt x="7183641" y="584200"/>
                  </a:lnTo>
                  <a:lnTo>
                    <a:pt x="7183641" y="304800"/>
                  </a:lnTo>
                  <a:close/>
                </a:path>
                <a:path w="7494905" h="1206500">
                  <a:moveTo>
                    <a:pt x="7183641" y="0"/>
                  </a:moveTo>
                  <a:lnTo>
                    <a:pt x="7155078" y="0"/>
                  </a:lnTo>
                  <a:lnTo>
                    <a:pt x="7155078" y="279400"/>
                  </a:lnTo>
                  <a:lnTo>
                    <a:pt x="7183641" y="279400"/>
                  </a:lnTo>
                  <a:lnTo>
                    <a:pt x="7183641" y="0"/>
                  </a:lnTo>
                  <a:close/>
                </a:path>
                <a:path w="7494905" h="1206500">
                  <a:moveTo>
                    <a:pt x="7494727" y="622300"/>
                  </a:moveTo>
                  <a:lnTo>
                    <a:pt x="7466177" y="622300"/>
                  </a:lnTo>
                  <a:lnTo>
                    <a:pt x="7466177" y="901700"/>
                  </a:lnTo>
                  <a:lnTo>
                    <a:pt x="7494727" y="901700"/>
                  </a:lnTo>
                  <a:lnTo>
                    <a:pt x="7494727" y="622300"/>
                  </a:lnTo>
                  <a:close/>
                </a:path>
                <a:path w="7494905" h="1206500">
                  <a:moveTo>
                    <a:pt x="7494727" y="304800"/>
                  </a:moveTo>
                  <a:lnTo>
                    <a:pt x="7466177" y="304800"/>
                  </a:lnTo>
                  <a:lnTo>
                    <a:pt x="7466177" y="584200"/>
                  </a:lnTo>
                  <a:lnTo>
                    <a:pt x="7494727" y="584200"/>
                  </a:lnTo>
                  <a:lnTo>
                    <a:pt x="7494727" y="304800"/>
                  </a:lnTo>
                  <a:close/>
                </a:path>
                <a:path w="7494905" h="1206500">
                  <a:moveTo>
                    <a:pt x="7494727" y="0"/>
                  </a:moveTo>
                  <a:lnTo>
                    <a:pt x="7466177" y="0"/>
                  </a:lnTo>
                  <a:lnTo>
                    <a:pt x="7466177" y="279400"/>
                  </a:lnTo>
                  <a:lnTo>
                    <a:pt x="7494727" y="279400"/>
                  </a:lnTo>
                  <a:lnTo>
                    <a:pt x="7494727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11188" y="8314105"/>
              <a:ext cx="17976850" cy="1968500"/>
            </a:xfrm>
            <a:custGeom>
              <a:avLst/>
              <a:gdLst/>
              <a:ahLst/>
              <a:cxnLst/>
              <a:rect l="l" t="t" r="r" b="b"/>
              <a:pathLst>
                <a:path w="17976850" h="1968500">
                  <a:moveTo>
                    <a:pt x="28498" y="1892300"/>
                  </a:moveTo>
                  <a:lnTo>
                    <a:pt x="0" y="1892300"/>
                  </a:lnTo>
                  <a:lnTo>
                    <a:pt x="0" y="1968500"/>
                  </a:lnTo>
                  <a:lnTo>
                    <a:pt x="28498" y="1968500"/>
                  </a:lnTo>
                  <a:lnTo>
                    <a:pt x="28498" y="1892300"/>
                  </a:lnTo>
                  <a:close/>
                </a:path>
                <a:path w="17976850" h="1968500">
                  <a:moveTo>
                    <a:pt x="339598" y="1892300"/>
                  </a:moveTo>
                  <a:lnTo>
                    <a:pt x="311048" y="1892300"/>
                  </a:lnTo>
                  <a:lnTo>
                    <a:pt x="311048" y="1968500"/>
                  </a:lnTo>
                  <a:lnTo>
                    <a:pt x="339598" y="1968500"/>
                  </a:lnTo>
                  <a:lnTo>
                    <a:pt x="339598" y="1892300"/>
                  </a:lnTo>
                  <a:close/>
                </a:path>
                <a:path w="17976850" h="1968500">
                  <a:moveTo>
                    <a:pt x="339598" y="1574800"/>
                  </a:moveTo>
                  <a:lnTo>
                    <a:pt x="311048" y="1574800"/>
                  </a:lnTo>
                  <a:lnTo>
                    <a:pt x="311048" y="1854200"/>
                  </a:lnTo>
                  <a:lnTo>
                    <a:pt x="339598" y="1854200"/>
                  </a:lnTo>
                  <a:lnTo>
                    <a:pt x="339598" y="1574800"/>
                  </a:lnTo>
                  <a:close/>
                </a:path>
                <a:path w="17976850" h="1968500">
                  <a:moveTo>
                    <a:pt x="650697" y="1892300"/>
                  </a:moveTo>
                  <a:lnTo>
                    <a:pt x="622134" y="1892300"/>
                  </a:lnTo>
                  <a:lnTo>
                    <a:pt x="622134" y="1968500"/>
                  </a:lnTo>
                  <a:lnTo>
                    <a:pt x="650697" y="1968500"/>
                  </a:lnTo>
                  <a:lnTo>
                    <a:pt x="650697" y="1892300"/>
                  </a:lnTo>
                  <a:close/>
                </a:path>
                <a:path w="17976850" h="1968500">
                  <a:moveTo>
                    <a:pt x="650697" y="1574800"/>
                  </a:moveTo>
                  <a:lnTo>
                    <a:pt x="622134" y="1574800"/>
                  </a:lnTo>
                  <a:lnTo>
                    <a:pt x="622134" y="1854200"/>
                  </a:lnTo>
                  <a:lnTo>
                    <a:pt x="650697" y="1854200"/>
                  </a:lnTo>
                  <a:lnTo>
                    <a:pt x="650697" y="1574800"/>
                  </a:lnTo>
                  <a:close/>
                </a:path>
                <a:path w="17976850" h="1968500">
                  <a:moveTo>
                    <a:pt x="961783" y="1892300"/>
                  </a:moveTo>
                  <a:lnTo>
                    <a:pt x="933221" y="1892300"/>
                  </a:lnTo>
                  <a:lnTo>
                    <a:pt x="933221" y="1968500"/>
                  </a:lnTo>
                  <a:lnTo>
                    <a:pt x="961783" y="1968500"/>
                  </a:lnTo>
                  <a:lnTo>
                    <a:pt x="961783" y="1892300"/>
                  </a:lnTo>
                  <a:close/>
                </a:path>
                <a:path w="17976850" h="1968500">
                  <a:moveTo>
                    <a:pt x="961783" y="1574800"/>
                  </a:moveTo>
                  <a:lnTo>
                    <a:pt x="933221" y="1574800"/>
                  </a:lnTo>
                  <a:lnTo>
                    <a:pt x="933221" y="1854200"/>
                  </a:lnTo>
                  <a:lnTo>
                    <a:pt x="961783" y="1854200"/>
                  </a:lnTo>
                  <a:lnTo>
                    <a:pt x="961783" y="1574800"/>
                  </a:lnTo>
                  <a:close/>
                </a:path>
                <a:path w="17976850" h="1968500">
                  <a:moveTo>
                    <a:pt x="1272870" y="1892300"/>
                  </a:moveTo>
                  <a:lnTo>
                    <a:pt x="1244320" y="1892300"/>
                  </a:lnTo>
                  <a:lnTo>
                    <a:pt x="1244320" y="1968500"/>
                  </a:lnTo>
                  <a:lnTo>
                    <a:pt x="1272870" y="1968500"/>
                  </a:lnTo>
                  <a:lnTo>
                    <a:pt x="1272870" y="1892300"/>
                  </a:lnTo>
                  <a:close/>
                </a:path>
                <a:path w="17976850" h="1968500">
                  <a:moveTo>
                    <a:pt x="1272870" y="1574800"/>
                  </a:moveTo>
                  <a:lnTo>
                    <a:pt x="1244320" y="1574800"/>
                  </a:lnTo>
                  <a:lnTo>
                    <a:pt x="1244320" y="1854200"/>
                  </a:lnTo>
                  <a:lnTo>
                    <a:pt x="1272870" y="1854200"/>
                  </a:lnTo>
                  <a:lnTo>
                    <a:pt x="1272870" y="1574800"/>
                  </a:lnTo>
                  <a:close/>
                </a:path>
                <a:path w="17976850" h="1968500">
                  <a:moveTo>
                    <a:pt x="1583969" y="1892300"/>
                  </a:moveTo>
                  <a:lnTo>
                    <a:pt x="1555407" y="1892300"/>
                  </a:lnTo>
                  <a:lnTo>
                    <a:pt x="1555407" y="1968500"/>
                  </a:lnTo>
                  <a:lnTo>
                    <a:pt x="1583969" y="1968500"/>
                  </a:lnTo>
                  <a:lnTo>
                    <a:pt x="1583969" y="1892300"/>
                  </a:lnTo>
                  <a:close/>
                </a:path>
                <a:path w="17976850" h="1968500">
                  <a:moveTo>
                    <a:pt x="1583969" y="1574800"/>
                  </a:moveTo>
                  <a:lnTo>
                    <a:pt x="1555407" y="1574800"/>
                  </a:lnTo>
                  <a:lnTo>
                    <a:pt x="1555407" y="1854200"/>
                  </a:lnTo>
                  <a:lnTo>
                    <a:pt x="1583969" y="1854200"/>
                  </a:lnTo>
                  <a:lnTo>
                    <a:pt x="1583969" y="1574800"/>
                  </a:lnTo>
                  <a:close/>
                </a:path>
                <a:path w="17976850" h="1968500">
                  <a:moveTo>
                    <a:pt x="1895068" y="1892300"/>
                  </a:moveTo>
                  <a:lnTo>
                    <a:pt x="1866506" y="1892300"/>
                  </a:lnTo>
                  <a:lnTo>
                    <a:pt x="1866506" y="1968500"/>
                  </a:lnTo>
                  <a:lnTo>
                    <a:pt x="1895068" y="1968500"/>
                  </a:lnTo>
                  <a:lnTo>
                    <a:pt x="1895068" y="1892300"/>
                  </a:lnTo>
                  <a:close/>
                </a:path>
                <a:path w="17976850" h="1968500">
                  <a:moveTo>
                    <a:pt x="1895068" y="1574800"/>
                  </a:moveTo>
                  <a:lnTo>
                    <a:pt x="1866506" y="1574800"/>
                  </a:lnTo>
                  <a:lnTo>
                    <a:pt x="1866506" y="1854200"/>
                  </a:lnTo>
                  <a:lnTo>
                    <a:pt x="1895068" y="1854200"/>
                  </a:lnTo>
                  <a:lnTo>
                    <a:pt x="1895068" y="1574800"/>
                  </a:lnTo>
                  <a:close/>
                </a:path>
                <a:path w="17976850" h="1968500">
                  <a:moveTo>
                    <a:pt x="2206155" y="1892300"/>
                  </a:moveTo>
                  <a:lnTo>
                    <a:pt x="2177592" y="1892300"/>
                  </a:lnTo>
                  <a:lnTo>
                    <a:pt x="2177592" y="1968500"/>
                  </a:lnTo>
                  <a:lnTo>
                    <a:pt x="2206155" y="1968500"/>
                  </a:lnTo>
                  <a:lnTo>
                    <a:pt x="2206155" y="1892300"/>
                  </a:lnTo>
                  <a:close/>
                </a:path>
                <a:path w="17976850" h="1968500">
                  <a:moveTo>
                    <a:pt x="2206155" y="1574800"/>
                  </a:moveTo>
                  <a:lnTo>
                    <a:pt x="2177592" y="1574800"/>
                  </a:lnTo>
                  <a:lnTo>
                    <a:pt x="2177592" y="1854200"/>
                  </a:lnTo>
                  <a:lnTo>
                    <a:pt x="2206155" y="1854200"/>
                  </a:lnTo>
                  <a:lnTo>
                    <a:pt x="2206155" y="1574800"/>
                  </a:lnTo>
                  <a:close/>
                </a:path>
                <a:path w="17976850" h="1968500">
                  <a:moveTo>
                    <a:pt x="2517241" y="1892300"/>
                  </a:moveTo>
                  <a:lnTo>
                    <a:pt x="2488692" y="1892300"/>
                  </a:lnTo>
                  <a:lnTo>
                    <a:pt x="2488692" y="1968500"/>
                  </a:lnTo>
                  <a:lnTo>
                    <a:pt x="2517241" y="1968500"/>
                  </a:lnTo>
                  <a:lnTo>
                    <a:pt x="2517241" y="1892300"/>
                  </a:lnTo>
                  <a:close/>
                </a:path>
                <a:path w="17976850" h="1968500">
                  <a:moveTo>
                    <a:pt x="2517241" y="1574800"/>
                  </a:moveTo>
                  <a:lnTo>
                    <a:pt x="2488692" y="1574800"/>
                  </a:lnTo>
                  <a:lnTo>
                    <a:pt x="2488692" y="1854200"/>
                  </a:lnTo>
                  <a:lnTo>
                    <a:pt x="2517241" y="1854200"/>
                  </a:lnTo>
                  <a:lnTo>
                    <a:pt x="2517241" y="1574800"/>
                  </a:lnTo>
                  <a:close/>
                </a:path>
                <a:path w="17976850" h="1968500">
                  <a:moveTo>
                    <a:pt x="2828340" y="1892300"/>
                  </a:moveTo>
                  <a:lnTo>
                    <a:pt x="2799778" y="1892300"/>
                  </a:lnTo>
                  <a:lnTo>
                    <a:pt x="2799778" y="1968500"/>
                  </a:lnTo>
                  <a:lnTo>
                    <a:pt x="2828340" y="1968500"/>
                  </a:lnTo>
                  <a:lnTo>
                    <a:pt x="2828340" y="1892300"/>
                  </a:lnTo>
                  <a:close/>
                </a:path>
                <a:path w="17976850" h="1968500">
                  <a:moveTo>
                    <a:pt x="2828340" y="1574800"/>
                  </a:moveTo>
                  <a:lnTo>
                    <a:pt x="2799778" y="1574800"/>
                  </a:lnTo>
                  <a:lnTo>
                    <a:pt x="2799778" y="1854200"/>
                  </a:lnTo>
                  <a:lnTo>
                    <a:pt x="2828340" y="1854200"/>
                  </a:lnTo>
                  <a:lnTo>
                    <a:pt x="2828340" y="1574800"/>
                  </a:lnTo>
                  <a:close/>
                </a:path>
                <a:path w="17976850" h="1968500">
                  <a:moveTo>
                    <a:pt x="3139427" y="1892300"/>
                  </a:moveTo>
                  <a:lnTo>
                    <a:pt x="3110865" y="1892300"/>
                  </a:lnTo>
                  <a:lnTo>
                    <a:pt x="3110865" y="1968500"/>
                  </a:lnTo>
                  <a:lnTo>
                    <a:pt x="3139427" y="1968500"/>
                  </a:lnTo>
                  <a:lnTo>
                    <a:pt x="3139427" y="1892300"/>
                  </a:lnTo>
                  <a:close/>
                </a:path>
                <a:path w="17976850" h="1968500">
                  <a:moveTo>
                    <a:pt x="3139427" y="1574800"/>
                  </a:moveTo>
                  <a:lnTo>
                    <a:pt x="3110865" y="1574800"/>
                  </a:lnTo>
                  <a:lnTo>
                    <a:pt x="3110865" y="1854200"/>
                  </a:lnTo>
                  <a:lnTo>
                    <a:pt x="3139427" y="1854200"/>
                  </a:lnTo>
                  <a:lnTo>
                    <a:pt x="3139427" y="1574800"/>
                  </a:lnTo>
                  <a:close/>
                </a:path>
                <a:path w="17976850" h="1968500">
                  <a:moveTo>
                    <a:pt x="3450526" y="1892300"/>
                  </a:moveTo>
                  <a:lnTo>
                    <a:pt x="3421977" y="1892300"/>
                  </a:lnTo>
                  <a:lnTo>
                    <a:pt x="3421977" y="1968500"/>
                  </a:lnTo>
                  <a:lnTo>
                    <a:pt x="3450526" y="1968500"/>
                  </a:lnTo>
                  <a:lnTo>
                    <a:pt x="3450526" y="1892300"/>
                  </a:lnTo>
                  <a:close/>
                </a:path>
                <a:path w="17976850" h="1968500">
                  <a:moveTo>
                    <a:pt x="3450526" y="1574800"/>
                  </a:moveTo>
                  <a:lnTo>
                    <a:pt x="3421977" y="1574800"/>
                  </a:lnTo>
                  <a:lnTo>
                    <a:pt x="3421977" y="1854200"/>
                  </a:lnTo>
                  <a:lnTo>
                    <a:pt x="3450526" y="1854200"/>
                  </a:lnTo>
                  <a:lnTo>
                    <a:pt x="3450526" y="1574800"/>
                  </a:lnTo>
                  <a:close/>
                </a:path>
                <a:path w="17976850" h="1968500">
                  <a:moveTo>
                    <a:pt x="3761613" y="1892300"/>
                  </a:moveTo>
                  <a:lnTo>
                    <a:pt x="3733063" y="1892300"/>
                  </a:lnTo>
                  <a:lnTo>
                    <a:pt x="3733063" y="1968500"/>
                  </a:lnTo>
                  <a:lnTo>
                    <a:pt x="3761613" y="1968500"/>
                  </a:lnTo>
                  <a:lnTo>
                    <a:pt x="3761613" y="1892300"/>
                  </a:lnTo>
                  <a:close/>
                </a:path>
                <a:path w="17976850" h="1968500">
                  <a:moveTo>
                    <a:pt x="3761613" y="1574800"/>
                  </a:moveTo>
                  <a:lnTo>
                    <a:pt x="3733063" y="1574800"/>
                  </a:lnTo>
                  <a:lnTo>
                    <a:pt x="3733063" y="1854200"/>
                  </a:lnTo>
                  <a:lnTo>
                    <a:pt x="3761613" y="1854200"/>
                  </a:lnTo>
                  <a:lnTo>
                    <a:pt x="3761613" y="1574800"/>
                  </a:lnTo>
                  <a:close/>
                </a:path>
                <a:path w="17976850" h="1968500">
                  <a:moveTo>
                    <a:pt x="4072712" y="1892300"/>
                  </a:moveTo>
                  <a:lnTo>
                    <a:pt x="4044150" y="1892300"/>
                  </a:lnTo>
                  <a:lnTo>
                    <a:pt x="4044150" y="1968500"/>
                  </a:lnTo>
                  <a:lnTo>
                    <a:pt x="4072712" y="1968500"/>
                  </a:lnTo>
                  <a:lnTo>
                    <a:pt x="4072712" y="1892300"/>
                  </a:lnTo>
                  <a:close/>
                </a:path>
                <a:path w="17976850" h="1968500">
                  <a:moveTo>
                    <a:pt x="4072712" y="1574800"/>
                  </a:moveTo>
                  <a:lnTo>
                    <a:pt x="4044150" y="1574800"/>
                  </a:lnTo>
                  <a:lnTo>
                    <a:pt x="4044150" y="1854200"/>
                  </a:lnTo>
                  <a:lnTo>
                    <a:pt x="4072712" y="1854200"/>
                  </a:lnTo>
                  <a:lnTo>
                    <a:pt x="4072712" y="1574800"/>
                  </a:lnTo>
                  <a:close/>
                </a:path>
                <a:path w="17976850" h="1968500">
                  <a:moveTo>
                    <a:pt x="4383798" y="1892300"/>
                  </a:moveTo>
                  <a:lnTo>
                    <a:pt x="4355249" y="1892300"/>
                  </a:lnTo>
                  <a:lnTo>
                    <a:pt x="4355249" y="1968500"/>
                  </a:lnTo>
                  <a:lnTo>
                    <a:pt x="4383798" y="1968500"/>
                  </a:lnTo>
                  <a:lnTo>
                    <a:pt x="4383798" y="1892300"/>
                  </a:lnTo>
                  <a:close/>
                </a:path>
                <a:path w="17976850" h="1968500">
                  <a:moveTo>
                    <a:pt x="4383798" y="1574800"/>
                  </a:moveTo>
                  <a:lnTo>
                    <a:pt x="4355249" y="1574800"/>
                  </a:lnTo>
                  <a:lnTo>
                    <a:pt x="4355249" y="1854200"/>
                  </a:lnTo>
                  <a:lnTo>
                    <a:pt x="4383798" y="1854200"/>
                  </a:lnTo>
                  <a:lnTo>
                    <a:pt x="4383798" y="1574800"/>
                  </a:lnTo>
                  <a:close/>
                </a:path>
                <a:path w="17976850" h="1968500">
                  <a:moveTo>
                    <a:pt x="4694885" y="1892300"/>
                  </a:moveTo>
                  <a:lnTo>
                    <a:pt x="4666335" y="1892300"/>
                  </a:lnTo>
                  <a:lnTo>
                    <a:pt x="4666335" y="1968500"/>
                  </a:lnTo>
                  <a:lnTo>
                    <a:pt x="4694885" y="1968500"/>
                  </a:lnTo>
                  <a:lnTo>
                    <a:pt x="4694885" y="1892300"/>
                  </a:lnTo>
                  <a:close/>
                </a:path>
                <a:path w="17976850" h="1968500">
                  <a:moveTo>
                    <a:pt x="4694885" y="1574800"/>
                  </a:moveTo>
                  <a:lnTo>
                    <a:pt x="4666335" y="1574800"/>
                  </a:lnTo>
                  <a:lnTo>
                    <a:pt x="4666335" y="1854200"/>
                  </a:lnTo>
                  <a:lnTo>
                    <a:pt x="4694885" y="1854200"/>
                  </a:lnTo>
                  <a:lnTo>
                    <a:pt x="4694885" y="1574800"/>
                  </a:lnTo>
                  <a:close/>
                </a:path>
                <a:path w="17976850" h="1968500">
                  <a:moveTo>
                    <a:pt x="5005984" y="1892300"/>
                  </a:moveTo>
                  <a:lnTo>
                    <a:pt x="4977422" y="1892300"/>
                  </a:lnTo>
                  <a:lnTo>
                    <a:pt x="4977422" y="1968500"/>
                  </a:lnTo>
                  <a:lnTo>
                    <a:pt x="5005984" y="1968500"/>
                  </a:lnTo>
                  <a:lnTo>
                    <a:pt x="5005984" y="1892300"/>
                  </a:lnTo>
                  <a:close/>
                </a:path>
                <a:path w="17976850" h="1968500">
                  <a:moveTo>
                    <a:pt x="5005984" y="1574800"/>
                  </a:moveTo>
                  <a:lnTo>
                    <a:pt x="4977422" y="1574800"/>
                  </a:lnTo>
                  <a:lnTo>
                    <a:pt x="4977422" y="1854200"/>
                  </a:lnTo>
                  <a:lnTo>
                    <a:pt x="5005984" y="1854200"/>
                  </a:lnTo>
                  <a:lnTo>
                    <a:pt x="5005984" y="1574800"/>
                  </a:lnTo>
                  <a:close/>
                </a:path>
                <a:path w="17976850" h="1968500">
                  <a:moveTo>
                    <a:pt x="5317083" y="1892300"/>
                  </a:moveTo>
                  <a:lnTo>
                    <a:pt x="5288521" y="1892300"/>
                  </a:lnTo>
                  <a:lnTo>
                    <a:pt x="5288521" y="1968500"/>
                  </a:lnTo>
                  <a:lnTo>
                    <a:pt x="5317083" y="1968500"/>
                  </a:lnTo>
                  <a:lnTo>
                    <a:pt x="5317083" y="1892300"/>
                  </a:lnTo>
                  <a:close/>
                </a:path>
                <a:path w="17976850" h="1968500">
                  <a:moveTo>
                    <a:pt x="5317083" y="1574800"/>
                  </a:moveTo>
                  <a:lnTo>
                    <a:pt x="5288521" y="1574800"/>
                  </a:lnTo>
                  <a:lnTo>
                    <a:pt x="5288521" y="1854200"/>
                  </a:lnTo>
                  <a:lnTo>
                    <a:pt x="5317083" y="1854200"/>
                  </a:lnTo>
                  <a:lnTo>
                    <a:pt x="5317083" y="1574800"/>
                  </a:lnTo>
                  <a:close/>
                </a:path>
                <a:path w="17976850" h="1968500">
                  <a:moveTo>
                    <a:pt x="5628170" y="1892300"/>
                  </a:moveTo>
                  <a:lnTo>
                    <a:pt x="5599620" y="1892300"/>
                  </a:lnTo>
                  <a:lnTo>
                    <a:pt x="5599620" y="1968500"/>
                  </a:lnTo>
                  <a:lnTo>
                    <a:pt x="5628170" y="1968500"/>
                  </a:lnTo>
                  <a:lnTo>
                    <a:pt x="5628170" y="1892300"/>
                  </a:lnTo>
                  <a:close/>
                </a:path>
                <a:path w="17976850" h="1968500">
                  <a:moveTo>
                    <a:pt x="5628170" y="1574800"/>
                  </a:moveTo>
                  <a:lnTo>
                    <a:pt x="5599620" y="1574800"/>
                  </a:lnTo>
                  <a:lnTo>
                    <a:pt x="5599620" y="1854200"/>
                  </a:lnTo>
                  <a:lnTo>
                    <a:pt x="5628170" y="1854200"/>
                  </a:lnTo>
                  <a:lnTo>
                    <a:pt x="5628170" y="1574800"/>
                  </a:lnTo>
                  <a:close/>
                </a:path>
                <a:path w="17976850" h="1968500">
                  <a:moveTo>
                    <a:pt x="5939269" y="1892300"/>
                  </a:moveTo>
                  <a:lnTo>
                    <a:pt x="5910707" y="1892300"/>
                  </a:lnTo>
                  <a:lnTo>
                    <a:pt x="5910707" y="1968500"/>
                  </a:lnTo>
                  <a:lnTo>
                    <a:pt x="5939269" y="1968500"/>
                  </a:lnTo>
                  <a:lnTo>
                    <a:pt x="5939269" y="1892300"/>
                  </a:lnTo>
                  <a:close/>
                </a:path>
                <a:path w="17976850" h="1968500">
                  <a:moveTo>
                    <a:pt x="5939269" y="1574800"/>
                  </a:moveTo>
                  <a:lnTo>
                    <a:pt x="5910707" y="1574800"/>
                  </a:lnTo>
                  <a:lnTo>
                    <a:pt x="5910707" y="1854200"/>
                  </a:lnTo>
                  <a:lnTo>
                    <a:pt x="5939269" y="1854200"/>
                  </a:lnTo>
                  <a:lnTo>
                    <a:pt x="5939269" y="1574800"/>
                  </a:lnTo>
                  <a:close/>
                </a:path>
                <a:path w="17976850" h="1968500">
                  <a:moveTo>
                    <a:pt x="6250356" y="1892300"/>
                  </a:moveTo>
                  <a:lnTo>
                    <a:pt x="6221793" y="1892300"/>
                  </a:lnTo>
                  <a:lnTo>
                    <a:pt x="6221793" y="1968500"/>
                  </a:lnTo>
                  <a:lnTo>
                    <a:pt x="6250356" y="1968500"/>
                  </a:lnTo>
                  <a:lnTo>
                    <a:pt x="6250356" y="1892300"/>
                  </a:lnTo>
                  <a:close/>
                </a:path>
                <a:path w="17976850" h="1968500">
                  <a:moveTo>
                    <a:pt x="6250356" y="1574800"/>
                  </a:moveTo>
                  <a:lnTo>
                    <a:pt x="6221793" y="1574800"/>
                  </a:lnTo>
                  <a:lnTo>
                    <a:pt x="6221793" y="1854200"/>
                  </a:lnTo>
                  <a:lnTo>
                    <a:pt x="6250356" y="1854200"/>
                  </a:lnTo>
                  <a:lnTo>
                    <a:pt x="6250356" y="1574800"/>
                  </a:lnTo>
                  <a:close/>
                </a:path>
                <a:path w="17976850" h="1968500">
                  <a:moveTo>
                    <a:pt x="6561442" y="1892300"/>
                  </a:moveTo>
                  <a:lnTo>
                    <a:pt x="6532893" y="1892300"/>
                  </a:lnTo>
                  <a:lnTo>
                    <a:pt x="6532893" y="1968500"/>
                  </a:lnTo>
                  <a:lnTo>
                    <a:pt x="6561442" y="1968500"/>
                  </a:lnTo>
                  <a:lnTo>
                    <a:pt x="6561442" y="1892300"/>
                  </a:lnTo>
                  <a:close/>
                </a:path>
                <a:path w="17976850" h="1968500">
                  <a:moveTo>
                    <a:pt x="6561442" y="1574800"/>
                  </a:moveTo>
                  <a:lnTo>
                    <a:pt x="6532893" y="1574800"/>
                  </a:lnTo>
                  <a:lnTo>
                    <a:pt x="6532893" y="1854200"/>
                  </a:lnTo>
                  <a:lnTo>
                    <a:pt x="6561442" y="1854200"/>
                  </a:lnTo>
                  <a:lnTo>
                    <a:pt x="6561442" y="1574800"/>
                  </a:lnTo>
                  <a:close/>
                </a:path>
                <a:path w="17976850" h="1968500">
                  <a:moveTo>
                    <a:pt x="6872541" y="1892300"/>
                  </a:moveTo>
                  <a:lnTo>
                    <a:pt x="6843992" y="1892300"/>
                  </a:lnTo>
                  <a:lnTo>
                    <a:pt x="6843992" y="1968500"/>
                  </a:lnTo>
                  <a:lnTo>
                    <a:pt x="6872541" y="1968500"/>
                  </a:lnTo>
                  <a:lnTo>
                    <a:pt x="6872541" y="1892300"/>
                  </a:lnTo>
                  <a:close/>
                </a:path>
                <a:path w="17976850" h="1968500">
                  <a:moveTo>
                    <a:pt x="6872541" y="1574800"/>
                  </a:moveTo>
                  <a:lnTo>
                    <a:pt x="6843992" y="1574800"/>
                  </a:lnTo>
                  <a:lnTo>
                    <a:pt x="6843992" y="1854200"/>
                  </a:lnTo>
                  <a:lnTo>
                    <a:pt x="6872541" y="1854200"/>
                  </a:lnTo>
                  <a:lnTo>
                    <a:pt x="6872541" y="1574800"/>
                  </a:lnTo>
                  <a:close/>
                </a:path>
                <a:path w="17976850" h="1968500">
                  <a:moveTo>
                    <a:pt x="7183641" y="1892300"/>
                  </a:moveTo>
                  <a:lnTo>
                    <a:pt x="7155078" y="1892300"/>
                  </a:lnTo>
                  <a:lnTo>
                    <a:pt x="7155078" y="1968500"/>
                  </a:lnTo>
                  <a:lnTo>
                    <a:pt x="7183641" y="1968500"/>
                  </a:lnTo>
                  <a:lnTo>
                    <a:pt x="7183641" y="1892300"/>
                  </a:lnTo>
                  <a:close/>
                </a:path>
                <a:path w="17976850" h="1968500">
                  <a:moveTo>
                    <a:pt x="7183641" y="1574800"/>
                  </a:moveTo>
                  <a:lnTo>
                    <a:pt x="7155078" y="1574800"/>
                  </a:lnTo>
                  <a:lnTo>
                    <a:pt x="7155078" y="1854200"/>
                  </a:lnTo>
                  <a:lnTo>
                    <a:pt x="7183641" y="1854200"/>
                  </a:lnTo>
                  <a:lnTo>
                    <a:pt x="7183641" y="1574800"/>
                  </a:lnTo>
                  <a:close/>
                </a:path>
                <a:path w="17976850" h="1968500">
                  <a:moveTo>
                    <a:pt x="7494727" y="1892300"/>
                  </a:moveTo>
                  <a:lnTo>
                    <a:pt x="7466177" y="1892300"/>
                  </a:lnTo>
                  <a:lnTo>
                    <a:pt x="7466177" y="1968500"/>
                  </a:lnTo>
                  <a:lnTo>
                    <a:pt x="7494727" y="1968500"/>
                  </a:lnTo>
                  <a:lnTo>
                    <a:pt x="7494727" y="1892300"/>
                  </a:lnTo>
                  <a:close/>
                </a:path>
                <a:path w="17976850" h="1968500">
                  <a:moveTo>
                    <a:pt x="7494727" y="1574800"/>
                  </a:moveTo>
                  <a:lnTo>
                    <a:pt x="7466177" y="1574800"/>
                  </a:lnTo>
                  <a:lnTo>
                    <a:pt x="7466177" y="1854200"/>
                  </a:lnTo>
                  <a:lnTo>
                    <a:pt x="7494727" y="1854200"/>
                  </a:lnTo>
                  <a:lnTo>
                    <a:pt x="7494727" y="1574800"/>
                  </a:lnTo>
                  <a:close/>
                </a:path>
                <a:path w="17976850" h="1968500">
                  <a:moveTo>
                    <a:pt x="17976812" y="0"/>
                  </a:moveTo>
                  <a:lnTo>
                    <a:pt x="12645593" y="0"/>
                  </a:lnTo>
                  <a:lnTo>
                    <a:pt x="12645593" y="25400"/>
                  </a:lnTo>
                  <a:lnTo>
                    <a:pt x="12645593" y="304800"/>
                  </a:lnTo>
                  <a:lnTo>
                    <a:pt x="12363056" y="304800"/>
                  </a:lnTo>
                  <a:lnTo>
                    <a:pt x="12363056" y="25400"/>
                  </a:lnTo>
                  <a:lnTo>
                    <a:pt x="12645593" y="25400"/>
                  </a:lnTo>
                  <a:lnTo>
                    <a:pt x="12645593" y="0"/>
                  </a:lnTo>
                  <a:lnTo>
                    <a:pt x="12334507" y="0"/>
                  </a:lnTo>
                  <a:lnTo>
                    <a:pt x="12334507" y="25400"/>
                  </a:lnTo>
                  <a:lnTo>
                    <a:pt x="12334507" y="304800"/>
                  </a:lnTo>
                  <a:lnTo>
                    <a:pt x="12051957" y="304800"/>
                  </a:lnTo>
                  <a:lnTo>
                    <a:pt x="12051957" y="25400"/>
                  </a:lnTo>
                  <a:lnTo>
                    <a:pt x="12334507" y="25400"/>
                  </a:lnTo>
                  <a:lnTo>
                    <a:pt x="12334507" y="0"/>
                  </a:lnTo>
                  <a:lnTo>
                    <a:pt x="12023408" y="0"/>
                  </a:lnTo>
                  <a:lnTo>
                    <a:pt x="12023408" y="25400"/>
                  </a:lnTo>
                  <a:lnTo>
                    <a:pt x="12023408" y="304800"/>
                  </a:lnTo>
                  <a:lnTo>
                    <a:pt x="11740871" y="304800"/>
                  </a:lnTo>
                  <a:lnTo>
                    <a:pt x="11740871" y="25400"/>
                  </a:lnTo>
                  <a:lnTo>
                    <a:pt x="12023408" y="25400"/>
                  </a:lnTo>
                  <a:lnTo>
                    <a:pt x="12023408" y="0"/>
                  </a:lnTo>
                  <a:lnTo>
                    <a:pt x="11712308" y="0"/>
                  </a:lnTo>
                  <a:lnTo>
                    <a:pt x="11712308" y="25400"/>
                  </a:lnTo>
                  <a:lnTo>
                    <a:pt x="11712308" y="304800"/>
                  </a:lnTo>
                  <a:lnTo>
                    <a:pt x="11429784" y="304800"/>
                  </a:lnTo>
                  <a:lnTo>
                    <a:pt x="11429784" y="25400"/>
                  </a:lnTo>
                  <a:lnTo>
                    <a:pt x="11712308" y="25400"/>
                  </a:lnTo>
                  <a:lnTo>
                    <a:pt x="11712308" y="0"/>
                  </a:lnTo>
                  <a:lnTo>
                    <a:pt x="11401222" y="0"/>
                  </a:lnTo>
                  <a:lnTo>
                    <a:pt x="11401222" y="25400"/>
                  </a:lnTo>
                  <a:lnTo>
                    <a:pt x="11401222" y="304800"/>
                  </a:lnTo>
                  <a:lnTo>
                    <a:pt x="11118685" y="304800"/>
                  </a:lnTo>
                  <a:lnTo>
                    <a:pt x="11118685" y="25400"/>
                  </a:lnTo>
                  <a:lnTo>
                    <a:pt x="11401222" y="25400"/>
                  </a:lnTo>
                  <a:lnTo>
                    <a:pt x="11401222" y="0"/>
                  </a:lnTo>
                  <a:lnTo>
                    <a:pt x="11090135" y="0"/>
                  </a:lnTo>
                  <a:lnTo>
                    <a:pt x="11090135" y="25400"/>
                  </a:lnTo>
                  <a:lnTo>
                    <a:pt x="11090135" y="304800"/>
                  </a:lnTo>
                  <a:lnTo>
                    <a:pt x="10807598" y="304800"/>
                  </a:lnTo>
                  <a:lnTo>
                    <a:pt x="10807598" y="25400"/>
                  </a:lnTo>
                  <a:lnTo>
                    <a:pt x="11090135" y="25400"/>
                  </a:lnTo>
                  <a:lnTo>
                    <a:pt x="11090135" y="0"/>
                  </a:lnTo>
                  <a:lnTo>
                    <a:pt x="10779036" y="0"/>
                  </a:lnTo>
                  <a:lnTo>
                    <a:pt x="10779036" y="25400"/>
                  </a:lnTo>
                  <a:lnTo>
                    <a:pt x="10779036" y="304800"/>
                  </a:lnTo>
                  <a:lnTo>
                    <a:pt x="10496499" y="304800"/>
                  </a:lnTo>
                  <a:lnTo>
                    <a:pt x="10496499" y="25400"/>
                  </a:lnTo>
                  <a:lnTo>
                    <a:pt x="10779036" y="25400"/>
                  </a:lnTo>
                  <a:lnTo>
                    <a:pt x="10779036" y="0"/>
                  </a:lnTo>
                  <a:lnTo>
                    <a:pt x="10468000" y="0"/>
                  </a:lnTo>
                  <a:lnTo>
                    <a:pt x="10468000" y="25400"/>
                  </a:lnTo>
                  <a:lnTo>
                    <a:pt x="10468000" y="304800"/>
                  </a:lnTo>
                  <a:lnTo>
                    <a:pt x="10185463" y="304800"/>
                  </a:lnTo>
                  <a:lnTo>
                    <a:pt x="10185463" y="25400"/>
                  </a:lnTo>
                  <a:lnTo>
                    <a:pt x="10468000" y="25400"/>
                  </a:lnTo>
                  <a:lnTo>
                    <a:pt x="10468000" y="0"/>
                  </a:lnTo>
                  <a:lnTo>
                    <a:pt x="10156800" y="0"/>
                  </a:lnTo>
                  <a:lnTo>
                    <a:pt x="10156800" y="25400"/>
                  </a:lnTo>
                  <a:lnTo>
                    <a:pt x="10156800" y="304800"/>
                  </a:lnTo>
                  <a:lnTo>
                    <a:pt x="10156812" y="330200"/>
                  </a:lnTo>
                  <a:lnTo>
                    <a:pt x="10156812" y="609600"/>
                  </a:lnTo>
                  <a:lnTo>
                    <a:pt x="10156812" y="647700"/>
                  </a:lnTo>
                  <a:lnTo>
                    <a:pt x="10156812" y="927100"/>
                  </a:lnTo>
                  <a:lnTo>
                    <a:pt x="10156812" y="952500"/>
                  </a:lnTo>
                  <a:lnTo>
                    <a:pt x="10156825" y="952500"/>
                  </a:lnTo>
                  <a:lnTo>
                    <a:pt x="10156825" y="1892300"/>
                  </a:lnTo>
                  <a:lnTo>
                    <a:pt x="10156838" y="1968500"/>
                  </a:lnTo>
                  <a:lnTo>
                    <a:pt x="10185463" y="1968500"/>
                  </a:lnTo>
                  <a:lnTo>
                    <a:pt x="10185463" y="1892300"/>
                  </a:lnTo>
                  <a:lnTo>
                    <a:pt x="17976812" y="1892300"/>
                  </a:lnTo>
                  <a:lnTo>
                    <a:pt x="17976812" y="1854200"/>
                  </a:lnTo>
                  <a:lnTo>
                    <a:pt x="10185463" y="1854200"/>
                  </a:lnTo>
                  <a:lnTo>
                    <a:pt x="10185463" y="1574800"/>
                  </a:lnTo>
                  <a:lnTo>
                    <a:pt x="17976812" y="1574800"/>
                  </a:lnTo>
                  <a:lnTo>
                    <a:pt x="17976812" y="1549400"/>
                  </a:lnTo>
                  <a:lnTo>
                    <a:pt x="10185463" y="1549400"/>
                  </a:lnTo>
                  <a:lnTo>
                    <a:pt x="10185463" y="1270000"/>
                  </a:lnTo>
                  <a:lnTo>
                    <a:pt x="17976812" y="1270000"/>
                  </a:lnTo>
                  <a:lnTo>
                    <a:pt x="17976812" y="1231900"/>
                  </a:lnTo>
                  <a:lnTo>
                    <a:pt x="10185463" y="1231900"/>
                  </a:lnTo>
                  <a:lnTo>
                    <a:pt x="10185463" y="952500"/>
                  </a:lnTo>
                  <a:lnTo>
                    <a:pt x="17976812" y="952500"/>
                  </a:lnTo>
                  <a:lnTo>
                    <a:pt x="17976812" y="927100"/>
                  </a:lnTo>
                  <a:lnTo>
                    <a:pt x="10185463" y="927100"/>
                  </a:lnTo>
                  <a:lnTo>
                    <a:pt x="10185463" y="647700"/>
                  </a:lnTo>
                  <a:lnTo>
                    <a:pt x="17976812" y="647700"/>
                  </a:lnTo>
                  <a:lnTo>
                    <a:pt x="17976812" y="609600"/>
                  </a:lnTo>
                  <a:lnTo>
                    <a:pt x="10185463" y="609600"/>
                  </a:lnTo>
                  <a:lnTo>
                    <a:pt x="10185463" y="330200"/>
                  </a:lnTo>
                  <a:lnTo>
                    <a:pt x="17976812" y="330200"/>
                  </a:lnTo>
                  <a:lnTo>
                    <a:pt x="17976812" y="304800"/>
                  </a:lnTo>
                  <a:lnTo>
                    <a:pt x="12674156" y="304800"/>
                  </a:lnTo>
                  <a:lnTo>
                    <a:pt x="12674156" y="25400"/>
                  </a:lnTo>
                  <a:lnTo>
                    <a:pt x="17976812" y="25400"/>
                  </a:lnTo>
                  <a:lnTo>
                    <a:pt x="17976812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779188" y="8339505"/>
              <a:ext cx="7494905" cy="1206500"/>
            </a:xfrm>
            <a:custGeom>
              <a:avLst/>
              <a:gdLst/>
              <a:ahLst/>
              <a:cxnLst/>
              <a:rect l="l" t="t" r="r" b="b"/>
              <a:pathLst>
                <a:path w="7494905" h="1206500">
                  <a:moveTo>
                    <a:pt x="28498" y="927100"/>
                  </a:moveTo>
                  <a:lnTo>
                    <a:pt x="0" y="927100"/>
                  </a:lnTo>
                  <a:lnTo>
                    <a:pt x="0" y="1206500"/>
                  </a:lnTo>
                  <a:lnTo>
                    <a:pt x="28498" y="1206500"/>
                  </a:lnTo>
                  <a:lnTo>
                    <a:pt x="28498" y="927100"/>
                  </a:lnTo>
                  <a:close/>
                </a:path>
                <a:path w="7494905" h="1206500">
                  <a:moveTo>
                    <a:pt x="28498" y="622300"/>
                  </a:moveTo>
                  <a:lnTo>
                    <a:pt x="0" y="622300"/>
                  </a:lnTo>
                  <a:lnTo>
                    <a:pt x="0" y="901700"/>
                  </a:lnTo>
                  <a:lnTo>
                    <a:pt x="28498" y="901700"/>
                  </a:lnTo>
                  <a:lnTo>
                    <a:pt x="28498" y="622300"/>
                  </a:lnTo>
                  <a:close/>
                </a:path>
                <a:path w="7494905" h="1206500">
                  <a:moveTo>
                    <a:pt x="28498" y="304800"/>
                  </a:moveTo>
                  <a:lnTo>
                    <a:pt x="0" y="304800"/>
                  </a:lnTo>
                  <a:lnTo>
                    <a:pt x="0" y="584200"/>
                  </a:lnTo>
                  <a:lnTo>
                    <a:pt x="28498" y="584200"/>
                  </a:lnTo>
                  <a:lnTo>
                    <a:pt x="28498" y="304800"/>
                  </a:lnTo>
                  <a:close/>
                </a:path>
                <a:path w="7494905" h="1206500">
                  <a:moveTo>
                    <a:pt x="339598" y="927100"/>
                  </a:moveTo>
                  <a:lnTo>
                    <a:pt x="311035" y="927100"/>
                  </a:lnTo>
                  <a:lnTo>
                    <a:pt x="311035" y="1206500"/>
                  </a:lnTo>
                  <a:lnTo>
                    <a:pt x="339598" y="1206500"/>
                  </a:lnTo>
                  <a:lnTo>
                    <a:pt x="339598" y="927100"/>
                  </a:lnTo>
                  <a:close/>
                </a:path>
                <a:path w="7494905" h="1206500">
                  <a:moveTo>
                    <a:pt x="339598" y="622300"/>
                  </a:moveTo>
                  <a:lnTo>
                    <a:pt x="311035" y="622300"/>
                  </a:lnTo>
                  <a:lnTo>
                    <a:pt x="311035" y="901700"/>
                  </a:lnTo>
                  <a:lnTo>
                    <a:pt x="339598" y="901700"/>
                  </a:lnTo>
                  <a:lnTo>
                    <a:pt x="339598" y="622300"/>
                  </a:lnTo>
                  <a:close/>
                </a:path>
                <a:path w="7494905" h="1206500">
                  <a:moveTo>
                    <a:pt x="339598" y="304800"/>
                  </a:moveTo>
                  <a:lnTo>
                    <a:pt x="311035" y="304800"/>
                  </a:lnTo>
                  <a:lnTo>
                    <a:pt x="311035" y="584200"/>
                  </a:lnTo>
                  <a:lnTo>
                    <a:pt x="339598" y="584200"/>
                  </a:lnTo>
                  <a:lnTo>
                    <a:pt x="339598" y="304800"/>
                  </a:lnTo>
                  <a:close/>
                </a:path>
                <a:path w="7494905" h="1206500">
                  <a:moveTo>
                    <a:pt x="650684" y="927100"/>
                  </a:moveTo>
                  <a:lnTo>
                    <a:pt x="622134" y="927100"/>
                  </a:lnTo>
                  <a:lnTo>
                    <a:pt x="622134" y="1206500"/>
                  </a:lnTo>
                  <a:lnTo>
                    <a:pt x="650684" y="1206500"/>
                  </a:lnTo>
                  <a:lnTo>
                    <a:pt x="650684" y="927100"/>
                  </a:lnTo>
                  <a:close/>
                </a:path>
                <a:path w="7494905" h="1206500">
                  <a:moveTo>
                    <a:pt x="650684" y="622300"/>
                  </a:moveTo>
                  <a:lnTo>
                    <a:pt x="622134" y="622300"/>
                  </a:lnTo>
                  <a:lnTo>
                    <a:pt x="622134" y="901700"/>
                  </a:lnTo>
                  <a:lnTo>
                    <a:pt x="650684" y="901700"/>
                  </a:lnTo>
                  <a:lnTo>
                    <a:pt x="650684" y="622300"/>
                  </a:lnTo>
                  <a:close/>
                </a:path>
                <a:path w="7494905" h="1206500">
                  <a:moveTo>
                    <a:pt x="650684" y="304800"/>
                  </a:moveTo>
                  <a:lnTo>
                    <a:pt x="622134" y="304800"/>
                  </a:lnTo>
                  <a:lnTo>
                    <a:pt x="622134" y="584200"/>
                  </a:lnTo>
                  <a:lnTo>
                    <a:pt x="650684" y="584200"/>
                  </a:lnTo>
                  <a:lnTo>
                    <a:pt x="650684" y="304800"/>
                  </a:lnTo>
                  <a:close/>
                </a:path>
                <a:path w="7494905" h="1206500">
                  <a:moveTo>
                    <a:pt x="961783" y="622300"/>
                  </a:moveTo>
                  <a:lnTo>
                    <a:pt x="933221" y="622300"/>
                  </a:lnTo>
                  <a:lnTo>
                    <a:pt x="933221" y="901700"/>
                  </a:lnTo>
                  <a:lnTo>
                    <a:pt x="961783" y="901700"/>
                  </a:lnTo>
                  <a:lnTo>
                    <a:pt x="961783" y="622300"/>
                  </a:lnTo>
                  <a:close/>
                </a:path>
                <a:path w="7494905" h="1206500">
                  <a:moveTo>
                    <a:pt x="961783" y="304800"/>
                  </a:moveTo>
                  <a:lnTo>
                    <a:pt x="933221" y="304800"/>
                  </a:lnTo>
                  <a:lnTo>
                    <a:pt x="933221" y="584200"/>
                  </a:lnTo>
                  <a:lnTo>
                    <a:pt x="961783" y="584200"/>
                  </a:lnTo>
                  <a:lnTo>
                    <a:pt x="961783" y="304800"/>
                  </a:lnTo>
                  <a:close/>
                </a:path>
                <a:path w="7494905" h="1206500">
                  <a:moveTo>
                    <a:pt x="1272870" y="622300"/>
                  </a:moveTo>
                  <a:lnTo>
                    <a:pt x="1244307" y="622300"/>
                  </a:lnTo>
                  <a:lnTo>
                    <a:pt x="1244307" y="901700"/>
                  </a:lnTo>
                  <a:lnTo>
                    <a:pt x="1272870" y="901700"/>
                  </a:lnTo>
                  <a:lnTo>
                    <a:pt x="1272870" y="622300"/>
                  </a:lnTo>
                  <a:close/>
                </a:path>
                <a:path w="7494905" h="1206500">
                  <a:moveTo>
                    <a:pt x="1272870" y="304800"/>
                  </a:moveTo>
                  <a:lnTo>
                    <a:pt x="1244307" y="304800"/>
                  </a:lnTo>
                  <a:lnTo>
                    <a:pt x="1244307" y="584200"/>
                  </a:lnTo>
                  <a:lnTo>
                    <a:pt x="1272870" y="584200"/>
                  </a:lnTo>
                  <a:lnTo>
                    <a:pt x="1272870" y="304800"/>
                  </a:lnTo>
                  <a:close/>
                </a:path>
                <a:path w="7494905" h="1206500">
                  <a:moveTo>
                    <a:pt x="1583956" y="622300"/>
                  </a:moveTo>
                  <a:lnTo>
                    <a:pt x="1555407" y="622300"/>
                  </a:lnTo>
                  <a:lnTo>
                    <a:pt x="1555407" y="901700"/>
                  </a:lnTo>
                  <a:lnTo>
                    <a:pt x="1583956" y="901700"/>
                  </a:lnTo>
                  <a:lnTo>
                    <a:pt x="1583956" y="622300"/>
                  </a:lnTo>
                  <a:close/>
                </a:path>
                <a:path w="7494905" h="1206500">
                  <a:moveTo>
                    <a:pt x="1583956" y="304800"/>
                  </a:moveTo>
                  <a:lnTo>
                    <a:pt x="1555407" y="304800"/>
                  </a:lnTo>
                  <a:lnTo>
                    <a:pt x="1555407" y="584200"/>
                  </a:lnTo>
                  <a:lnTo>
                    <a:pt x="1583956" y="584200"/>
                  </a:lnTo>
                  <a:lnTo>
                    <a:pt x="1583956" y="304800"/>
                  </a:lnTo>
                  <a:close/>
                </a:path>
                <a:path w="7494905" h="1206500">
                  <a:moveTo>
                    <a:pt x="1895055" y="622300"/>
                  </a:moveTo>
                  <a:lnTo>
                    <a:pt x="1866506" y="622300"/>
                  </a:lnTo>
                  <a:lnTo>
                    <a:pt x="1866506" y="901700"/>
                  </a:lnTo>
                  <a:lnTo>
                    <a:pt x="1895055" y="901700"/>
                  </a:lnTo>
                  <a:lnTo>
                    <a:pt x="1895055" y="622300"/>
                  </a:lnTo>
                  <a:close/>
                </a:path>
                <a:path w="7494905" h="1206500">
                  <a:moveTo>
                    <a:pt x="1895055" y="304800"/>
                  </a:moveTo>
                  <a:lnTo>
                    <a:pt x="1866506" y="304800"/>
                  </a:lnTo>
                  <a:lnTo>
                    <a:pt x="1866506" y="584200"/>
                  </a:lnTo>
                  <a:lnTo>
                    <a:pt x="1895055" y="584200"/>
                  </a:lnTo>
                  <a:lnTo>
                    <a:pt x="1895055" y="304800"/>
                  </a:lnTo>
                  <a:close/>
                </a:path>
                <a:path w="7494905" h="1206500">
                  <a:moveTo>
                    <a:pt x="2206155" y="622300"/>
                  </a:moveTo>
                  <a:lnTo>
                    <a:pt x="2177592" y="622300"/>
                  </a:lnTo>
                  <a:lnTo>
                    <a:pt x="2177592" y="901700"/>
                  </a:lnTo>
                  <a:lnTo>
                    <a:pt x="2206155" y="901700"/>
                  </a:lnTo>
                  <a:lnTo>
                    <a:pt x="2206155" y="622300"/>
                  </a:lnTo>
                  <a:close/>
                </a:path>
                <a:path w="7494905" h="1206500">
                  <a:moveTo>
                    <a:pt x="2206155" y="304800"/>
                  </a:moveTo>
                  <a:lnTo>
                    <a:pt x="2177592" y="304800"/>
                  </a:lnTo>
                  <a:lnTo>
                    <a:pt x="2177592" y="584200"/>
                  </a:lnTo>
                  <a:lnTo>
                    <a:pt x="2206155" y="584200"/>
                  </a:lnTo>
                  <a:lnTo>
                    <a:pt x="2206155" y="304800"/>
                  </a:lnTo>
                  <a:close/>
                </a:path>
                <a:path w="7494905" h="1206500">
                  <a:moveTo>
                    <a:pt x="2206155" y="0"/>
                  </a:moveTo>
                  <a:lnTo>
                    <a:pt x="2177592" y="0"/>
                  </a:lnTo>
                  <a:lnTo>
                    <a:pt x="2177592" y="279400"/>
                  </a:lnTo>
                  <a:lnTo>
                    <a:pt x="2206155" y="279400"/>
                  </a:lnTo>
                  <a:lnTo>
                    <a:pt x="2206155" y="0"/>
                  </a:lnTo>
                  <a:close/>
                </a:path>
                <a:path w="7494905" h="1206500">
                  <a:moveTo>
                    <a:pt x="2517241" y="622300"/>
                  </a:moveTo>
                  <a:lnTo>
                    <a:pt x="2488692" y="622300"/>
                  </a:lnTo>
                  <a:lnTo>
                    <a:pt x="2488692" y="901700"/>
                  </a:lnTo>
                  <a:lnTo>
                    <a:pt x="2517241" y="901700"/>
                  </a:lnTo>
                  <a:lnTo>
                    <a:pt x="2517241" y="622300"/>
                  </a:lnTo>
                  <a:close/>
                </a:path>
                <a:path w="7494905" h="1206500">
                  <a:moveTo>
                    <a:pt x="2517241" y="304800"/>
                  </a:moveTo>
                  <a:lnTo>
                    <a:pt x="2488692" y="304800"/>
                  </a:lnTo>
                  <a:lnTo>
                    <a:pt x="2488692" y="584200"/>
                  </a:lnTo>
                  <a:lnTo>
                    <a:pt x="2517241" y="584200"/>
                  </a:lnTo>
                  <a:lnTo>
                    <a:pt x="2517241" y="304800"/>
                  </a:lnTo>
                  <a:close/>
                </a:path>
                <a:path w="7494905" h="1206500">
                  <a:moveTo>
                    <a:pt x="2517241" y="0"/>
                  </a:moveTo>
                  <a:lnTo>
                    <a:pt x="2488692" y="0"/>
                  </a:lnTo>
                  <a:lnTo>
                    <a:pt x="2488692" y="279400"/>
                  </a:lnTo>
                  <a:lnTo>
                    <a:pt x="2517241" y="279400"/>
                  </a:lnTo>
                  <a:lnTo>
                    <a:pt x="2517241" y="0"/>
                  </a:lnTo>
                  <a:close/>
                </a:path>
                <a:path w="7494905" h="1206500">
                  <a:moveTo>
                    <a:pt x="2828328" y="622300"/>
                  </a:moveTo>
                  <a:lnTo>
                    <a:pt x="2799778" y="622300"/>
                  </a:lnTo>
                  <a:lnTo>
                    <a:pt x="2799778" y="901700"/>
                  </a:lnTo>
                  <a:lnTo>
                    <a:pt x="2828328" y="901700"/>
                  </a:lnTo>
                  <a:lnTo>
                    <a:pt x="2828328" y="622300"/>
                  </a:lnTo>
                  <a:close/>
                </a:path>
                <a:path w="7494905" h="1206500">
                  <a:moveTo>
                    <a:pt x="2828328" y="304800"/>
                  </a:moveTo>
                  <a:lnTo>
                    <a:pt x="2799778" y="304800"/>
                  </a:lnTo>
                  <a:lnTo>
                    <a:pt x="2799778" y="584200"/>
                  </a:lnTo>
                  <a:lnTo>
                    <a:pt x="2828328" y="584200"/>
                  </a:lnTo>
                  <a:lnTo>
                    <a:pt x="2828328" y="304800"/>
                  </a:lnTo>
                  <a:close/>
                </a:path>
                <a:path w="7494905" h="1206500">
                  <a:moveTo>
                    <a:pt x="2828328" y="0"/>
                  </a:moveTo>
                  <a:lnTo>
                    <a:pt x="2799778" y="0"/>
                  </a:lnTo>
                  <a:lnTo>
                    <a:pt x="2799778" y="279400"/>
                  </a:lnTo>
                  <a:lnTo>
                    <a:pt x="2828328" y="279400"/>
                  </a:lnTo>
                  <a:lnTo>
                    <a:pt x="2828328" y="0"/>
                  </a:lnTo>
                  <a:close/>
                </a:path>
                <a:path w="7494905" h="1206500">
                  <a:moveTo>
                    <a:pt x="3139427" y="622300"/>
                  </a:moveTo>
                  <a:lnTo>
                    <a:pt x="3110865" y="622300"/>
                  </a:lnTo>
                  <a:lnTo>
                    <a:pt x="3110865" y="901700"/>
                  </a:lnTo>
                  <a:lnTo>
                    <a:pt x="3139427" y="901700"/>
                  </a:lnTo>
                  <a:lnTo>
                    <a:pt x="3139427" y="622300"/>
                  </a:lnTo>
                  <a:close/>
                </a:path>
                <a:path w="7494905" h="1206500">
                  <a:moveTo>
                    <a:pt x="3139427" y="304800"/>
                  </a:moveTo>
                  <a:lnTo>
                    <a:pt x="3110865" y="304800"/>
                  </a:lnTo>
                  <a:lnTo>
                    <a:pt x="3110865" y="584200"/>
                  </a:lnTo>
                  <a:lnTo>
                    <a:pt x="3139427" y="584200"/>
                  </a:lnTo>
                  <a:lnTo>
                    <a:pt x="3139427" y="304800"/>
                  </a:lnTo>
                  <a:close/>
                </a:path>
                <a:path w="7494905" h="1206500">
                  <a:moveTo>
                    <a:pt x="3139427" y="0"/>
                  </a:moveTo>
                  <a:lnTo>
                    <a:pt x="3110865" y="0"/>
                  </a:lnTo>
                  <a:lnTo>
                    <a:pt x="3110865" y="279400"/>
                  </a:lnTo>
                  <a:lnTo>
                    <a:pt x="3139427" y="279400"/>
                  </a:lnTo>
                  <a:lnTo>
                    <a:pt x="3139427" y="0"/>
                  </a:lnTo>
                  <a:close/>
                </a:path>
                <a:path w="7494905" h="1206500">
                  <a:moveTo>
                    <a:pt x="3450526" y="622300"/>
                  </a:moveTo>
                  <a:lnTo>
                    <a:pt x="3421964" y="622300"/>
                  </a:lnTo>
                  <a:lnTo>
                    <a:pt x="3421964" y="901700"/>
                  </a:lnTo>
                  <a:lnTo>
                    <a:pt x="3450526" y="901700"/>
                  </a:lnTo>
                  <a:lnTo>
                    <a:pt x="3450526" y="622300"/>
                  </a:lnTo>
                  <a:close/>
                </a:path>
                <a:path w="7494905" h="1206500">
                  <a:moveTo>
                    <a:pt x="3450526" y="304800"/>
                  </a:moveTo>
                  <a:lnTo>
                    <a:pt x="3421964" y="304800"/>
                  </a:lnTo>
                  <a:lnTo>
                    <a:pt x="3421964" y="584200"/>
                  </a:lnTo>
                  <a:lnTo>
                    <a:pt x="3450526" y="584200"/>
                  </a:lnTo>
                  <a:lnTo>
                    <a:pt x="3450526" y="304800"/>
                  </a:lnTo>
                  <a:close/>
                </a:path>
                <a:path w="7494905" h="1206500">
                  <a:moveTo>
                    <a:pt x="3450526" y="0"/>
                  </a:moveTo>
                  <a:lnTo>
                    <a:pt x="3421964" y="0"/>
                  </a:lnTo>
                  <a:lnTo>
                    <a:pt x="3421964" y="279400"/>
                  </a:lnTo>
                  <a:lnTo>
                    <a:pt x="3450526" y="279400"/>
                  </a:lnTo>
                  <a:lnTo>
                    <a:pt x="3450526" y="0"/>
                  </a:lnTo>
                  <a:close/>
                </a:path>
                <a:path w="7494905" h="1206500">
                  <a:moveTo>
                    <a:pt x="3761613" y="622300"/>
                  </a:moveTo>
                  <a:lnTo>
                    <a:pt x="3733063" y="622300"/>
                  </a:lnTo>
                  <a:lnTo>
                    <a:pt x="3733063" y="901700"/>
                  </a:lnTo>
                  <a:lnTo>
                    <a:pt x="3761613" y="901700"/>
                  </a:lnTo>
                  <a:lnTo>
                    <a:pt x="3761613" y="622300"/>
                  </a:lnTo>
                  <a:close/>
                </a:path>
                <a:path w="7494905" h="1206500">
                  <a:moveTo>
                    <a:pt x="3761613" y="304800"/>
                  </a:moveTo>
                  <a:lnTo>
                    <a:pt x="3733063" y="304800"/>
                  </a:lnTo>
                  <a:lnTo>
                    <a:pt x="3733063" y="584200"/>
                  </a:lnTo>
                  <a:lnTo>
                    <a:pt x="3761613" y="584200"/>
                  </a:lnTo>
                  <a:lnTo>
                    <a:pt x="3761613" y="304800"/>
                  </a:lnTo>
                  <a:close/>
                </a:path>
                <a:path w="7494905" h="1206500">
                  <a:moveTo>
                    <a:pt x="3761613" y="0"/>
                  </a:moveTo>
                  <a:lnTo>
                    <a:pt x="3733063" y="0"/>
                  </a:lnTo>
                  <a:lnTo>
                    <a:pt x="3733063" y="279400"/>
                  </a:lnTo>
                  <a:lnTo>
                    <a:pt x="3761613" y="279400"/>
                  </a:lnTo>
                  <a:lnTo>
                    <a:pt x="3761613" y="0"/>
                  </a:lnTo>
                  <a:close/>
                </a:path>
                <a:path w="7494905" h="1206500">
                  <a:moveTo>
                    <a:pt x="4072712" y="622300"/>
                  </a:moveTo>
                  <a:lnTo>
                    <a:pt x="4044150" y="622300"/>
                  </a:lnTo>
                  <a:lnTo>
                    <a:pt x="4044150" y="901700"/>
                  </a:lnTo>
                  <a:lnTo>
                    <a:pt x="4072712" y="901700"/>
                  </a:lnTo>
                  <a:lnTo>
                    <a:pt x="4072712" y="622300"/>
                  </a:lnTo>
                  <a:close/>
                </a:path>
                <a:path w="7494905" h="1206500">
                  <a:moveTo>
                    <a:pt x="4072712" y="304800"/>
                  </a:moveTo>
                  <a:lnTo>
                    <a:pt x="4044150" y="304800"/>
                  </a:lnTo>
                  <a:lnTo>
                    <a:pt x="4044150" y="584200"/>
                  </a:lnTo>
                  <a:lnTo>
                    <a:pt x="4072712" y="584200"/>
                  </a:lnTo>
                  <a:lnTo>
                    <a:pt x="4072712" y="304800"/>
                  </a:lnTo>
                  <a:close/>
                </a:path>
                <a:path w="7494905" h="1206500">
                  <a:moveTo>
                    <a:pt x="4072712" y="0"/>
                  </a:moveTo>
                  <a:lnTo>
                    <a:pt x="4044150" y="0"/>
                  </a:lnTo>
                  <a:lnTo>
                    <a:pt x="4044150" y="279400"/>
                  </a:lnTo>
                  <a:lnTo>
                    <a:pt x="4072712" y="279400"/>
                  </a:lnTo>
                  <a:lnTo>
                    <a:pt x="4072712" y="0"/>
                  </a:lnTo>
                  <a:close/>
                </a:path>
                <a:path w="7494905" h="1206500">
                  <a:moveTo>
                    <a:pt x="4383798" y="622300"/>
                  </a:moveTo>
                  <a:lnTo>
                    <a:pt x="4355236" y="622300"/>
                  </a:lnTo>
                  <a:lnTo>
                    <a:pt x="4355236" y="901700"/>
                  </a:lnTo>
                  <a:lnTo>
                    <a:pt x="4383798" y="901700"/>
                  </a:lnTo>
                  <a:lnTo>
                    <a:pt x="4383798" y="622300"/>
                  </a:lnTo>
                  <a:close/>
                </a:path>
                <a:path w="7494905" h="1206500">
                  <a:moveTo>
                    <a:pt x="4383798" y="304800"/>
                  </a:moveTo>
                  <a:lnTo>
                    <a:pt x="4355236" y="304800"/>
                  </a:lnTo>
                  <a:lnTo>
                    <a:pt x="4355236" y="584200"/>
                  </a:lnTo>
                  <a:lnTo>
                    <a:pt x="4383798" y="584200"/>
                  </a:lnTo>
                  <a:lnTo>
                    <a:pt x="4383798" y="304800"/>
                  </a:lnTo>
                  <a:close/>
                </a:path>
                <a:path w="7494905" h="1206500">
                  <a:moveTo>
                    <a:pt x="4383798" y="0"/>
                  </a:moveTo>
                  <a:lnTo>
                    <a:pt x="4355236" y="0"/>
                  </a:lnTo>
                  <a:lnTo>
                    <a:pt x="4355236" y="279400"/>
                  </a:lnTo>
                  <a:lnTo>
                    <a:pt x="4383798" y="279400"/>
                  </a:lnTo>
                  <a:lnTo>
                    <a:pt x="4383798" y="0"/>
                  </a:lnTo>
                  <a:close/>
                </a:path>
                <a:path w="7494905" h="1206500">
                  <a:moveTo>
                    <a:pt x="4694885" y="622300"/>
                  </a:moveTo>
                  <a:lnTo>
                    <a:pt x="4666335" y="622300"/>
                  </a:lnTo>
                  <a:lnTo>
                    <a:pt x="4666335" y="901700"/>
                  </a:lnTo>
                  <a:lnTo>
                    <a:pt x="4694885" y="901700"/>
                  </a:lnTo>
                  <a:lnTo>
                    <a:pt x="4694885" y="622300"/>
                  </a:lnTo>
                  <a:close/>
                </a:path>
                <a:path w="7494905" h="1206500">
                  <a:moveTo>
                    <a:pt x="4694885" y="304800"/>
                  </a:moveTo>
                  <a:lnTo>
                    <a:pt x="4666335" y="304800"/>
                  </a:lnTo>
                  <a:lnTo>
                    <a:pt x="4666335" y="584200"/>
                  </a:lnTo>
                  <a:lnTo>
                    <a:pt x="4694885" y="584200"/>
                  </a:lnTo>
                  <a:lnTo>
                    <a:pt x="4694885" y="304800"/>
                  </a:lnTo>
                  <a:close/>
                </a:path>
                <a:path w="7494905" h="1206500">
                  <a:moveTo>
                    <a:pt x="4694885" y="0"/>
                  </a:moveTo>
                  <a:lnTo>
                    <a:pt x="4666335" y="0"/>
                  </a:lnTo>
                  <a:lnTo>
                    <a:pt x="4666335" y="279400"/>
                  </a:lnTo>
                  <a:lnTo>
                    <a:pt x="4694885" y="279400"/>
                  </a:lnTo>
                  <a:lnTo>
                    <a:pt x="4694885" y="0"/>
                  </a:lnTo>
                  <a:close/>
                </a:path>
                <a:path w="7494905" h="1206500">
                  <a:moveTo>
                    <a:pt x="5005984" y="622300"/>
                  </a:moveTo>
                  <a:lnTo>
                    <a:pt x="4977422" y="622300"/>
                  </a:lnTo>
                  <a:lnTo>
                    <a:pt x="4977422" y="901700"/>
                  </a:lnTo>
                  <a:lnTo>
                    <a:pt x="5005984" y="901700"/>
                  </a:lnTo>
                  <a:lnTo>
                    <a:pt x="5005984" y="622300"/>
                  </a:lnTo>
                  <a:close/>
                </a:path>
                <a:path w="7494905" h="1206500">
                  <a:moveTo>
                    <a:pt x="5005984" y="304800"/>
                  </a:moveTo>
                  <a:lnTo>
                    <a:pt x="4977422" y="304800"/>
                  </a:lnTo>
                  <a:lnTo>
                    <a:pt x="4977422" y="584200"/>
                  </a:lnTo>
                  <a:lnTo>
                    <a:pt x="5005984" y="584200"/>
                  </a:lnTo>
                  <a:lnTo>
                    <a:pt x="5005984" y="304800"/>
                  </a:lnTo>
                  <a:close/>
                </a:path>
                <a:path w="7494905" h="1206500">
                  <a:moveTo>
                    <a:pt x="5005984" y="0"/>
                  </a:moveTo>
                  <a:lnTo>
                    <a:pt x="4977422" y="0"/>
                  </a:lnTo>
                  <a:lnTo>
                    <a:pt x="4977422" y="279400"/>
                  </a:lnTo>
                  <a:lnTo>
                    <a:pt x="5005984" y="279400"/>
                  </a:lnTo>
                  <a:lnTo>
                    <a:pt x="5005984" y="0"/>
                  </a:lnTo>
                  <a:close/>
                </a:path>
                <a:path w="7494905" h="1206500">
                  <a:moveTo>
                    <a:pt x="5317083" y="622300"/>
                  </a:moveTo>
                  <a:lnTo>
                    <a:pt x="5288521" y="622300"/>
                  </a:lnTo>
                  <a:lnTo>
                    <a:pt x="5288521" y="901700"/>
                  </a:lnTo>
                  <a:lnTo>
                    <a:pt x="5317083" y="901700"/>
                  </a:lnTo>
                  <a:lnTo>
                    <a:pt x="5317083" y="622300"/>
                  </a:lnTo>
                  <a:close/>
                </a:path>
                <a:path w="7494905" h="1206500">
                  <a:moveTo>
                    <a:pt x="5317083" y="304800"/>
                  </a:moveTo>
                  <a:lnTo>
                    <a:pt x="5288521" y="304800"/>
                  </a:lnTo>
                  <a:lnTo>
                    <a:pt x="5288521" y="584200"/>
                  </a:lnTo>
                  <a:lnTo>
                    <a:pt x="5317083" y="584200"/>
                  </a:lnTo>
                  <a:lnTo>
                    <a:pt x="5317083" y="304800"/>
                  </a:lnTo>
                  <a:close/>
                </a:path>
                <a:path w="7494905" h="1206500">
                  <a:moveTo>
                    <a:pt x="5317083" y="0"/>
                  </a:moveTo>
                  <a:lnTo>
                    <a:pt x="5288521" y="0"/>
                  </a:lnTo>
                  <a:lnTo>
                    <a:pt x="5288521" y="279400"/>
                  </a:lnTo>
                  <a:lnTo>
                    <a:pt x="5317083" y="279400"/>
                  </a:lnTo>
                  <a:lnTo>
                    <a:pt x="5317083" y="0"/>
                  </a:lnTo>
                  <a:close/>
                </a:path>
                <a:path w="7494905" h="1206500">
                  <a:moveTo>
                    <a:pt x="5628170" y="622300"/>
                  </a:moveTo>
                  <a:lnTo>
                    <a:pt x="5599608" y="622300"/>
                  </a:lnTo>
                  <a:lnTo>
                    <a:pt x="5599608" y="901700"/>
                  </a:lnTo>
                  <a:lnTo>
                    <a:pt x="5628170" y="901700"/>
                  </a:lnTo>
                  <a:lnTo>
                    <a:pt x="5628170" y="622300"/>
                  </a:lnTo>
                  <a:close/>
                </a:path>
                <a:path w="7494905" h="1206500">
                  <a:moveTo>
                    <a:pt x="5628170" y="304800"/>
                  </a:moveTo>
                  <a:lnTo>
                    <a:pt x="5599608" y="304800"/>
                  </a:lnTo>
                  <a:lnTo>
                    <a:pt x="5599608" y="584200"/>
                  </a:lnTo>
                  <a:lnTo>
                    <a:pt x="5628170" y="584200"/>
                  </a:lnTo>
                  <a:lnTo>
                    <a:pt x="5628170" y="304800"/>
                  </a:lnTo>
                  <a:close/>
                </a:path>
                <a:path w="7494905" h="1206500">
                  <a:moveTo>
                    <a:pt x="5628170" y="0"/>
                  </a:moveTo>
                  <a:lnTo>
                    <a:pt x="5599608" y="0"/>
                  </a:lnTo>
                  <a:lnTo>
                    <a:pt x="5599608" y="279400"/>
                  </a:lnTo>
                  <a:lnTo>
                    <a:pt x="5628170" y="279400"/>
                  </a:lnTo>
                  <a:lnTo>
                    <a:pt x="5628170" y="0"/>
                  </a:lnTo>
                  <a:close/>
                </a:path>
                <a:path w="7494905" h="1206500">
                  <a:moveTo>
                    <a:pt x="5939256" y="622300"/>
                  </a:moveTo>
                  <a:lnTo>
                    <a:pt x="5910707" y="622300"/>
                  </a:lnTo>
                  <a:lnTo>
                    <a:pt x="5910707" y="901700"/>
                  </a:lnTo>
                  <a:lnTo>
                    <a:pt x="5939256" y="901700"/>
                  </a:lnTo>
                  <a:lnTo>
                    <a:pt x="5939256" y="622300"/>
                  </a:lnTo>
                  <a:close/>
                </a:path>
                <a:path w="7494905" h="1206500">
                  <a:moveTo>
                    <a:pt x="5939256" y="304800"/>
                  </a:moveTo>
                  <a:lnTo>
                    <a:pt x="5910707" y="304800"/>
                  </a:lnTo>
                  <a:lnTo>
                    <a:pt x="5910707" y="584200"/>
                  </a:lnTo>
                  <a:lnTo>
                    <a:pt x="5939256" y="584200"/>
                  </a:lnTo>
                  <a:lnTo>
                    <a:pt x="5939256" y="304800"/>
                  </a:lnTo>
                  <a:close/>
                </a:path>
                <a:path w="7494905" h="1206500">
                  <a:moveTo>
                    <a:pt x="5939256" y="0"/>
                  </a:moveTo>
                  <a:lnTo>
                    <a:pt x="5910707" y="0"/>
                  </a:lnTo>
                  <a:lnTo>
                    <a:pt x="5910707" y="279400"/>
                  </a:lnTo>
                  <a:lnTo>
                    <a:pt x="5939256" y="279400"/>
                  </a:lnTo>
                  <a:lnTo>
                    <a:pt x="5939256" y="0"/>
                  </a:lnTo>
                  <a:close/>
                </a:path>
                <a:path w="7494905" h="1206500">
                  <a:moveTo>
                    <a:pt x="6250356" y="622300"/>
                  </a:moveTo>
                  <a:lnTo>
                    <a:pt x="6221793" y="622300"/>
                  </a:lnTo>
                  <a:lnTo>
                    <a:pt x="6221793" y="901700"/>
                  </a:lnTo>
                  <a:lnTo>
                    <a:pt x="6250356" y="901700"/>
                  </a:lnTo>
                  <a:lnTo>
                    <a:pt x="6250356" y="622300"/>
                  </a:lnTo>
                  <a:close/>
                </a:path>
                <a:path w="7494905" h="1206500">
                  <a:moveTo>
                    <a:pt x="6250356" y="304800"/>
                  </a:moveTo>
                  <a:lnTo>
                    <a:pt x="6221793" y="304800"/>
                  </a:lnTo>
                  <a:lnTo>
                    <a:pt x="6221793" y="584200"/>
                  </a:lnTo>
                  <a:lnTo>
                    <a:pt x="6250356" y="584200"/>
                  </a:lnTo>
                  <a:lnTo>
                    <a:pt x="6250356" y="304800"/>
                  </a:lnTo>
                  <a:close/>
                </a:path>
                <a:path w="7494905" h="1206500">
                  <a:moveTo>
                    <a:pt x="6250356" y="0"/>
                  </a:moveTo>
                  <a:lnTo>
                    <a:pt x="6221793" y="0"/>
                  </a:lnTo>
                  <a:lnTo>
                    <a:pt x="6221793" y="279400"/>
                  </a:lnTo>
                  <a:lnTo>
                    <a:pt x="6250356" y="279400"/>
                  </a:lnTo>
                  <a:lnTo>
                    <a:pt x="6250356" y="0"/>
                  </a:lnTo>
                  <a:close/>
                </a:path>
                <a:path w="7494905" h="1206500">
                  <a:moveTo>
                    <a:pt x="6561442" y="622300"/>
                  </a:moveTo>
                  <a:lnTo>
                    <a:pt x="6532893" y="622300"/>
                  </a:lnTo>
                  <a:lnTo>
                    <a:pt x="6532893" y="901700"/>
                  </a:lnTo>
                  <a:lnTo>
                    <a:pt x="6561442" y="901700"/>
                  </a:lnTo>
                  <a:lnTo>
                    <a:pt x="6561442" y="622300"/>
                  </a:lnTo>
                  <a:close/>
                </a:path>
                <a:path w="7494905" h="1206500">
                  <a:moveTo>
                    <a:pt x="6561442" y="304800"/>
                  </a:moveTo>
                  <a:lnTo>
                    <a:pt x="6532893" y="304800"/>
                  </a:lnTo>
                  <a:lnTo>
                    <a:pt x="6532893" y="584200"/>
                  </a:lnTo>
                  <a:lnTo>
                    <a:pt x="6561442" y="584200"/>
                  </a:lnTo>
                  <a:lnTo>
                    <a:pt x="6561442" y="304800"/>
                  </a:lnTo>
                  <a:close/>
                </a:path>
                <a:path w="7494905" h="1206500">
                  <a:moveTo>
                    <a:pt x="6561442" y="0"/>
                  </a:moveTo>
                  <a:lnTo>
                    <a:pt x="6532893" y="0"/>
                  </a:lnTo>
                  <a:lnTo>
                    <a:pt x="6532893" y="279400"/>
                  </a:lnTo>
                  <a:lnTo>
                    <a:pt x="6561442" y="279400"/>
                  </a:lnTo>
                  <a:lnTo>
                    <a:pt x="6561442" y="0"/>
                  </a:lnTo>
                  <a:close/>
                </a:path>
                <a:path w="7494905" h="1206500">
                  <a:moveTo>
                    <a:pt x="6872541" y="622300"/>
                  </a:moveTo>
                  <a:lnTo>
                    <a:pt x="6843992" y="622300"/>
                  </a:lnTo>
                  <a:lnTo>
                    <a:pt x="6843992" y="901700"/>
                  </a:lnTo>
                  <a:lnTo>
                    <a:pt x="6872541" y="901700"/>
                  </a:lnTo>
                  <a:lnTo>
                    <a:pt x="6872541" y="622300"/>
                  </a:lnTo>
                  <a:close/>
                </a:path>
                <a:path w="7494905" h="1206500">
                  <a:moveTo>
                    <a:pt x="6872541" y="304800"/>
                  </a:moveTo>
                  <a:lnTo>
                    <a:pt x="6843992" y="304800"/>
                  </a:lnTo>
                  <a:lnTo>
                    <a:pt x="6843992" y="584200"/>
                  </a:lnTo>
                  <a:lnTo>
                    <a:pt x="6872541" y="584200"/>
                  </a:lnTo>
                  <a:lnTo>
                    <a:pt x="6872541" y="304800"/>
                  </a:lnTo>
                  <a:close/>
                </a:path>
                <a:path w="7494905" h="1206500">
                  <a:moveTo>
                    <a:pt x="6872541" y="0"/>
                  </a:moveTo>
                  <a:lnTo>
                    <a:pt x="6843992" y="0"/>
                  </a:lnTo>
                  <a:lnTo>
                    <a:pt x="6843992" y="279400"/>
                  </a:lnTo>
                  <a:lnTo>
                    <a:pt x="6872541" y="279400"/>
                  </a:lnTo>
                  <a:lnTo>
                    <a:pt x="6872541" y="0"/>
                  </a:lnTo>
                  <a:close/>
                </a:path>
                <a:path w="7494905" h="1206500">
                  <a:moveTo>
                    <a:pt x="7183641" y="622300"/>
                  </a:moveTo>
                  <a:lnTo>
                    <a:pt x="7155078" y="622300"/>
                  </a:lnTo>
                  <a:lnTo>
                    <a:pt x="7155078" y="901700"/>
                  </a:lnTo>
                  <a:lnTo>
                    <a:pt x="7183641" y="901700"/>
                  </a:lnTo>
                  <a:lnTo>
                    <a:pt x="7183641" y="622300"/>
                  </a:lnTo>
                  <a:close/>
                </a:path>
                <a:path w="7494905" h="1206500">
                  <a:moveTo>
                    <a:pt x="7183641" y="304800"/>
                  </a:moveTo>
                  <a:lnTo>
                    <a:pt x="7155078" y="304800"/>
                  </a:lnTo>
                  <a:lnTo>
                    <a:pt x="7155078" y="584200"/>
                  </a:lnTo>
                  <a:lnTo>
                    <a:pt x="7183641" y="584200"/>
                  </a:lnTo>
                  <a:lnTo>
                    <a:pt x="7183641" y="304800"/>
                  </a:lnTo>
                  <a:close/>
                </a:path>
                <a:path w="7494905" h="1206500">
                  <a:moveTo>
                    <a:pt x="7183641" y="0"/>
                  </a:moveTo>
                  <a:lnTo>
                    <a:pt x="7155078" y="0"/>
                  </a:lnTo>
                  <a:lnTo>
                    <a:pt x="7155078" y="279400"/>
                  </a:lnTo>
                  <a:lnTo>
                    <a:pt x="7183641" y="279400"/>
                  </a:lnTo>
                  <a:lnTo>
                    <a:pt x="7183641" y="0"/>
                  </a:lnTo>
                  <a:close/>
                </a:path>
                <a:path w="7494905" h="1206500">
                  <a:moveTo>
                    <a:pt x="7494727" y="622300"/>
                  </a:moveTo>
                  <a:lnTo>
                    <a:pt x="7466165" y="622300"/>
                  </a:lnTo>
                  <a:lnTo>
                    <a:pt x="7466165" y="901700"/>
                  </a:lnTo>
                  <a:lnTo>
                    <a:pt x="7494727" y="901700"/>
                  </a:lnTo>
                  <a:lnTo>
                    <a:pt x="7494727" y="622300"/>
                  </a:lnTo>
                  <a:close/>
                </a:path>
                <a:path w="7494905" h="1206500">
                  <a:moveTo>
                    <a:pt x="7494727" y="304800"/>
                  </a:moveTo>
                  <a:lnTo>
                    <a:pt x="7466165" y="304800"/>
                  </a:lnTo>
                  <a:lnTo>
                    <a:pt x="7466165" y="584200"/>
                  </a:lnTo>
                  <a:lnTo>
                    <a:pt x="7494727" y="584200"/>
                  </a:lnTo>
                  <a:lnTo>
                    <a:pt x="7494727" y="304800"/>
                  </a:lnTo>
                  <a:close/>
                </a:path>
                <a:path w="7494905" h="1206500">
                  <a:moveTo>
                    <a:pt x="7494727" y="0"/>
                  </a:moveTo>
                  <a:lnTo>
                    <a:pt x="7466165" y="0"/>
                  </a:lnTo>
                  <a:lnTo>
                    <a:pt x="7466165" y="279400"/>
                  </a:lnTo>
                  <a:lnTo>
                    <a:pt x="7494727" y="279400"/>
                  </a:lnTo>
                  <a:lnTo>
                    <a:pt x="7494727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779188" y="9266605"/>
              <a:ext cx="7494905" cy="901700"/>
            </a:xfrm>
            <a:custGeom>
              <a:avLst/>
              <a:gdLst/>
              <a:ahLst/>
              <a:cxnLst/>
              <a:rect l="l" t="t" r="r" b="b"/>
              <a:pathLst>
                <a:path w="7494905" h="901700">
                  <a:moveTo>
                    <a:pt x="28498" y="622300"/>
                  </a:moveTo>
                  <a:lnTo>
                    <a:pt x="0" y="622300"/>
                  </a:lnTo>
                  <a:lnTo>
                    <a:pt x="0" y="901700"/>
                  </a:lnTo>
                  <a:lnTo>
                    <a:pt x="28498" y="901700"/>
                  </a:lnTo>
                  <a:lnTo>
                    <a:pt x="28498" y="622300"/>
                  </a:lnTo>
                  <a:close/>
                </a:path>
                <a:path w="7494905" h="901700">
                  <a:moveTo>
                    <a:pt x="28498" y="317500"/>
                  </a:moveTo>
                  <a:lnTo>
                    <a:pt x="0" y="317500"/>
                  </a:lnTo>
                  <a:lnTo>
                    <a:pt x="0" y="596900"/>
                  </a:lnTo>
                  <a:lnTo>
                    <a:pt x="28498" y="596900"/>
                  </a:lnTo>
                  <a:lnTo>
                    <a:pt x="28498" y="317500"/>
                  </a:lnTo>
                  <a:close/>
                </a:path>
                <a:path w="7494905" h="901700">
                  <a:moveTo>
                    <a:pt x="339598" y="622300"/>
                  </a:moveTo>
                  <a:lnTo>
                    <a:pt x="311035" y="622300"/>
                  </a:lnTo>
                  <a:lnTo>
                    <a:pt x="311035" y="901700"/>
                  </a:lnTo>
                  <a:lnTo>
                    <a:pt x="339598" y="901700"/>
                  </a:lnTo>
                  <a:lnTo>
                    <a:pt x="339598" y="622300"/>
                  </a:lnTo>
                  <a:close/>
                </a:path>
                <a:path w="7494905" h="901700">
                  <a:moveTo>
                    <a:pt x="339598" y="317500"/>
                  </a:moveTo>
                  <a:lnTo>
                    <a:pt x="311035" y="317500"/>
                  </a:lnTo>
                  <a:lnTo>
                    <a:pt x="311035" y="596900"/>
                  </a:lnTo>
                  <a:lnTo>
                    <a:pt x="339598" y="596900"/>
                  </a:lnTo>
                  <a:lnTo>
                    <a:pt x="339598" y="317500"/>
                  </a:lnTo>
                  <a:close/>
                </a:path>
                <a:path w="7494905" h="901700">
                  <a:moveTo>
                    <a:pt x="650684" y="622300"/>
                  </a:moveTo>
                  <a:lnTo>
                    <a:pt x="622134" y="622300"/>
                  </a:lnTo>
                  <a:lnTo>
                    <a:pt x="622134" y="901700"/>
                  </a:lnTo>
                  <a:lnTo>
                    <a:pt x="650684" y="901700"/>
                  </a:lnTo>
                  <a:lnTo>
                    <a:pt x="650684" y="622300"/>
                  </a:lnTo>
                  <a:close/>
                </a:path>
                <a:path w="7494905" h="901700">
                  <a:moveTo>
                    <a:pt x="650684" y="317500"/>
                  </a:moveTo>
                  <a:lnTo>
                    <a:pt x="622134" y="317500"/>
                  </a:lnTo>
                  <a:lnTo>
                    <a:pt x="622134" y="596900"/>
                  </a:lnTo>
                  <a:lnTo>
                    <a:pt x="650684" y="596900"/>
                  </a:lnTo>
                  <a:lnTo>
                    <a:pt x="650684" y="317500"/>
                  </a:lnTo>
                  <a:close/>
                </a:path>
                <a:path w="7494905" h="901700">
                  <a:moveTo>
                    <a:pt x="650684" y="0"/>
                  </a:moveTo>
                  <a:lnTo>
                    <a:pt x="622134" y="0"/>
                  </a:lnTo>
                  <a:lnTo>
                    <a:pt x="622134" y="279400"/>
                  </a:lnTo>
                  <a:lnTo>
                    <a:pt x="650684" y="279400"/>
                  </a:lnTo>
                  <a:lnTo>
                    <a:pt x="650684" y="0"/>
                  </a:lnTo>
                  <a:close/>
                </a:path>
                <a:path w="7494905" h="901700">
                  <a:moveTo>
                    <a:pt x="961783" y="622300"/>
                  </a:moveTo>
                  <a:lnTo>
                    <a:pt x="933221" y="622300"/>
                  </a:lnTo>
                  <a:lnTo>
                    <a:pt x="933221" y="901700"/>
                  </a:lnTo>
                  <a:lnTo>
                    <a:pt x="961783" y="901700"/>
                  </a:lnTo>
                  <a:lnTo>
                    <a:pt x="961783" y="622300"/>
                  </a:lnTo>
                  <a:close/>
                </a:path>
                <a:path w="7494905" h="901700">
                  <a:moveTo>
                    <a:pt x="961783" y="317500"/>
                  </a:moveTo>
                  <a:lnTo>
                    <a:pt x="933221" y="317500"/>
                  </a:lnTo>
                  <a:lnTo>
                    <a:pt x="933221" y="596900"/>
                  </a:lnTo>
                  <a:lnTo>
                    <a:pt x="961783" y="596900"/>
                  </a:lnTo>
                  <a:lnTo>
                    <a:pt x="961783" y="317500"/>
                  </a:lnTo>
                  <a:close/>
                </a:path>
                <a:path w="7494905" h="901700">
                  <a:moveTo>
                    <a:pt x="961783" y="0"/>
                  </a:moveTo>
                  <a:lnTo>
                    <a:pt x="933221" y="0"/>
                  </a:lnTo>
                  <a:lnTo>
                    <a:pt x="933221" y="279400"/>
                  </a:lnTo>
                  <a:lnTo>
                    <a:pt x="961783" y="279400"/>
                  </a:lnTo>
                  <a:lnTo>
                    <a:pt x="961783" y="0"/>
                  </a:lnTo>
                  <a:close/>
                </a:path>
                <a:path w="7494905" h="901700">
                  <a:moveTo>
                    <a:pt x="1272870" y="622300"/>
                  </a:moveTo>
                  <a:lnTo>
                    <a:pt x="1244307" y="622300"/>
                  </a:lnTo>
                  <a:lnTo>
                    <a:pt x="1244307" y="901700"/>
                  </a:lnTo>
                  <a:lnTo>
                    <a:pt x="1272870" y="901700"/>
                  </a:lnTo>
                  <a:lnTo>
                    <a:pt x="1272870" y="622300"/>
                  </a:lnTo>
                  <a:close/>
                </a:path>
                <a:path w="7494905" h="901700">
                  <a:moveTo>
                    <a:pt x="1272870" y="317500"/>
                  </a:moveTo>
                  <a:lnTo>
                    <a:pt x="1244307" y="317500"/>
                  </a:lnTo>
                  <a:lnTo>
                    <a:pt x="1244307" y="596900"/>
                  </a:lnTo>
                  <a:lnTo>
                    <a:pt x="1272870" y="596900"/>
                  </a:lnTo>
                  <a:lnTo>
                    <a:pt x="1272870" y="317500"/>
                  </a:lnTo>
                  <a:close/>
                </a:path>
                <a:path w="7494905" h="901700">
                  <a:moveTo>
                    <a:pt x="1272870" y="0"/>
                  </a:moveTo>
                  <a:lnTo>
                    <a:pt x="1244307" y="0"/>
                  </a:lnTo>
                  <a:lnTo>
                    <a:pt x="1244307" y="279400"/>
                  </a:lnTo>
                  <a:lnTo>
                    <a:pt x="1272870" y="279400"/>
                  </a:lnTo>
                  <a:lnTo>
                    <a:pt x="1272870" y="0"/>
                  </a:lnTo>
                  <a:close/>
                </a:path>
                <a:path w="7494905" h="901700">
                  <a:moveTo>
                    <a:pt x="1583956" y="622300"/>
                  </a:moveTo>
                  <a:lnTo>
                    <a:pt x="1555407" y="622300"/>
                  </a:lnTo>
                  <a:lnTo>
                    <a:pt x="1555407" y="901700"/>
                  </a:lnTo>
                  <a:lnTo>
                    <a:pt x="1583956" y="901700"/>
                  </a:lnTo>
                  <a:lnTo>
                    <a:pt x="1583956" y="622300"/>
                  </a:lnTo>
                  <a:close/>
                </a:path>
                <a:path w="7494905" h="901700">
                  <a:moveTo>
                    <a:pt x="1583956" y="317500"/>
                  </a:moveTo>
                  <a:lnTo>
                    <a:pt x="1555407" y="317500"/>
                  </a:lnTo>
                  <a:lnTo>
                    <a:pt x="1555407" y="596900"/>
                  </a:lnTo>
                  <a:lnTo>
                    <a:pt x="1583956" y="596900"/>
                  </a:lnTo>
                  <a:lnTo>
                    <a:pt x="1583956" y="317500"/>
                  </a:lnTo>
                  <a:close/>
                </a:path>
                <a:path w="7494905" h="901700">
                  <a:moveTo>
                    <a:pt x="1583956" y="0"/>
                  </a:moveTo>
                  <a:lnTo>
                    <a:pt x="1555407" y="0"/>
                  </a:lnTo>
                  <a:lnTo>
                    <a:pt x="1555407" y="279400"/>
                  </a:lnTo>
                  <a:lnTo>
                    <a:pt x="1583956" y="279400"/>
                  </a:lnTo>
                  <a:lnTo>
                    <a:pt x="1583956" y="0"/>
                  </a:lnTo>
                  <a:close/>
                </a:path>
                <a:path w="7494905" h="901700">
                  <a:moveTo>
                    <a:pt x="1895055" y="622300"/>
                  </a:moveTo>
                  <a:lnTo>
                    <a:pt x="1866506" y="622300"/>
                  </a:lnTo>
                  <a:lnTo>
                    <a:pt x="1866506" y="901700"/>
                  </a:lnTo>
                  <a:lnTo>
                    <a:pt x="1895055" y="901700"/>
                  </a:lnTo>
                  <a:lnTo>
                    <a:pt x="1895055" y="622300"/>
                  </a:lnTo>
                  <a:close/>
                </a:path>
                <a:path w="7494905" h="901700">
                  <a:moveTo>
                    <a:pt x="1895055" y="317500"/>
                  </a:moveTo>
                  <a:lnTo>
                    <a:pt x="1866506" y="317500"/>
                  </a:lnTo>
                  <a:lnTo>
                    <a:pt x="1866506" y="596900"/>
                  </a:lnTo>
                  <a:lnTo>
                    <a:pt x="1895055" y="596900"/>
                  </a:lnTo>
                  <a:lnTo>
                    <a:pt x="1895055" y="317500"/>
                  </a:lnTo>
                  <a:close/>
                </a:path>
                <a:path w="7494905" h="901700">
                  <a:moveTo>
                    <a:pt x="1895055" y="0"/>
                  </a:moveTo>
                  <a:lnTo>
                    <a:pt x="1866506" y="0"/>
                  </a:lnTo>
                  <a:lnTo>
                    <a:pt x="1866506" y="279400"/>
                  </a:lnTo>
                  <a:lnTo>
                    <a:pt x="1895055" y="279400"/>
                  </a:lnTo>
                  <a:lnTo>
                    <a:pt x="1895055" y="0"/>
                  </a:lnTo>
                  <a:close/>
                </a:path>
                <a:path w="7494905" h="901700">
                  <a:moveTo>
                    <a:pt x="2206155" y="622300"/>
                  </a:moveTo>
                  <a:lnTo>
                    <a:pt x="2177592" y="622300"/>
                  </a:lnTo>
                  <a:lnTo>
                    <a:pt x="2177592" y="901700"/>
                  </a:lnTo>
                  <a:lnTo>
                    <a:pt x="2206155" y="901700"/>
                  </a:lnTo>
                  <a:lnTo>
                    <a:pt x="2206155" y="622300"/>
                  </a:lnTo>
                  <a:close/>
                </a:path>
                <a:path w="7494905" h="901700">
                  <a:moveTo>
                    <a:pt x="2206155" y="317500"/>
                  </a:moveTo>
                  <a:lnTo>
                    <a:pt x="2177592" y="317500"/>
                  </a:lnTo>
                  <a:lnTo>
                    <a:pt x="2177592" y="596900"/>
                  </a:lnTo>
                  <a:lnTo>
                    <a:pt x="2206155" y="596900"/>
                  </a:lnTo>
                  <a:lnTo>
                    <a:pt x="2206155" y="317500"/>
                  </a:lnTo>
                  <a:close/>
                </a:path>
                <a:path w="7494905" h="901700">
                  <a:moveTo>
                    <a:pt x="2206155" y="0"/>
                  </a:moveTo>
                  <a:lnTo>
                    <a:pt x="2177592" y="0"/>
                  </a:lnTo>
                  <a:lnTo>
                    <a:pt x="2177592" y="279400"/>
                  </a:lnTo>
                  <a:lnTo>
                    <a:pt x="2206155" y="279400"/>
                  </a:lnTo>
                  <a:lnTo>
                    <a:pt x="2206155" y="0"/>
                  </a:lnTo>
                  <a:close/>
                </a:path>
                <a:path w="7494905" h="901700">
                  <a:moveTo>
                    <a:pt x="2517241" y="622300"/>
                  </a:moveTo>
                  <a:lnTo>
                    <a:pt x="2488692" y="622300"/>
                  </a:lnTo>
                  <a:lnTo>
                    <a:pt x="2488692" y="901700"/>
                  </a:lnTo>
                  <a:lnTo>
                    <a:pt x="2517241" y="901700"/>
                  </a:lnTo>
                  <a:lnTo>
                    <a:pt x="2517241" y="622300"/>
                  </a:lnTo>
                  <a:close/>
                </a:path>
                <a:path w="7494905" h="901700">
                  <a:moveTo>
                    <a:pt x="2517241" y="317500"/>
                  </a:moveTo>
                  <a:lnTo>
                    <a:pt x="2488692" y="317500"/>
                  </a:lnTo>
                  <a:lnTo>
                    <a:pt x="2488692" y="596900"/>
                  </a:lnTo>
                  <a:lnTo>
                    <a:pt x="2517241" y="596900"/>
                  </a:lnTo>
                  <a:lnTo>
                    <a:pt x="2517241" y="317500"/>
                  </a:lnTo>
                  <a:close/>
                </a:path>
                <a:path w="7494905" h="901700">
                  <a:moveTo>
                    <a:pt x="2517241" y="0"/>
                  </a:moveTo>
                  <a:lnTo>
                    <a:pt x="2488692" y="0"/>
                  </a:lnTo>
                  <a:lnTo>
                    <a:pt x="2488692" y="279400"/>
                  </a:lnTo>
                  <a:lnTo>
                    <a:pt x="2517241" y="279400"/>
                  </a:lnTo>
                  <a:lnTo>
                    <a:pt x="2517241" y="0"/>
                  </a:lnTo>
                  <a:close/>
                </a:path>
                <a:path w="7494905" h="901700">
                  <a:moveTo>
                    <a:pt x="2828328" y="622300"/>
                  </a:moveTo>
                  <a:lnTo>
                    <a:pt x="2799778" y="622300"/>
                  </a:lnTo>
                  <a:lnTo>
                    <a:pt x="2799778" y="901700"/>
                  </a:lnTo>
                  <a:lnTo>
                    <a:pt x="2828328" y="901700"/>
                  </a:lnTo>
                  <a:lnTo>
                    <a:pt x="2828328" y="622300"/>
                  </a:lnTo>
                  <a:close/>
                </a:path>
                <a:path w="7494905" h="901700">
                  <a:moveTo>
                    <a:pt x="2828328" y="317500"/>
                  </a:moveTo>
                  <a:lnTo>
                    <a:pt x="2799778" y="317500"/>
                  </a:lnTo>
                  <a:lnTo>
                    <a:pt x="2799778" y="596900"/>
                  </a:lnTo>
                  <a:lnTo>
                    <a:pt x="2828328" y="596900"/>
                  </a:lnTo>
                  <a:lnTo>
                    <a:pt x="2828328" y="317500"/>
                  </a:lnTo>
                  <a:close/>
                </a:path>
                <a:path w="7494905" h="901700">
                  <a:moveTo>
                    <a:pt x="2828328" y="0"/>
                  </a:moveTo>
                  <a:lnTo>
                    <a:pt x="2799778" y="0"/>
                  </a:lnTo>
                  <a:lnTo>
                    <a:pt x="2799778" y="279400"/>
                  </a:lnTo>
                  <a:lnTo>
                    <a:pt x="2828328" y="279400"/>
                  </a:lnTo>
                  <a:lnTo>
                    <a:pt x="2828328" y="0"/>
                  </a:lnTo>
                  <a:close/>
                </a:path>
                <a:path w="7494905" h="901700">
                  <a:moveTo>
                    <a:pt x="3139427" y="622300"/>
                  </a:moveTo>
                  <a:lnTo>
                    <a:pt x="3110865" y="622300"/>
                  </a:lnTo>
                  <a:lnTo>
                    <a:pt x="3110865" y="901700"/>
                  </a:lnTo>
                  <a:lnTo>
                    <a:pt x="3139427" y="901700"/>
                  </a:lnTo>
                  <a:lnTo>
                    <a:pt x="3139427" y="622300"/>
                  </a:lnTo>
                  <a:close/>
                </a:path>
                <a:path w="7494905" h="901700">
                  <a:moveTo>
                    <a:pt x="3139427" y="317500"/>
                  </a:moveTo>
                  <a:lnTo>
                    <a:pt x="3110865" y="317500"/>
                  </a:lnTo>
                  <a:lnTo>
                    <a:pt x="3110865" y="596900"/>
                  </a:lnTo>
                  <a:lnTo>
                    <a:pt x="3139427" y="596900"/>
                  </a:lnTo>
                  <a:lnTo>
                    <a:pt x="3139427" y="317500"/>
                  </a:lnTo>
                  <a:close/>
                </a:path>
                <a:path w="7494905" h="901700">
                  <a:moveTo>
                    <a:pt x="3139427" y="0"/>
                  </a:moveTo>
                  <a:lnTo>
                    <a:pt x="3110865" y="0"/>
                  </a:lnTo>
                  <a:lnTo>
                    <a:pt x="3110865" y="279400"/>
                  </a:lnTo>
                  <a:lnTo>
                    <a:pt x="3139427" y="279400"/>
                  </a:lnTo>
                  <a:lnTo>
                    <a:pt x="3139427" y="0"/>
                  </a:lnTo>
                  <a:close/>
                </a:path>
                <a:path w="7494905" h="901700">
                  <a:moveTo>
                    <a:pt x="3450526" y="622300"/>
                  </a:moveTo>
                  <a:lnTo>
                    <a:pt x="3421964" y="622300"/>
                  </a:lnTo>
                  <a:lnTo>
                    <a:pt x="3421964" y="901700"/>
                  </a:lnTo>
                  <a:lnTo>
                    <a:pt x="3450526" y="901700"/>
                  </a:lnTo>
                  <a:lnTo>
                    <a:pt x="3450526" y="622300"/>
                  </a:lnTo>
                  <a:close/>
                </a:path>
                <a:path w="7494905" h="901700">
                  <a:moveTo>
                    <a:pt x="3450526" y="317500"/>
                  </a:moveTo>
                  <a:lnTo>
                    <a:pt x="3421964" y="317500"/>
                  </a:lnTo>
                  <a:lnTo>
                    <a:pt x="3421964" y="596900"/>
                  </a:lnTo>
                  <a:lnTo>
                    <a:pt x="3450526" y="596900"/>
                  </a:lnTo>
                  <a:lnTo>
                    <a:pt x="3450526" y="317500"/>
                  </a:lnTo>
                  <a:close/>
                </a:path>
                <a:path w="7494905" h="901700">
                  <a:moveTo>
                    <a:pt x="3450526" y="0"/>
                  </a:moveTo>
                  <a:lnTo>
                    <a:pt x="3421964" y="0"/>
                  </a:lnTo>
                  <a:lnTo>
                    <a:pt x="3421964" y="279400"/>
                  </a:lnTo>
                  <a:lnTo>
                    <a:pt x="3450526" y="279400"/>
                  </a:lnTo>
                  <a:lnTo>
                    <a:pt x="3450526" y="0"/>
                  </a:lnTo>
                  <a:close/>
                </a:path>
                <a:path w="7494905" h="901700">
                  <a:moveTo>
                    <a:pt x="3761613" y="622300"/>
                  </a:moveTo>
                  <a:lnTo>
                    <a:pt x="3733063" y="622300"/>
                  </a:lnTo>
                  <a:lnTo>
                    <a:pt x="3733063" y="901700"/>
                  </a:lnTo>
                  <a:lnTo>
                    <a:pt x="3761613" y="901700"/>
                  </a:lnTo>
                  <a:lnTo>
                    <a:pt x="3761613" y="622300"/>
                  </a:lnTo>
                  <a:close/>
                </a:path>
                <a:path w="7494905" h="901700">
                  <a:moveTo>
                    <a:pt x="3761613" y="317500"/>
                  </a:moveTo>
                  <a:lnTo>
                    <a:pt x="3733063" y="317500"/>
                  </a:lnTo>
                  <a:lnTo>
                    <a:pt x="3733063" y="596900"/>
                  </a:lnTo>
                  <a:lnTo>
                    <a:pt x="3761613" y="596900"/>
                  </a:lnTo>
                  <a:lnTo>
                    <a:pt x="3761613" y="317500"/>
                  </a:lnTo>
                  <a:close/>
                </a:path>
                <a:path w="7494905" h="901700">
                  <a:moveTo>
                    <a:pt x="3761613" y="0"/>
                  </a:moveTo>
                  <a:lnTo>
                    <a:pt x="3733063" y="0"/>
                  </a:lnTo>
                  <a:lnTo>
                    <a:pt x="3733063" y="279400"/>
                  </a:lnTo>
                  <a:lnTo>
                    <a:pt x="3761613" y="279400"/>
                  </a:lnTo>
                  <a:lnTo>
                    <a:pt x="3761613" y="0"/>
                  </a:lnTo>
                  <a:close/>
                </a:path>
                <a:path w="7494905" h="901700">
                  <a:moveTo>
                    <a:pt x="4072712" y="622300"/>
                  </a:moveTo>
                  <a:lnTo>
                    <a:pt x="4044150" y="622300"/>
                  </a:lnTo>
                  <a:lnTo>
                    <a:pt x="4044150" y="901700"/>
                  </a:lnTo>
                  <a:lnTo>
                    <a:pt x="4072712" y="901700"/>
                  </a:lnTo>
                  <a:lnTo>
                    <a:pt x="4072712" y="622300"/>
                  </a:lnTo>
                  <a:close/>
                </a:path>
                <a:path w="7494905" h="901700">
                  <a:moveTo>
                    <a:pt x="4072712" y="317500"/>
                  </a:moveTo>
                  <a:lnTo>
                    <a:pt x="4044150" y="317500"/>
                  </a:lnTo>
                  <a:lnTo>
                    <a:pt x="4044150" y="596900"/>
                  </a:lnTo>
                  <a:lnTo>
                    <a:pt x="4072712" y="596900"/>
                  </a:lnTo>
                  <a:lnTo>
                    <a:pt x="4072712" y="317500"/>
                  </a:lnTo>
                  <a:close/>
                </a:path>
                <a:path w="7494905" h="901700">
                  <a:moveTo>
                    <a:pt x="4072712" y="0"/>
                  </a:moveTo>
                  <a:lnTo>
                    <a:pt x="4044150" y="0"/>
                  </a:lnTo>
                  <a:lnTo>
                    <a:pt x="4044150" y="279400"/>
                  </a:lnTo>
                  <a:lnTo>
                    <a:pt x="4072712" y="279400"/>
                  </a:lnTo>
                  <a:lnTo>
                    <a:pt x="4072712" y="0"/>
                  </a:lnTo>
                  <a:close/>
                </a:path>
                <a:path w="7494905" h="901700">
                  <a:moveTo>
                    <a:pt x="4383798" y="622300"/>
                  </a:moveTo>
                  <a:lnTo>
                    <a:pt x="4355236" y="622300"/>
                  </a:lnTo>
                  <a:lnTo>
                    <a:pt x="4355236" y="901700"/>
                  </a:lnTo>
                  <a:lnTo>
                    <a:pt x="4383798" y="901700"/>
                  </a:lnTo>
                  <a:lnTo>
                    <a:pt x="4383798" y="622300"/>
                  </a:lnTo>
                  <a:close/>
                </a:path>
                <a:path w="7494905" h="901700">
                  <a:moveTo>
                    <a:pt x="4383798" y="317500"/>
                  </a:moveTo>
                  <a:lnTo>
                    <a:pt x="4355236" y="317500"/>
                  </a:lnTo>
                  <a:lnTo>
                    <a:pt x="4355236" y="596900"/>
                  </a:lnTo>
                  <a:lnTo>
                    <a:pt x="4383798" y="596900"/>
                  </a:lnTo>
                  <a:lnTo>
                    <a:pt x="4383798" y="317500"/>
                  </a:lnTo>
                  <a:close/>
                </a:path>
                <a:path w="7494905" h="901700">
                  <a:moveTo>
                    <a:pt x="4383798" y="0"/>
                  </a:moveTo>
                  <a:lnTo>
                    <a:pt x="4355236" y="0"/>
                  </a:lnTo>
                  <a:lnTo>
                    <a:pt x="4355236" y="279400"/>
                  </a:lnTo>
                  <a:lnTo>
                    <a:pt x="4383798" y="279400"/>
                  </a:lnTo>
                  <a:lnTo>
                    <a:pt x="4383798" y="0"/>
                  </a:lnTo>
                  <a:close/>
                </a:path>
                <a:path w="7494905" h="901700">
                  <a:moveTo>
                    <a:pt x="4694885" y="622300"/>
                  </a:moveTo>
                  <a:lnTo>
                    <a:pt x="4666335" y="622300"/>
                  </a:lnTo>
                  <a:lnTo>
                    <a:pt x="4666335" y="901700"/>
                  </a:lnTo>
                  <a:lnTo>
                    <a:pt x="4694885" y="901700"/>
                  </a:lnTo>
                  <a:lnTo>
                    <a:pt x="4694885" y="622300"/>
                  </a:lnTo>
                  <a:close/>
                </a:path>
                <a:path w="7494905" h="901700">
                  <a:moveTo>
                    <a:pt x="4694885" y="317500"/>
                  </a:moveTo>
                  <a:lnTo>
                    <a:pt x="4666335" y="317500"/>
                  </a:lnTo>
                  <a:lnTo>
                    <a:pt x="4666335" y="596900"/>
                  </a:lnTo>
                  <a:lnTo>
                    <a:pt x="4694885" y="596900"/>
                  </a:lnTo>
                  <a:lnTo>
                    <a:pt x="4694885" y="317500"/>
                  </a:lnTo>
                  <a:close/>
                </a:path>
                <a:path w="7494905" h="901700">
                  <a:moveTo>
                    <a:pt x="4694885" y="0"/>
                  </a:moveTo>
                  <a:lnTo>
                    <a:pt x="4666335" y="0"/>
                  </a:lnTo>
                  <a:lnTo>
                    <a:pt x="4666335" y="279400"/>
                  </a:lnTo>
                  <a:lnTo>
                    <a:pt x="4694885" y="279400"/>
                  </a:lnTo>
                  <a:lnTo>
                    <a:pt x="4694885" y="0"/>
                  </a:lnTo>
                  <a:close/>
                </a:path>
                <a:path w="7494905" h="901700">
                  <a:moveTo>
                    <a:pt x="5005984" y="622300"/>
                  </a:moveTo>
                  <a:lnTo>
                    <a:pt x="4977422" y="622300"/>
                  </a:lnTo>
                  <a:lnTo>
                    <a:pt x="4977422" y="901700"/>
                  </a:lnTo>
                  <a:lnTo>
                    <a:pt x="5005984" y="901700"/>
                  </a:lnTo>
                  <a:lnTo>
                    <a:pt x="5005984" y="622300"/>
                  </a:lnTo>
                  <a:close/>
                </a:path>
                <a:path w="7494905" h="901700">
                  <a:moveTo>
                    <a:pt x="5005984" y="317500"/>
                  </a:moveTo>
                  <a:lnTo>
                    <a:pt x="4977422" y="317500"/>
                  </a:lnTo>
                  <a:lnTo>
                    <a:pt x="4977422" y="596900"/>
                  </a:lnTo>
                  <a:lnTo>
                    <a:pt x="5005984" y="596900"/>
                  </a:lnTo>
                  <a:lnTo>
                    <a:pt x="5005984" y="317500"/>
                  </a:lnTo>
                  <a:close/>
                </a:path>
                <a:path w="7494905" h="901700">
                  <a:moveTo>
                    <a:pt x="5005984" y="0"/>
                  </a:moveTo>
                  <a:lnTo>
                    <a:pt x="4977422" y="0"/>
                  </a:lnTo>
                  <a:lnTo>
                    <a:pt x="4977422" y="279400"/>
                  </a:lnTo>
                  <a:lnTo>
                    <a:pt x="5005984" y="279400"/>
                  </a:lnTo>
                  <a:lnTo>
                    <a:pt x="5005984" y="0"/>
                  </a:lnTo>
                  <a:close/>
                </a:path>
                <a:path w="7494905" h="901700">
                  <a:moveTo>
                    <a:pt x="5317083" y="622300"/>
                  </a:moveTo>
                  <a:lnTo>
                    <a:pt x="5288521" y="622300"/>
                  </a:lnTo>
                  <a:lnTo>
                    <a:pt x="5288521" y="901700"/>
                  </a:lnTo>
                  <a:lnTo>
                    <a:pt x="5317083" y="901700"/>
                  </a:lnTo>
                  <a:lnTo>
                    <a:pt x="5317083" y="622300"/>
                  </a:lnTo>
                  <a:close/>
                </a:path>
                <a:path w="7494905" h="901700">
                  <a:moveTo>
                    <a:pt x="5317083" y="317500"/>
                  </a:moveTo>
                  <a:lnTo>
                    <a:pt x="5288521" y="317500"/>
                  </a:lnTo>
                  <a:lnTo>
                    <a:pt x="5288521" y="596900"/>
                  </a:lnTo>
                  <a:lnTo>
                    <a:pt x="5317083" y="596900"/>
                  </a:lnTo>
                  <a:lnTo>
                    <a:pt x="5317083" y="317500"/>
                  </a:lnTo>
                  <a:close/>
                </a:path>
                <a:path w="7494905" h="901700">
                  <a:moveTo>
                    <a:pt x="5317083" y="0"/>
                  </a:moveTo>
                  <a:lnTo>
                    <a:pt x="5288521" y="0"/>
                  </a:lnTo>
                  <a:lnTo>
                    <a:pt x="5288521" y="279400"/>
                  </a:lnTo>
                  <a:lnTo>
                    <a:pt x="5317083" y="279400"/>
                  </a:lnTo>
                  <a:lnTo>
                    <a:pt x="5317083" y="0"/>
                  </a:lnTo>
                  <a:close/>
                </a:path>
                <a:path w="7494905" h="901700">
                  <a:moveTo>
                    <a:pt x="5628170" y="622300"/>
                  </a:moveTo>
                  <a:lnTo>
                    <a:pt x="5599608" y="622300"/>
                  </a:lnTo>
                  <a:lnTo>
                    <a:pt x="5599608" y="901700"/>
                  </a:lnTo>
                  <a:lnTo>
                    <a:pt x="5628170" y="901700"/>
                  </a:lnTo>
                  <a:lnTo>
                    <a:pt x="5628170" y="622300"/>
                  </a:lnTo>
                  <a:close/>
                </a:path>
                <a:path w="7494905" h="901700">
                  <a:moveTo>
                    <a:pt x="5628170" y="317500"/>
                  </a:moveTo>
                  <a:lnTo>
                    <a:pt x="5599608" y="317500"/>
                  </a:lnTo>
                  <a:lnTo>
                    <a:pt x="5599608" y="596900"/>
                  </a:lnTo>
                  <a:lnTo>
                    <a:pt x="5628170" y="596900"/>
                  </a:lnTo>
                  <a:lnTo>
                    <a:pt x="5628170" y="317500"/>
                  </a:lnTo>
                  <a:close/>
                </a:path>
                <a:path w="7494905" h="901700">
                  <a:moveTo>
                    <a:pt x="5628170" y="0"/>
                  </a:moveTo>
                  <a:lnTo>
                    <a:pt x="5599608" y="0"/>
                  </a:lnTo>
                  <a:lnTo>
                    <a:pt x="5599608" y="279400"/>
                  </a:lnTo>
                  <a:lnTo>
                    <a:pt x="5628170" y="279400"/>
                  </a:lnTo>
                  <a:lnTo>
                    <a:pt x="5628170" y="0"/>
                  </a:lnTo>
                  <a:close/>
                </a:path>
                <a:path w="7494905" h="901700">
                  <a:moveTo>
                    <a:pt x="5939256" y="622300"/>
                  </a:moveTo>
                  <a:lnTo>
                    <a:pt x="5910707" y="622300"/>
                  </a:lnTo>
                  <a:lnTo>
                    <a:pt x="5910707" y="901700"/>
                  </a:lnTo>
                  <a:lnTo>
                    <a:pt x="5939256" y="901700"/>
                  </a:lnTo>
                  <a:lnTo>
                    <a:pt x="5939256" y="622300"/>
                  </a:lnTo>
                  <a:close/>
                </a:path>
                <a:path w="7494905" h="901700">
                  <a:moveTo>
                    <a:pt x="5939256" y="317500"/>
                  </a:moveTo>
                  <a:lnTo>
                    <a:pt x="5910707" y="317500"/>
                  </a:lnTo>
                  <a:lnTo>
                    <a:pt x="5910707" y="596900"/>
                  </a:lnTo>
                  <a:lnTo>
                    <a:pt x="5939256" y="596900"/>
                  </a:lnTo>
                  <a:lnTo>
                    <a:pt x="5939256" y="317500"/>
                  </a:lnTo>
                  <a:close/>
                </a:path>
                <a:path w="7494905" h="901700">
                  <a:moveTo>
                    <a:pt x="5939256" y="0"/>
                  </a:moveTo>
                  <a:lnTo>
                    <a:pt x="5910707" y="0"/>
                  </a:lnTo>
                  <a:lnTo>
                    <a:pt x="5910707" y="279400"/>
                  </a:lnTo>
                  <a:lnTo>
                    <a:pt x="5939256" y="279400"/>
                  </a:lnTo>
                  <a:lnTo>
                    <a:pt x="5939256" y="0"/>
                  </a:lnTo>
                  <a:close/>
                </a:path>
                <a:path w="7494905" h="901700">
                  <a:moveTo>
                    <a:pt x="6250356" y="622300"/>
                  </a:moveTo>
                  <a:lnTo>
                    <a:pt x="6221793" y="622300"/>
                  </a:lnTo>
                  <a:lnTo>
                    <a:pt x="6221793" y="901700"/>
                  </a:lnTo>
                  <a:lnTo>
                    <a:pt x="6250356" y="901700"/>
                  </a:lnTo>
                  <a:lnTo>
                    <a:pt x="6250356" y="622300"/>
                  </a:lnTo>
                  <a:close/>
                </a:path>
                <a:path w="7494905" h="901700">
                  <a:moveTo>
                    <a:pt x="6250356" y="317500"/>
                  </a:moveTo>
                  <a:lnTo>
                    <a:pt x="6221793" y="317500"/>
                  </a:lnTo>
                  <a:lnTo>
                    <a:pt x="6221793" y="596900"/>
                  </a:lnTo>
                  <a:lnTo>
                    <a:pt x="6250356" y="596900"/>
                  </a:lnTo>
                  <a:lnTo>
                    <a:pt x="6250356" y="317500"/>
                  </a:lnTo>
                  <a:close/>
                </a:path>
                <a:path w="7494905" h="901700">
                  <a:moveTo>
                    <a:pt x="6250356" y="0"/>
                  </a:moveTo>
                  <a:lnTo>
                    <a:pt x="6221793" y="0"/>
                  </a:lnTo>
                  <a:lnTo>
                    <a:pt x="6221793" y="279400"/>
                  </a:lnTo>
                  <a:lnTo>
                    <a:pt x="6250356" y="279400"/>
                  </a:lnTo>
                  <a:lnTo>
                    <a:pt x="6250356" y="0"/>
                  </a:lnTo>
                  <a:close/>
                </a:path>
                <a:path w="7494905" h="901700">
                  <a:moveTo>
                    <a:pt x="6561442" y="622300"/>
                  </a:moveTo>
                  <a:lnTo>
                    <a:pt x="6532893" y="622300"/>
                  </a:lnTo>
                  <a:lnTo>
                    <a:pt x="6532893" y="901700"/>
                  </a:lnTo>
                  <a:lnTo>
                    <a:pt x="6561442" y="901700"/>
                  </a:lnTo>
                  <a:lnTo>
                    <a:pt x="6561442" y="622300"/>
                  </a:lnTo>
                  <a:close/>
                </a:path>
                <a:path w="7494905" h="901700">
                  <a:moveTo>
                    <a:pt x="6561442" y="317500"/>
                  </a:moveTo>
                  <a:lnTo>
                    <a:pt x="6532893" y="317500"/>
                  </a:lnTo>
                  <a:lnTo>
                    <a:pt x="6532893" y="596900"/>
                  </a:lnTo>
                  <a:lnTo>
                    <a:pt x="6561442" y="596900"/>
                  </a:lnTo>
                  <a:lnTo>
                    <a:pt x="6561442" y="317500"/>
                  </a:lnTo>
                  <a:close/>
                </a:path>
                <a:path w="7494905" h="901700">
                  <a:moveTo>
                    <a:pt x="6561442" y="0"/>
                  </a:moveTo>
                  <a:lnTo>
                    <a:pt x="6532893" y="0"/>
                  </a:lnTo>
                  <a:lnTo>
                    <a:pt x="6532893" y="279400"/>
                  </a:lnTo>
                  <a:lnTo>
                    <a:pt x="6561442" y="279400"/>
                  </a:lnTo>
                  <a:lnTo>
                    <a:pt x="6561442" y="0"/>
                  </a:lnTo>
                  <a:close/>
                </a:path>
                <a:path w="7494905" h="901700">
                  <a:moveTo>
                    <a:pt x="6872541" y="622300"/>
                  </a:moveTo>
                  <a:lnTo>
                    <a:pt x="6843992" y="622300"/>
                  </a:lnTo>
                  <a:lnTo>
                    <a:pt x="6843992" y="901700"/>
                  </a:lnTo>
                  <a:lnTo>
                    <a:pt x="6872541" y="901700"/>
                  </a:lnTo>
                  <a:lnTo>
                    <a:pt x="6872541" y="622300"/>
                  </a:lnTo>
                  <a:close/>
                </a:path>
                <a:path w="7494905" h="901700">
                  <a:moveTo>
                    <a:pt x="6872541" y="317500"/>
                  </a:moveTo>
                  <a:lnTo>
                    <a:pt x="6843992" y="317500"/>
                  </a:lnTo>
                  <a:lnTo>
                    <a:pt x="6843992" y="596900"/>
                  </a:lnTo>
                  <a:lnTo>
                    <a:pt x="6872541" y="596900"/>
                  </a:lnTo>
                  <a:lnTo>
                    <a:pt x="6872541" y="317500"/>
                  </a:lnTo>
                  <a:close/>
                </a:path>
                <a:path w="7494905" h="901700">
                  <a:moveTo>
                    <a:pt x="6872541" y="0"/>
                  </a:moveTo>
                  <a:lnTo>
                    <a:pt x="6843992" y="0"/>
                  </a:lnTo>
                  <a:lnTo>
                    <a:pt x="6843992" y="279400"/>
                  </a:lnTo>
                  <a:lnTo>
                    <a:pt x="6872541" y="279400"/>
                  </a:lnTo>
                  <a:lnTo>
                    <a:pt x="6872541" y="0"/>
                  </a:lnTo>
                  <a:close/>
                </a:path>
                <a:path w="7494905" h="901700">
                  <a:moveTo>
                    <a:pt x="7183641" y="317500"/>
                  </a:moveTo>
                  <a:lnTo>
                    <a:pt x="7155078" y="317500"/>
                  </a:lnTo>
                  <a:lnTo>
                    <a:pt x="7155078" y="596900"/>
                  </a:lnTo>
                  <a:lnTo>
                    <a:pt x="7183641" y="596900"/>
                  </a:lnTo>
                  <a:lnTo>
                    <a:pt x="7183641" y="317500"/>
                  </a:lnTo>
                  <a:close/>
                </a:path>
                <a:path w="7494905" h="901700">
                  <a:moveTo>
                    <a:pt x="7183641" y="0"/>
                  </a:moveTo>
                  <a:lnTo>
                    <a:pt x="7155078" y="0"/>
                  </a:lnTo>
                  <a:lnTo>
                    <a:pt x="7155078" y="279400"/>
                  </a:lnTo>
                  <a:lnTo>
                    <a:pt x="7183641" y="279400"/>
                  </a:lnTo>
                  <a:lnTo>
                    <a:pt x="7183641" y="0"/>
                  </a:lnTo>
                  <a:close/>
                </a:path>
                <a:path w="7494905" h="901700">
                  <a:moveTo>
                    <a:pt x="7494727" y="317500"/>
                  </a:moveTo>
                  <a:lnTo>
                    <a:pt x="7466165" y="317500"/>
                  </a:lnTo>
                  <a:lnTo>
                    <a:pt x="7466165" y="596900"/>
                  </a:lnTo>
                  <a:lnTo>
                    <a:pt x="7494727" y="596900"/>
                  </a:lnTo>
                  <a:lnTo>
                    <a:pt x="7494727" y="317500"/>
                  </a:lnTo>
                  <a:close/>
                </a:path>
                <a:path w="7494905" h="901700">
                  <a:moveTo>
                    <a:pt x="7494727" y="0"/>
                  </a:moveTo>
                  <a:lnTo>
                    <a:pt x="7466165" y="0"/>
                  </a:lnTo>
                  <a:lnTo>
                    <a:pt x="7466165" y="279400"/>
                  </a:lnTo>
                  <a:lnTo>
                    <a:pt x="7494727" y="279400"/>
                  </a:lnTo>
                  <a:lnTo>
                    <a:pt x="7494727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779188" y="9888905"/>
              <a:ext cx="7494905" cy="393700"/>
            </a:xfrm>
            <a:custGeom>
              <a:avLst/>
              <a:gdLst/>
              <a:ahLst/>
              <a:cxnLst/>
              <a:rect l="l" t="t" r="r" b="b"/>
              <a:pathLst>
                <a:path w="7494905" h="393700">
                  <a:moveTo>
                    <a:pt x="28498" y="317500"/>
                  </a:moveTo>
                  <a:lnTo>
                    <a:pt x="0" y="317500"/>
                  </a:lnTo>
                  <a:lnTo>
                    <a:pt x="0" y="393700"/>
                  </a:lnTo>
                  <a:lnTo>
                    <a:pt x="28498" y="393700"/>
                  </a:lnTo>
                  <a:lnTo>
                    <a:pt x="28498" y="317500"/>
                  </a:lnTo>
                  <a:close/>
                </a:path>
                <a:path w="7494905" h="393700">
                  <a:moveTo>
                    <a:pt x="339598" y="317500"/>
                  </a:moveTo>
                  <a:lnTo>
                    <a:pt x="311035" y="317500"/>
                  </a:lnTo>
                  <a:lnTo>
                    <a:pt x="311035" y="393700"/>
                  </a:lnTo>
                  <a:lnTo>
                    <a:pt x="339598" y="393700"/>
                  </a:lnTo>
                  <a:lnTo>
                    <a:pt x="339598" y="317500"/>
                  </a:lnTo>
                  <a:close/>
                </a:path>
                <a:path w="7494905" h="393700">
                  <a:moveTo>
                    <a:pt x="650684" y="317500"/>
                  </a:moveTo>
                  <a:lnTo>
                    <a:pt x="622134" y="317500"/>
                  </a:lnTo>
                  <a:lnTo>
                    <a:pt x="622134" y="393700"/>
                  </a:lnTo>
                  <a:lnTo>
                    <a:pt x="650684" y="393700"/>
                  </a:lnTo>
                  <a:lnTo>
                    <a:pt x="650684" y="317500"/>
                  </a:lnTo>
                  <a:close/>
                </a:path>
                <a:path w="7494905" h="393700">
                  <a:moveTo>
                    <a:pt x="961783" y="317500"/>
                  </a:moveTo>
                  <a:lnTo>
                    <a:pt x="933221" y="317500"/>
                  </a:lnTo>
                  <a:lnTo>
                    <a:pt x="933221" y="393700"/>
                  </a:lnTo>
                  <a:lnTo>
                    <a:pt x="961783" y="393700"/>
                  </a:lnTo>
                  <a:lnTo>
                    <a:pt x="961783" y="317500"/>
                  </a:lnTo>
                  <a:close/>
                </a:path>
                <a:path w="7494905" h="393700">
                  <a:moveTo>
                    <a:pt x="1272870" y="317500"/>
                  </a:moveTo>
                  <a:lnTo>
                    <a:pt x="1244307" y="317500"/>
                  </a:lnTo>
                  <a:lnTo>
                    <a:pt x="1244307" y="393700"/>
                  </a:lnTo>
                  <a:lnTo>
                    <a:pt x="1272870" y="393700"/>
                  </a:lnTo>
                  <a:lnTo>
                    <a:pt x="1272870" y="317500"/>
                  </a:lnTo>
                  <a:close/>
                </a:path>
                <a:path w="7494905" h="393700">
                  <a:moveTo>
                    <a:pt x="1583956" y="317500"/>
                  </a:moveTo>
                  <a:lnTo>
                    <a:pt x="1555407" y="317500"/>
                  </a:lnTo>
                  <a:lnTo>
                    <a:pt x="1555407" y="393700"/>
                  </a:lnTo>
                  <a:lnTo>
                    <a:pt x="1583956" y="393700"/>
                  </a:lnTo>
                  <a:lnTo>
                    <a:pt x="1583956" y="317500"/>
                  </a:lnTo>
                  <a:close/>
                </a:path>
                <a:path w="7494905" h="393700">
                  <a:moveTo>
                    <a:pt x="1895055" y="317500"/>
                  </a:moveTo>
                  <a:lnTo>
                    <a:pt x="1866506" y="317500"/>
                  </a:lnTo>
                  <a:lnTo>
                    <a:pt x="1866506" y="393700"/>
                  </a:lnTo>
                  <a:lnTo>
                    <a:pt x="1895055" y="393700"/>
                  </a:lnTo>
                  <a:lnTo>
                    <a:pt x="1895055" y="317500"/>
                  </a:lnTo>
                  <a:close/>
                </a:path>
                <a:path w="7494905" h="393700">
                  <a:moveTo>
                    <a:pt x="2206155" y="317500"/>
                  </a:moveTo>
                  <a:lnTo>
                    <a:pt x="2177592" y="317500"/>
                  </a:lnTo>
                  <a:lnTo>
                    <a:pt x="2177592" y="393700"/>
                  </a:lnTo>
                  <a:lnTo>
                    <a:pt x="2206155" y="393700"/>
                  </a:lnTo>
                  <a:lnTo>
                    <a:pt x="2206155" y="317500"/>
                  </a:lnTo>
                  <a:close/>
                </a:path>
                <a:path w="7494905" h="393700">
                  <a:moveTo>
                    <a:pt x="2517241" y="317500"/>
                  </a:moveTo>
                  <a:lnTo>
                    <a:pt x="2488692" y="317500"/>
                  </a:lnTo>
                  <a:lnTo>
                    <a:pt x="2488692" y="393700"/>
                  </a:lnTo>
                  <a:lnTo>
                    <a:pt x="2517241" y="393700"/>
                  </a:lnTo>
                  <a:lnTo>
                    <a:pt x="2517241" y="317500"/>
                  </a:lnTo>
                  <a:close/>
                </a:path>
                <a:path w="7494905" h="393700">
                  <a:moveTo>
                    <a:pt x="2828328" y="317500"/>
                  </a:moveTo>
                  <a:lnTo>
                    <a:pt x="2799778" y="317500"/>
                  </a:lnTo>
                  <a:lnTo>
                    <a:pt x="2799778" y="393700"/>
                  </a:lnTo>
                  <a:lnTo>
                    <a:pt x="2828328" y="393700"/>
                  </a:lnTo>
                  <a:lnTo>
                    <a:pt x="2828328" y="317500"/>
                  </a:lnTo>
                  <a:close/>
                </a:path>
                <a:path w="7494905" h="393700">
                  <a:moveTo>
                    <a:pt x="3139427" y="317500"/>
                  </a:moveTo>
                  <a:lnTo>
                    <a:pt x="3110865" y="317500"/>
                  </a:lnTo>
                  <a:lnTo>
                    <a:pt x="3110865" y="393700"/>
                  </a:lnTo>
                  <a:lnTo>
                    <a:pt x="3139427" y="393700"/>
                  </a:lnTo>
                  <a:lnTo>
                    <a:pt x="3139427" y="317500"/>
                  </a:lnTo>
                  <a:close/>
                </a:path>
                <a:path w="7494905" h="393700">
                  <a:moveTo>
                    <a:pt x="3450526" y="317500"/>
                  </a:moveTo>
                  <a:lnTo>
                    <a:pt x="3421964" y="317500"/>
                  </a:lnTo>
                  <a:lnTo>
                    <a:pt x="3421964" y="393700"/>
                  </a:lnTo>
                  <a:lnTo>
                    <a:pt x="3450526" y="393700"/>
                  </a:lnTo>
                  <a:lnTo>
                    <a:pt x="3450526" y="317500"/>
                  </a:lnTo>
                  <a:close/>
                </a:path>
                <a:path w="7494905" h="393700">
                  <a:moveTo>
                    <a:pt x="3761613" y="317500"/>
                  </a:moveTo>
                  <a:lnTo>
                    <a:pt x="3733063" y="317500"/>
                  </a:lnTo>
                  <a:lnTo>
                    <a:pt x="3733063" y="393700"/>
                  </a:lnTo>
                  <a:lnTo>
                    <a:pt x="3761613" y="393700"/>
                  </a:lnTo>
                  <a:lnTo>
                    <a:pt x="3761613" y="317500"/>
                  </a:lnTo>
                  <a:close/>
                </a:path>
                <a:path w="7494905" h="393700">
                  <a:moveTo>
                    <a:pt x="4072712" y="317500"/>
                  </a:moveTo>
                  <a:lnTo>
                    <a:pt x="4044150" y="317500"/>
                  </a:lnTo>
                  <a:lnTo>
                    <a:pt x="4044150" y="393700"/>
                  </a:lnTo>
                  <a:lnTo>
                    <a:pt x="4072712" y="393700"/>
                  </a:lnTo>
                  <a:lnTo>
                    <a:pt x="4072712" y="317500"/>
                  </a:lnTo>
                  <a:close/>
                </a:path>
                <a:path w="7494905" h="393700">
                  <a:moveTo>
                    <a:pt x="4383798" y="317500"/>
                  </a:moveTo>
                  <a:lnTo>
                    <a:pt x="4355236" y="317500"/>
                  </a:lnTo>
                  <a:lnTo>
                    <a:pt x="4355236" y="393700"/>
                  </a:lnTo>
                  <a:lnTo>
                    <a:pt x="4383798" y="393700"/>
                  </a:lnTo>
                  <a:lnTo>
                    <a:pt x="4383798" y="317500"/>
                  </a:lnTo>
                  <a:close/>
                </a:path>
                <a:path w="7494905" h="393700">
                  <a:moveTo>
                    <a:pt x="4694885" y="317500"/>
                  </a:moveTo>
                  <a:lnTo>
                    <a:pt x="4666335" y="317500"/>
                  </a:lnTo>
                  <a:lnTo>
                    <a:pt x="4666335" y="393700"/>
                  </a:lnTo>
                  <a:lnTo>
                    <a:pt x="4694885" y="393700"/>
                  </a:lnTo>
                  <a:lnTo>
                    <a:pt x="4694885" y="317500"/>
                  </a:lnTo>
                  <a:close/>
                </a:path>
                <a:path w="7494905" h="393700">
                  <a:moveTo>
                    <a:pt x="5005984" y="317500"/>
                  </a:moveTo>
                  <a:lnTo>
                    <a:pt x="4977422" y="317500"/>
                  </a:lnTo>
                  <a:lnTo>
                    <a:pt x="4977422" y="393700"/>
                  </a:lnTo>
                  <a:lnTo>
                    <a:pt x="5005984" y="393700"/>
                  </a:lnTo>
                  <a:lnTo>
                    <a:pt x="5005984" y="317500"/>
                  </a:lnTo>
                  <a:close/>
                </a:path>
                <a:path w="7494905" h="393700">
                  <a:moveTo>
                    <a:pt x="5317083" y="317500"/>
                  </a:moveTo>
                  <a:lnTo>
                    <a:pt x="5288521" y="317500"/>
                  </a:lnTo>
                  <a:lnTo>
                    <a:pt x="5288521" y="393700"/>
                  </a:lnTo>
                  <a:lnTo>
                    <a:pt x="5317083" y="393700"/>
                  </a:lnTo>
                  <a:lnTo>
                    <a:pt x="5317083" y="317500"/>
                  </a:lnTo>
                  <a:close/>
                </a:path>
                <a:path w="7494905" h="393700">
                  <a:moveTo>
                    <a:pt x="5628170" y="317500"/>
                  </a:moveTo>
                  <a:lnTo>
                    <a:pt x="5599608" y="317500"/>
                  </a:lnTo>
                  <a:lnTo>
                    <a:pt x="5599608" y="393700"/>
                  </a:lnTo>
                  <a:lnTo>
                    <a:pt x="5628170" y="393700"/>
                  </a:lnTo>
                  <a:lnTo>
                    <a:pt x="5628170" y="317500"/>
                  </a:lnTo>
                  <a:close/>
                </a:path>
                <a:path w="7494905" h="393700">
                  <a:moveTo>
                    <a:pt x="5939256" y="317500"/>
                  </a:moveTo>
                  <a:lnTo>
                    <a:pt x="5910707" y="317500"/>
                  </a:lnTo>
                  <a:lnTo>
                    <a:pt x="5910707" y="393700"/>
                  </a:lnTo>
                  <a:lnTo>
                    <a:pt x="5939256" y="393700"/>
                  </a:lnTo>
                  <a:lnTo>
                    <a:pt x="5939256" y="317500"/>
                  </a:lnTo>
                  <a:close/>
                </a:path>
                <a:path w="7494905" h="393700">
                  <a:moveTo>
                    <a:pt x="6250356" y="317500"/>
                  </a:moveTo>
                  <a:lnTo>
                    <a:pt x="6221793" y="317500"/>
                  </a:lnTo>
                  <a:lnTo>
                    <a:pt x="6221793" y="393700"/>
                  </a:lnTo>
                  <a:lnTo>
                    <a:pt x="6250356" y="393700"/>
                  </a:lnTo>
                  <a:lnTo>
                    <a:pt x="6250356" y="317500"/>
                  </a:lnTo>
                  <a:close/>
                </a:path>
                <a:path w="7494905" h="393700">
                  <a:moveTo>
                    <a:pt x="6561442" y="317500"/>
                  </a:moveTo>
                  <a:lnTo>
                    <a:pt x="6532893" y="317500"/>
                  </a:lnTo>
                  <a:lnTo>
                    <a:pt x="6532893" y="393700"/>
                  </a:lnTo>
                  <a:lnTo>
                    <a:pt x="6561442" y="393700"/>
                  </a:lnTo>
                  <a:lnTo>
                    <a:pt x="6561442" y="317500"/>
                  </a:lnTo>
                  <a:close/>
                </a:path>
                <a:path w="7494905" h="393700">
                  <a:moveTo>
                    <a:pt x="6872541" y="317500"/>
                  </a:moveTo>
                  <a:lnTo>
                    <a:pt x="6843992" y="317500"/>
                  </a:lnTo>
                  <a:lnTo>
                    <a:pt x="6843992" y="393700"/>
                  </a:lnTo>
                  <a:lnTo>
                    <a:pt x="6872541" y="393700"/>
                  </a:lnTo>
                  <a:lnTo>
                    <a:pt x="6872541" y="317500"/>
                  </a:lnTo>
                  <a:close/>
                </a:path>
                <a:path w="7494905" h="393700">
                  <a:moveTo>
                    <a:pt x="6872541" y="0"/>
                  </a:moveTo>
                  <a:lnTo>
                    <a:pt x="6843992" y="0"/>
                  </a:lnTo>
                  <a:lnTo>
                    <a:pt x="6843992" y="279400"/>
                  </a:lnTo>
                  <a:lnTo>
                    <a:pt x="6872541" y="279400"/>
                  </a:lnTo>
                  <a:lnTo>
                    <a:pt x="6872541" y="0"/>
                  </a:lnTo>
                  <a:close/>
                </a:path>
                <a:path w="7494905" h="393700">
                  <a:moveTo>
                    <a:pt x="7183641" y="317500"/>
                  </a:moveTo>
                  <a:lnTo>
                    <a:pt x="7155078" y="317500"/>
                  </a:lnTo>
                  <a:lnTo>
                    <a:pt x="7155078" y="393700"/>
                  </a:lnTo>
                  <a:lnTo>
                    <a:pt x="7183641" y="393700"/>
                  </a:lnTo>
                  <a:lnTo>
                    <a:pt x="7183641" y="317500"/>
                  </a:lnTo>
                  <a:close/>
                </a:path>
                <a:path w="7494905" h="393700">
                  <a:moveTo>
                    <a:pt x="7183641" y="0"/>
                  </a:moveTo>
                  <a:lnTo>
                    <a:pt x="7155078" y="0"/>
                  </a:lnTo>
                  <a:lnTo>
                    <a:pt x="7155078" y="279400"/>
                  </a:lnTo>
                  <a:lnTo>
                    <a:pt x="7183641" y="279400"/>
                  </a:lnTo>
                  <a:lnTo>
                    <a:pt x="7183641" y="0"/>
                  </a:lnTo>
                  <a:close/>
                </a:path>
                <a:path w="7494905" h="393700">
                  <a:moveTo>
                    <a:pt x="7494727" y="317500"/>
                  </a:moveTo>
                  <a:lnTo>
                    <a:pt x="7466165" y="317500"/>
                  </a:lnTo>
                  <a:lnTo>
                    <a:pt x="7466165" y="393700"/>
                  </a:lnTo>
                  <a:lnTo>
                    <a:pt x="7494727" y="393700"/>
                  </a:lnTo>
                  <a:lnTo>
                    <a:pt x="7494727" y="317500"/>
                  </a:lnTo>
                  <a:close/>
                </a:path>
                <a:path w="7494905" h="393700">
                  <a:moveTo>
                    <a:pt x="7494727" y="0"/>
                  </a:moveTo>
                  <a:lnTo>
                    <a:pt x="7466165" y="0"/>
                  </a:lnTo>
                  <a:lnTo>
                    <a:pt x="7466165" y="279400"/>
                  </a:lnTo>
                  <a:lnTo>
                    <a:pt x="7494727" y="279400"/>
                  </a:lnTo>
                  <a:lnTo>
                    <a:pt x="7494727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201" y="5821691"/>
              <a:ext cx="7000874" cy="446530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12609" y="6366728"/>
              <a:ext cx="6033816" cy="3920271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242233" y="741394"/>
            <a:ext cx="9803765" cy="4320540"/>
          </a:xfrm>
          <a:prstGeom prst="rect"/>
        </p:spPr>
        <p:txBody>
          <a:bodyPr wrap="square" lIns="0" tIns="151765" rIns="0" bIns="0" rtlCol="0" vert="horz">
            <a:spAutoFit/>
          </a:bodyPr>
          <a:lstStyle/>
          <a:p>
            <a:pPr algn="ctr" marL="12065" marR="5080" indent="-635">
              <a:lnSpc>
                <a:spcPts val="10940"/>
              </a:lnSpc>
              <a:spcBef>
                <a:spcPts val="1195"/>
              </a:spcBef>
            </a:pPr>
            <a:r>
              <a:rPr dirty="0" sz="9950" spc="484"/>
              <a:t>MindBloom</a:t>
            </a:r>
            <a:r>
              <a:rPr dirty="0" sz="9950" spc="-710"/>
              <a:t> </a:t>
            </a:r>
            <a:r>
              <a:rPr dirty="0" sz="9950" spc="-50"/>
              <a:t>- </a:t>
            </a:r>
            <a:r>
              <a:rPr dirty="0" sz="9950" spc="370"/>
              <a:t>Mental</a:t>
            </a:r>
            <a:r>
              <a:rPr dirty="0" sz="9950" spc="-710"/>
              <a:t> </a:t>
            </a:r>
            <a:r>
              <a:rPr dirty="0" sz="9950" spc="120"/>
              <a:t>Health</a:t>
            </a:r>
            <a:r>
              <a:rPr dirty="0" sz="9950" spc="-705"/>
              <a:t> </a:t>
            </a:r>
            <a:r>
              <a:rPr dirty="0" sz="9950" spc="300"/>
              <a:t>&amp; </a:t>
            </a:r>
            <a:r>
              <a:rPr dirty="0" sz="9950" spc="180"/>
              <a:t>Habit</a:t>
            </a:r>
            <a:r>
              <a:rPr dirty="0" sz="9950" spc="-725"/>
              <a:t> </a:t>
            </a:r>
            <a:r>
              <a:rPr dirty="0" sz="9950" spc="105"/>
              <a:t>Tracker</a:t>
            </a:r>
            <a:endParaRPr sz="9950"/>
          </a:p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8169" y="5279590"/>
            <a:ext cx="9151319" cy="5007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-11368" y="3359082"/>
            <a:ext cx="10363200" cy="6929755"/>
          </a:xfrm>
          <a:custGeom>
            <a:avLst/>
            <a:gdLst/>
            <a:ahLst/>
            <a:cxnLst/>
            <a:rect l="l" t="t" r="r" b="b"/>
            <a:pathLst>
              <a:path w="10363200" h="6929755">
                <a:moveTo>
                  <a:pt x="10029698" y="4474984"/>
                </a:moveTo>
                <a:lnTo>
                  <a:pt x="10362790" y="6088076"/>
                </a:lnTo>
                <a:lnTo>
                  <a:pt x="10325595" y="6787161"/>
                </a:lnTo>
                <a:lnTo>
                  <a:pt x="10310662" y="6840447"/>
                </a:lnTo>
                <a:lnTo>
                  <a:pt x="10308179" y="6891225"/>
                </a:lnTo>
                <a:lnTo>
                  <a:pt x="10303088" y="6929369"/>
                </a:lnTo>
                <a:lnTo>
                  <a:pt x="175153" y="6929472"/>
                </a:lnTo>
                <a:lnTo>
                  <a:pt x="173722" y="6922544"/>
                </a:lnTo>
                <a:lnTo>
                  <a:pt x="110224" y="6866237"/>
                </a:lnTo>
                <a:lnTo>
                  <a:pt x="91018" y="6836028"/>
                </a:lnTo>
                <a:lnTo>
                  <a:pt x="27948" y="6781797"/>
                </a:lnTo>
                <a:lnTo>
                  <a:pt x="11368" y="6764305"/>
                </a:lnTo>
                <a:lnTo>
                  <a:pt x="0" y="303557"/>
                </a:lnTo>
                <a:lnTo>
                  <a:pt x="26556" y="306563"/>
                </a:lnTo>
                <a:lnTo>
                  <a:pt x="81657" y="322200"/>
                </a:lnTo>
                <a:lnTo>
                  <a:pt x="136644" y="337290"/>
                </a:lnTo>
                <a:lnTo>
                  <a:pt x="203954" y="349251"/>
                </a:lnTo>
                <a:lnTo>
                  <a:pt x="258708" y="363208"/>
                </a:lnTo>
                <a:lnTo>
                  <a:pt x="325802" y="374125"/>
                </a:lnTo>
                <a:lnTo>
                  <a:pt x="380220" y="386458"/>
                </a:lnTo>
                <a:lnTo>
                  <a:pt x="446844" y="395098"/>
                </a:lnTo>
                <a:lnTo>
                  <a:pt x="500803" y="405205"/>
                </a:lnTo>
                <a:lnTo>
                  <a:pt x="554539" y="414237"/>
                </a:lnTo>
                <a:lnTo>
                  <a:pt x="620497" y="419651"/>
                </a:lnTo>
                <a:lnTo>
                  <a:pt x="673806" y="426610"/>
                </a:lnTo>
                <a:lnTo>
                  <a:pt x="726908" y="432571"/>
                </a:lnTo>
                <a:lnTo>
                  <a:pt x="792247" y="434990"/>
                </a:lnTo>
                <a:lnTo>
                  <a:pt x="844953" y="439030"/>
                </a:lnTo>
                <a:lnTo>
                  <a:pt x="897469" y="442148"/>
                </a:lnTo>
                <a:lnTo>
                  <a:pt x="949800" y="444369"/>
                </a:lnTo>
                <a:lnTo>
                  <a:pt x="1001950" y="445720"/>
                </a:lnTo>
                <a:lnTo>
                  <a:pt x="1066364" y="443657"/>
                </a:lnTo>
                <a:lnTo>
                  <a:pt x="1118171" y="443342"/>
                </a:lnTo>
                <a:lnTo>
                  <a:pt x="1169813" y="442233"/>
                </a:lnTo>
                <a:lnTo>
                  <a:pt x="1221297" y="440355"/>
                </a:lnTo>
                <a:lnTo>
                  <a:pt x="1272627" y="437733"/>
                </a:lnTo>
                <a:lnTo>
                  <a:pt x="1323810" y="434393"/>
                </a:lnTo>
                <a:lnTo>
                  <a:pt x="1374849" y="430361"/>
                </a:lnTo>
                <a:lnTo>
                  <a:pt x="1425750" y="425662"/>
                </a:lnTo>
                <a:lnTo>
                  <a:pt x="1464082" y="422890"/>
                </a:lnTo>
                <a:lnTo>
                  <a:pt x="1514723" y="416933"/>
                </a:lnTo>
                <a:lnTo>
                  <a:pt x="1565243" y="410386"/>
                </a:lnTo>
                <a:lnTo>
                  <a:pt x="1615646" y="403275"/>
                </a:lnTo>
                <a:lnTo>
                  <a:pt x="1665938" y="395623"/>
                </a:lnTo>
                <a:lnTo>
                  <a:pt x="1703686" y="390026"/>
                </a:lnTo>
                <a:lnTo>
                  <a:pt x="1753771" y="381372"/>
                </a:lnTo>
                <a:lnTo>
                  <a:pt x="1803760" y="372255"/>
                </a:lnTo>
                <a:lnTo>
                  <a:pt x="1853659" y="362701"/>
                </a:lnTo>
                <a:lnTo>
                  <a:pt x="1891035" y="355303"/>
                </a:lnTo>
                <a:lnTo>
                  <a:pt x="1940769" y="344950"/>
                </a:lnTo>
                <a:lnTo>
                  <a:pt x="1977991" y="336805"/>
                </a:lnTo>
                <a:lnTo>
                  <a:pt x="2027581" y="325755"/>
                </a:lnTo>
                <a:lnTo>
                  <a:pt x="2064670" y="316965"/>
                </a:lnTo>
                <a:lnTo>
                  <a:pt x="2114137" y="305321"/>
                </a:lnTo>
                <a:lnTo>
                  <a:pt x="2151113" y="295986"/>
                </a:lnTo>
                <a:lnTo>
                  <a:pt x="2200479" y="283850"/>
                </a:lnTo>
                <a:lnTo>
                  <a:pt x="2237364" y="274074"/>
                </a:lnTo>
                <a:lnTo>
                  <a:pt x="2286649" y="261548"/>
                </a:lnTo>
                <a:lnTo>
                  <a:pt x="2323464" y="251432"/>
                </a:lnTo>
                <a:lnTo>
                  <a:pt x="2360252" y="241185"/>
                </a:lnTo>
                <a:lnTo>
                  <a:pt x="2409456" y="228264"/>
                </a:lnTo>
                <a:lnTo>
                  <a:pt x="2446205" y="217831"/>
                </a:lnTo>
                <a:lnTo>
                  <a:pt x="2482943" y="207342"/>
                </a:lnTo>
                <a:lnTo>
                  <a:pt x="2519675" y="196825"/>
                </a:lnTo>
                <a:lnTo>
                  <a:pt x="2605579" y="173234"/>
                </a:lnTo>
                <a:lnTo>
                  <a:pt x="2642325" y="162781"/>
                </a:lnTo>
                <a:lnTo>
                  <a:pt x="2679085" y="152400"/>
                </a:lnTo>
                <a:lnTo>
                  <a:pt x="2715865" y="142117"/>
                </a:lnTo>
                <a:lnTo>
                  <a:pt x="2752671" y="131958"/>
                </a:lnTo>
                <a:lnTo>
                  <a:pt x="2789508" y="121947"/>
                </a:lnTo>
                <a:lnTo>
                  <a:pt x="2826381" y="112111"/>
                </a:lnTo>
                <a:lnTo>
                  <a:pt x="2863295" y="102475"/>
                </a:lnTo>
                <a:lnTo>
                  <a:pt x="2900255" y="93065"/>
                </a:lnTo>
                <a:lnTo>
                  <a:pt x="2937268" y="83905"/>
                </a:lnTo>
                <a:lnTo>
                  <a:pt x="2974337" y="75022"/>
                </a:lnTo>
                <a:lnTo>
                  <a:pt x="3011469" y="66441"/>
                </a:lnTo>
                <a:lnTo>
                  <a:pt x="3048669" y="58188"/>
                </a:lnTo>
                <a:lnTo>
                  <a:pt x="3085941" y="50287"/>
                </a:lnTo>
                <a:lnTo>
                  <a:pt x="3123292" y="42765"/>
                </a:lnTo>
                <a:lnTo>
                  <a:pt x="3160726" y="35647"/>
                </a:lnTo>
                <a:lnTo>
                  <a:pt x="3198248" y="28959"/>
                </a:lnTo>
                <a:lnTo>
                  <a:pt x="3223427" y="25293"/>
                </a:lnTo>
                <a:lnTo>
                  <a:pt x="3261143" y="19540"/>
                </a:lnTo>
                <a:lnTo>
                  <a:pt x="3298963" y="14293"/>
                </a:lnTo>
                <a:lnTo>
                  <a:pt x="3336893" y="9577"/>
                </a:lnTo>
                <a:lnTo>
                  <a:pt x="3362501" y="7987"/>
                </a:lnTo>
                <a:lnTo>
                  <a:pt x="3400666" y="4410"/>
                </a:lnTo>
                <a:lnTo>
                  <a:pt x="3438957" y="1442"/>
                </a:lnTo>
                <a:lnTo>
                  <a:pt x="3464941" y="1675"/>
                </a:lnTo>
                <a:lnTo>
                  <a:pt x="3503499" y="0"/>
                </a:lnTo>
                <a:lnTo>
                  <a:pt x="3529760" y="1576"/>
                </a:lnTo>
                <a:lnTo>
                  <a:pt x="3568606" y="1295"/>
                </a:lnTo>
                <a:lnTo>
                  <a:pt x="3607604" y="1749"/>
                </a:lnTo>
                <a:lnTo>
                  <a:pt x="3634321" y="5532"/>
                </a:lnTo>
                <a:lnTo>
                  <a:pt x="3673638" y="7533"/>
                </a:lnTo>
                <a:lnTo>
                  <a:pt x="3700685" y="12915"/>
                </a:lnTo>
                <a:lnTo>
                  <a:pt x="3740343" y="16566"/>
                </a:lnTo>
                <a:lnTo>
                  <a:pt x="3767741" y="23648"/>
                </a:lnTo>
                <a:lnTo>
                  <a:pt x="3795322" y="31618"/>
                </a:lnTo>
                <a:lnTo>
                  <a:pt x="3835531" y="37935"/>
                </a:lnTo>
                <a:lnTo>
                  <a:pt x="3863495" y="47758"/>
                </a:lnTo>
                <a:lnTo>
                  <a:pt x="3904096" y="55979"/>
                </a:lnTo>
                <a:lnTo>
                  <a:pt x="3932464" y="67758"/>
                </a:lnTo>
                <a:lnTo>
                  <a:pt x="3961042" y="80553"/>
                </a:lnTo>
                <a:lnTo>
                  <a:pt x="4002273" y="91822"/>
                </a:lnTo>
                <a:lnTo>
                  <a:pt x="4031286" y="106725"/>
                </a:lnTo>
                <a:lnTo>
                  <a:pt x="4060525" y="122721"/>
                </a:lnTo>
                <a:lnTo>
                  <a:pt x="4089995" y="139835"/>
                </a:lnTo>
                <a:lnTo>
                  <a:pt x="4132139" y="155524"/>
                </a:lnTo>
                <a:lnTo>
                  <a:pt x="4162086" y="174951"/>
                </a:lnTo>
                <a:lnTo>
                  <a:pt x="4192280" y="195572"/>
                </a:lnTo>
                <a:lnTo>
                  <a:pt x="4222726" y="217412"/>
                </a:lnTo>
                <a:lnTo>
                  <a:pt x="4266153" y="239317"/>
                </a:lnTo>
                <a:lnTo>
                  <a:pt x="4297249" y="264309"/>
                </a:lnTo>
                <a:lnTo>
                  <a:pt x="4328451" y="289810"/>
                </a:lnTo>
                <a:lnTo>
                  <a:pt x="4359756" y="315811"/>
                </a:lnTo>
                <a:lnTo>
                  <a:pt x="4391162" y="342303"/>
                </a:lnTo>
                <a:lnTo>
                  <a:pt x="4422667" y="369275"/>
                </a:lnTo>
                <a:lnTo>
                  <a:pt x="4454270" y="396719"/>
                </a:lnTo>
                <a:lnTo>
                  <a:pt x="4473531" y="427194"/>
                </a:lnTo>
                <a:lnTo>
                  <a:pt x="4505323" y="455552"/>
                </a:lnTo>
                <a:lnTo>
                  <a:pt x="4524768" y="486922"/>
                </a:lnTo>
                <a:lnTo>
                  <a:pt x="4540755" y="501540"/>
                </a:lnTo>
                <a:lnTo>
                  <a:pt x="5252972" y="3950654"/>
                </a:lnTo>
                <a:lnTo>
                  <a:pt x="5273067" y="3985171"/>
                </a:lnTo>
                <a:lnTo>
                  <a:pt x="5288152" y="4058225"/>
                </a:lnTo>
                <a:lnTo>
                  <a:pt x="5308013" y="4091606"/>
                </a:lnTo>
                <a:lnTo>
                  <a:pt x="5322612" y="4162304"/>
                </a:lnTo>
                <a:lnTo>
                  <a:pt x="5361741" y="4226199"/>
                </a:lnTo>
                <a:lnTo>
                  <a:pt x="5368735" y="4260067"/>
                </a:lnTo>
                <a:lnTo>
                  <a:pt x="5407319" y="4321322"/>
                </a:lnTo>
                <a:lnTo>
                  <a:pt x="5414032" y="4353828"/>
                </a:lnTo>
                <a:lnTo>
                  <a:pt x="5470887" y="4440763"/>
                </a:lnTo>
                <a:lnTo>
                  <a:pt x="5508276" y="4496229"/>
                </a:lnTo>
                <a:lnTo>
                  <a:pt x="5526811" y="4523186"/>
                </a:lnTo>
                <a:lnTo>
                  <a:pt x="5557673" y="4547046"/>
                </a:lnTo>
                <a:lnTo>
                  <a:pt x="5594187" y="4598274"/>
                </a:lnTo>
                <a:lnTo>
                  <a:pt x="5624710" y="4620488"/>
                </a:lnTo>
                <a:lnTo>
                  <a:pt x="5642678" y="4644702"/>
                </a:lnTo>
                <a:lnTo>
                  <a:pt x="5672965" y="4665771"/>
                </a:lnTo>
                <a:lnTo>
                  <a:pt x="5703130" y="4686254"/>
                </a:lnTo>
                <a:lnTo>
                  <a:pt x="5720735" y="4708710"/>
                </a:lnTo>
                <a:lnTo>
                  <a:pt x="5750652" y="4727991"/>
                </a:lnTo>
                <a:lnTo>
                  <a:pt x="5780443" y="4746659"/>
                </a:lnTo>
                <a:lnTo>
                  <a:pt x="5810104" y="4764702"/>
                </a:lnTo>
                <a:lnTo>
                  <a:pt x="5839635" y="4782111"/>
                </a:lnTo>
                <a:lnTo>
                  <a:pt x="5881945" y="4798605"/>
                </a:lnTo>
                <a:lnTo>
                  <a:pt x="5911514" y="4816198"/>
                </a:lnTo>
                <a:lnTo>
                  <a:pt x="5953223" y="4829783"/>
                </a:lnTo>
                <a:lnTo>
                  <a:pt x="5982203" y="4844526"/>
                </a:lnTo>
                <a:lnTo>
                  <a:pt x="6023336" y="4855320"/>
                </a:lnTo>
                <a:lnTo>
                  <a:pt x="6051752" y="4867333"/>
                </a:lnTo>
                <a:lnTo>
                  <a:pt x="6092334" y="4875458"/>
                </a:lnTo>
                <a:lnTo>
                  <a:pt x="6132649" y="4882292"/>
                </a:lnTo>
                <a:lnTo>
                  <a:pt x="6160266" y="4890434"/>
                </a:lnTo>
                <a:lnTo>
                  <a:pt x="6200066" y="4894777"/>
                </a:lnTo>
                <a:lnTo>
                  <a:pt x="6239619" y="4897919"/>
                </a:lnTo>
                <a:lnTo>
                  <a:pt x="6278930" y="4899891"/>
                </a:lnTo>
                <a:lnTo>
                  <a:pt x="6318005" y="4900722"/>
                </a:lnTo>
                <a:lnTo>
                  <a:pt x="6356851" y="4900441"/>
                </a:lnTo>
                <a:lnTo>
                  <a:pt x="6383036" y="4901648"/>
                </a:lnTo>
                <a:lnTo>
                  <a:pt x="6421442" y="4899236"/>
                </a:lnTo>
                <a:lnTo>
                  <a:pt x="6459637" y="4895802"/>
                </a:lnTo>
                <a:lnTo>
                  <a:pt x="6497627" y="4891377"/>
                </a:lnTo>
                <a:lnTo>
                  <a:pt x="6535418" y="4885991"/>
                </a:lnTo>
                <a:lnTo>
                  <a:pt x="6573017" y="4879672"/>
                </a:lnTo>
                <a:lnTo>
                  <a:pt x="6622868" y="4869884"/>
                </a:lnTo>
                <a:lnTo>
                  <a:pt x="6660101" y="4861793"/>
                </a:lnTo>
                <a:lnTo>
                  <a:pt x="6697160" y="4852859"/>
                </a:lnTo>
                <a:lnTo>
                  <a:pt x="6734051" y="4843113"/>
                </a:lnTo>
                <a:lnTo>
                  <a:pt x="6770781" y="4832586"/>
                </a:lnTo>
                <a:lnTo>
                  <a:pt x="6807356" y="4821306"/>
                </a:lnTo>
                <a:lnTo>
                  <a:pt x="6843781" y="4809303"/>
                </a:lnTo>
                <a:lnTo>
                  <a:pt x="6892501" y="4794040"/>
                </a:lnTo>
                <a:lnTo>
                  <a:pt x="6928647" y="4780683"/>
                </a:lnTo>
                <a:lnTo>
                  <a:pt x="6964662" y="4766693"/>
                </a:lnTo>
                <a:lnTo>
                  <a:pt x="7000552" y="4752100"/>
                </a:lnTo>
                <a:lnTo>
                  <a:pt x="7048762" y="4734366"/>
                </a:lnTo>
                <a:lnTo>
                  <a:pt x="7084422" y="4718657"/>
                </a:lnTo>
                <a:lnTo>
                  <a:pt x="7119976" y="4702436"/>
                </a:lnTo>
                <a:lnTo>
                  <a:pt x="7167868" y="4683163"/>
                </a:lnTo>
                <a:lnTo>
                  <a:pt x="7203229" y="4666004"/>
                </a:lnTo>
                <a:lnTo>
                  <a:pt x="7238502" y="4648423"/>
                </a:lnTo>
                <a:lnTo>
                  <a:pt x="7286132" y="4627880"/>
                </a:lnTo>
                <a:lnTo>
                  <a:pt x="7321249" y="4609541"/>
                </a:lnTo>
                <a:lnTo>
                  <a:pt x="7356297" y="4590869"/>
                </a:lnTo>
                <a:lnTo>
                  <a:pt x="7403720" y="4569324"/>
                </a:lnTo>
                <a:lnTo>
                  <a:pt x="7438649" y="4550074"/>
                </a:lnTo>
                <a:lnTo>
                  <a:pt x="7485965" y="4528012"/>
                </a:lnTo>
                <a:lnTo>
                  <a:pt x="7520799" y="4508303"/>
                </a:lnTo>
                <a:lnTo>
                  <a:pt x="7555595" y="4488411"/>
                </a:lnTo>
                <a:lnTo>
                  <a:pt x="7602797" y="4465796"/>
                </a:lnTo>
                <a:lnTo>
                  <a:pt x="7637536" y="4445624"/>
                </a:lnTo>
                <a:lnTo>
                  <a:pt x="7672255" y="4425359"/>
                </a:lnTo>
                <a:lnTo>
                  <a:pt x="7719398" y="4402460"/>
                </a:lnTo>
                <a:lnTo>
                  <a:pt x="7835934" y="4338811"/>
                </a:lnTo>
                <a:lnTo>
                  <a:pt x="7870648" y="4318521"/>
                </a:lnTo>
                <a:lnTo>
                  <a:pt x="7917818" y="4295747"/>
                </a:lnTo>
                <a:lnTo>
                  <a:pt x="7952573" y="4275657"/>
                </a:lnTo>
                <a:lnTo>
                  <a:pt x="7999795" y="4253142"/>
                </a:lnTo>
                <a:lnTo>
                  <a:pt x="8034617" y="4233371"/>
                </a:lnTo>
                <a:lnTo>
                  <a:pt x="8069480" y="4213803"/>
                </a:lnTo>
                <a:lnTo>
                  <a:pt x="8116829" y="4191902"/>
                </a:lnTo>
                <a:lnTo>
                  <a:pt x="8151795" y="4172834"/>
                </a:lnTo>
                <a:lnTo>
                  <a:pt x="8186822" y="4154059"/>
                </a:lnTo>
                <a:lnTo>
                  <a:pt x="8221916" y="4135608"/>
                </a:lnTo>
                <a:lnTo>
                  <a:pt x="8269521" y="4114943"/>
                </a:lnTo>
                <a:lnTo>
                  <a:pt x="8304767" y="4097230"/>
                </a:lnTo>
                <a:lnTo>
                  <a:pt x="8340099" y="4079931"/>
                </a:lnTo>
                <a:lnTo>
                  <a:pt x="8387959" y="4060507"/>
                </a:lnTo>
                <a:lnTo>
                  <a:pt x="8423480" y="4044124"/>
                </a:lnTo>
                <a:lnTo>
                  <a:pt x="8459105" y="4028245"/>
                </a:lnTo>
                <a:lnTo>
                  <a:pt x="8494840" y="4012899"/>
                </a:lnTo>
                <a:lnTo>
                  <a:pt x="8530692" y="3998117"/>
                </a:lnTo>
                <a:lnTo>
                  <a:pt x="8566665" y="3983927"/>
                </a:lnTo>
                <a:lnTo>
                  <a:pt x="8615205" y="3967792"/>
                </a:lnTo>
                <a:lnTo>
                  <a:pt x="8651442" y="3954878"/>
                </a:lnTo>
                <a:lnTo>
                  <a:pt x="8687821" y="3942647"/>
                </a:lnTo>
                <a:lnTo>
                  <a:pt x="8724346" y="3931128"/>
                </a:lnTo>
                <a:lnTo>
                  <a:pt x="8761024" y="3920352"/>
                </a:lnTo>
                <a:lnTo>
                  <a:pt x="8797863" y="3910348"/>
                </a:lnTo>
                <a:lnTo>
                  <a:pt x="8834866" y="3901146"/>
                </a:lnTo>
                <a:lnTo>
                  <a:pt x="8872042" y="3892777"/>
                </a:lnTo>
                <a:lnTo>
                  <a:pt x="8909395" y="3885270"/>
                </a:lnTo>
                <a:lnTo>
                  <a:pt x="8946933" y="3878655"/>
                </a:lnTo>
                <a:lnTo>
                  <a:pt x="8972224" y="3875529"/>
                </a:lnTo>
                <a:lnTo>
                  <a:pt x="9010149" y="3870788"/>
                </a:lnTo>
                <a:lnTo>
                  <a:pt x="9048276" y="3867028"/>
                </a:lnTo>
                <a:lnTo>
                  <a:pt x="9086612" y="3864279"/>
                </a:lnTo>
                <a:lnTo>
                  <a:pt x="9125163" y="3862572"/>
                </a:lnTo>
                <a:lnTo>
                  <a:pt x="9151498" y="3864505"/>
                </a:lnTo>
                <a:lnTo>
                  <a:pt x="9190498" y="3864970"/>
                </a:lnTo>
                <a:lnTo>
                  <a:pt x="9229732" y="3866567"/>
                </a:lnTo>
                <a:lnTo>
                  <a:pt x="9256767" y="3871893"/>
                </a:lnTo>
                <a:lnTo>
                  <a:pt x="9296487" y="3875841"/>
                </a:lnTo>
                <a:lnTo>
                  <a:pt x="9324020" y="3883579"/>
                </a:lnTo>
                <a:lnTo>
                  <a:pt x="9364250" y="3889999"/>
                </a:lnTo>
                <a:lnTo>
                  <a:pt x="9392306" y="3900268"/>
                </a:lnTo>
                <a:lnTo>
                  <a:pt x="9420633" y="3911847"/>
                </a:lnTo>
                <a:lnTo>
                  <a:pt x="9461674" y="3922199"/>
                </a:lnTo>
                <a:lnTo>
                  <a:pt x="9490561" y="3936489"/>
                </a:lnTo>
                <a:lnTo>
                  <a:pt x="9519737" y="3952179"/>
                </a:lnTo>
                <a:lnTo>
                  <a:pt x="9561645" y="3966731"/>
                </a:lnTo>
                <a:lnTo>
                  <a:pt x="9577803" y="3982176"/>
                </a:lnTo>
                <a:lnTo>
                  <a:pt x="9606545" y="3995768"/>
                </a:lnTo>
                <a:lnTo>
                  <a:pt x="9622996" y="4012635"/>
                </a:lnTo>
                <a:lnTo>
                  <a:pt x="9652028" y="4027631"/>
                </a:lnTo>
                <a:lnTo>
                  <a:pt x="9668766" y="4045886"/>
                </a:lnTo>
                <a:lnTo>
                  <a:pt x="9698081" y="4062253"/>
                </a:lnTo>
                <a:lnTo>
                  <a:pt x="9715098" y="4081862"/>
                </a:lnTo>
                <a:lnTo>
                  <a:pt x="9744690" y="4099566"/>
                </a:lnTo>
                <a:lnTo>
                  <a:pt x="9761980" y="4120494"/>
                </a:lnTo>
                <a:lnTo>
                  <a:pt x="9779403" y="4142069"/>
                </a:lnTo>
                <a:lnTo>
                  <a:pt x="9809395" y="4161715"/>
                </a:lnTo>
                <a:lnTo>
                  <a:pt x="9844893" y="4208024"/>
                </a:lnTo>
                <a:lnTo>
                  <a:pt x="9899086" y="4282063"/>
                </a:lnTo>
                <a:lnTo>
                  <a:pt x="9935824" y="4334374"/>
                </a:lnTo>
                <a:lnTo>
                  <a:pt x="9973032" y="4388966"/>
                </a:lnTo>
                <a:lnTo>
                  <a:pt x="10010698" y="4445772"/>
                </a:lnTo>
                <a:lnTo>
                  <a:pt x="10029698" y="4474984"/>
                </a:lnTo>
                <a:close/>
              </a:path>
              <a:path w="10363200" h="6929755">
                <a:moveTo>
                  <a:pt x="4769027" y="853404"/>
                </a:moveTo>
                <a:lnTo>
                  <a:pt x="5083124" y="2374509"/>
                </a:lnTo>
                <a:lnTo>
                  <a:pt x="5079794" y="2421180"/>
                </a:lnTo>
                <a:lnTo>
                  <a:pt x="5088896" y="2465263"/>
                </a:lnTo>
                <a:lnTo>
                  <a:pt x="5085556" y="2511885"/>
                </a:lnTo>
                <a:lnTo>
                  <a:pt x="5094645" y="2555901"/>
                </a:lnTo>
                <a:lnTo>
                  <a:pt x="5091286" y="2602437"/>
                </a:lnTo>
                <a:lnTo>
                  <a:pt x="5102588" y="2782774"/>
                </a:lnTo>
                <a:lnTo>
                  <a:pt x="5111589" y="2826360"/>
                </a:lnTo>
                <a:lnTo>
                  <a:pt x="5108130" y="2872410"/>
                </a:lnTo>
                <a:lnTo>
                  <a:pt x="5117085" y="2915777"/>
                </a:lnTo>
                <a:lnTo>
                  <a:pt x="5113576" y="2961589"/>
                </a:lnTo>
                <a:lnTo>
                  <a:pt x="5122478" y="3004699"/>
                </a:lnTo>
                <a:lnTo>
                  <a:pt x="5118913" y="3050236"/>
                </a:lnTo>
                <a:lnTo>
                  <a:pt x="5136563" y="3135707"/>
                </a:lnTo>
                <a:lnTo>
                  <a:pt x="5132898" y="3180759"/>
                </a:lnTo>
                <a:lnTo>
                  <a:pt x="5141633" y="3223063"/>
                </a:lnTo>
                <a:lnTo>
                  <a:pt x="5137892" y="3267746"/>
                </a:lnTo>
                <a:lnTo>
                  <a:pt x="5163726" y="3392856"/>
                </a:lnTo>
                <a:lnTo>
                  <a:pt x="5159809" y="3436686"/>
                </a:lnTo>
                <a:lnTo>
                  <a:pt x="5185068" y="3559010"/>
                </a:lnTo>
                <a:lnTo>
                  <a:pt x="5180943" y="3601835"/>
                </a:lnTo>
                <a:lnTo>
                  <a:pt x="4540755" y="501540"/>
                </a:lnTo>
                <a:lnTo>
                  <a:pt x="4556741" y="516158"/>
                </a:lnTo>
                <a:lnTo>
                  <a:pt x="4576364" y="548386"/>
                </a:lnTo>
                <a:lnTo>
                  <a:pt x="4608510" y="578460"/>
                </a:lnTo>
                <a:lnTo>
                  <a:pt x="4708269" y="747567"/>
                </a:lnTo>
                <a:lnTo>
                  <a:pt x="4769027" y="853404"/>
                </a:lnTo>
                <a:close/>
              </a:path>
              <a:path w="10363200" h="6929755">
                <a:moveTo>
                  <a:pt x="4817961" y="964778"/>
                </a:moveTo>
                <a:lnTo>
                  <a:pt x="5062472" y="2148895"/>
                </a:lnTo>
                <a:lnTo>
                  <a:pt x="5059133" y="2195522"/>
                </a:lnTo>
                <a:lnTo>
                  <a:pt x="5068236" y="2239609"/>
                </a:lnTo>
                <a:lnTo>
                  <a:pt x="5064906" y="2286282"/>
                </a:lnTo>
                <a:lnTo>
                  <a:pt x="4776981" y="891923"/>
                </a:lnTo>
                <a:lnTo>
                  <a:pt x="4817961" y="964778"/>
                </a:lnTo>
                <a:close/>
              </a:path>
              <a:path w="10363200" h="6929755">
                <a:moveTo>
                  <a:pt x="4846752" y="1041406"/>
                </a:moveTo>
                <a:lnTo>
                  <a:pt x="5047670" y="2014408"/>
                </a:lnTo>
                <a:lnTo>
                  <a:pt x="5044301" y="2060896"/>
                </a:lnTo>
                <a:lnTo>
                  <a:pt x="4826107" y="1004230"/>
                </a:lnTo>
                <a:lnTo>
                  <a:pt x="4846752" y="1041406"/>
                </a:lnTo>
                <a:close/>
              </a:path>
              <a:path w="10363200" h="6929755">
                <a:moveTo>
                  <a:pt x="4875777" y="1119165"/>
                </a:moveTo>
                <a:lnTo>
                  <a:pt x="5042012" y="1924206"/>
                </a:lnTo>
                <a:lnTo>
                  <a:pt x="5038614" y="1970554"/>
                </a:lnTo>
                <a:lnTo>
                  <a:pt x="4855017" y="1081433"/>
                </a:lnTo>
                <a:lnTo>
                  <a:pt x="4875777" y="1119165"/>
                </a:lnTo>
                <a:close/>
              </a:path>
              <a:path w="10363200" h="6929755">
                <a:moveTo>
                  <a:pt x="4913498" y="1239042"/>
                </a:moveTo>
                <a:lnTo>
                  <a:pt x="5018482" y="1747455"/>
                </a:lnTo>
                <a:lnTo>
                  <a:pt x="5015003" y="1793410"/>
                </a:lnTo>
                <a:lnTo>
                  <a:pt x="4892581" y="1200547"/>
                </a:lnTo>
                <a:lnTo>
                  <a:pt x="4913498" y="1239042"/>
                </a:lnTo>
                <a:close/>
              </a:path>
              <a:path w="10363200" h="6929755">
                <a:moveTo>
                  <a:pt x="10074907" y="4568319"/>
                </a:moveTo>
                <a:lnTo>
                  <a:pt x="10359142" y="5944808"/>
                </a:lnTo>
                <a:lnTo>
                  <a:pt x="10353241" y="6041834"/>
                </a:lnTo>
                <a:lnTo>
                  <a:pt x="10036369" y="4507291"/>
                </a:lnTo>
                <a:lnTo>
                  <a:pt x="10074907" y="4568319"/>
                </a:lnTo>
                <a:close/>
              </a:path>
              <a:path w="10363200" h="6929755">
                <a:moveTo>
                  <a:pt x="10101422" y="4633923"/>
                </a:moveTo>
                <a:lnTo>
                  <a:pt x="10352781" y="5851200"/>
                </a:lnTo>
                <a:lnTo>
                  <a:pt x="10349720" y="5899178"/>
                </a:lnTo>
                <a:lnTo>
                  <a:pt x="10081895" y="4602158"/>
                </a:lnTo>
                <a:lnTo>
                  <a:pt x="10101422" y="4633923"/>
                </a:lnTo>
                <a:close/>
              </a:path>
              <a:path w="10363200" h="6929755">
                <a:moveTo>
                  <a:pt x="10128337" y="4701468"/>
                </a:moveTo>
                <a:lnTo>
                  <a:pt x="10346609" y="5758510"/>
                </a:lnTo>
                <a:lnTo>
                  <a:pt x="10343451" y="5806020"/>
                </a:lnTo>
                <a:lnTo>
                  <a:pt x="10108611" y="4668742"/>
                </a:lnTo>
                <a:lnTo>
                  <a:pt x="10128337" y="4701468"/>
                </a:lnTo>
                <a:close/>
              </a:path>
              <a:path w="10363200" h="6929755">
                <a:moveTo>
                  <a:pt x="10155639" y="4770886"/>
                </a:moveTo>
                <a:lnTo>
                  <a:pt x="10340640" y="5666806"/>
                </a:lnTo>
                <a:lnTo>
                  <a:pt x="10337379" y="5713815"/>
                </a:lnTo>
                <a:lnTo>
                  <a:pt x="10135722" y="4737232"/>
                </a:lnTo>
                <a:lnTo>
                  <a:pt x="10155639" y="4770886"/>
                </a:lnTo>
                <a:close/>
              </a:path>
              <a:path w="10363200" h="6929755">
                <a:moveTo>
                  <a:pt x="10183314" y="4842108"/>
                </a:moveTo>
                <a:lnTo>
                  <a:pt x="10334890" y="5576156"/>
                </a:lnTo>
                <a:lnTo>
                  <a:pt x="10331518" y="5622629"/>
                </a:lnTo>
                <a:lnTo>
                  <a:pt x="10163212" y="4807560"/>
                </a:lnTo>
                <a:lnTo>
                  <a:pt x="10183314" y="4842108"/>
                </a:lnTo>
                <a:close/>
              </a:path>
              <a:path w="10363200" h="6929755">
                <a:moveTo>
                  <a:pt x="10227287" y="4992259"/>
                </a:moveTo>
                <a:lnTo>
                  <a:pt x="10311660" y="5400859"/>
                </a:lnTo>
                <a:lnTo>
                  <a:pt x="10308046" y="5446159"/>
                </a:lnTo>
                <a:lnTo>
                  <a:pt x="10206837" y="4956026"/>
                </a:lnTo>
                <a:lnTo>
                  <a:pt x="10227287" y="49922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29672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40763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51863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162954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74045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785136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096227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407318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718418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029509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340600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3651691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962782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4273883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4584974" y="0"/>
            <a:ext cx="28575" cy="66040"/>
          </a:xfrm>
          <a:custGeom>
            <a:avLst/>
            <a:gdLst/>
            <a:ahLst/>
            <a:cxnLst/>
            <a:rect l="l" t="t" r="r" b="b"/>
            <a:pathLst>
              <a:path w="28575" h="66040">
                <a:moveTo>
                  <a:pt x="28557" y="66040"/>
                </a:moveTo>
                <a:lnTo>
                  <a:pt x="0" y="66040"/>
                </a:lnTo>
                <a:lnTo>
                  <a:pt x="0" y="0"/>
                </a:lnTo>
                <a:lnTo>
                  <a:pt x="28557" y="0"/>
                </a:lnTo>
                <a:lnTo>
                  <a:pt x="28557" y="660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0" y="0"/>
            <a:ext cx="4939030" cy="2998470"/>
            <a:chOff x="0" y="0"/>
            <a:chExt cx="4939030" cy="2998470"/>
          </a:xfrm>
        </p:grpSpPr>
        <p:sp>
          <p:nvSpPr>
            <p:cNvPr id="19" name="object 19" descr=""/>
            <p:cNvSpPr/>
            <p:nvPr/>
          </p:nvSpPr>
          <p:spPr>
            <a:xfrm>
              <a:off x="0" y="11"/>
              <a:ext cx="4939030" cy="1026160"/>
            </a:xfrm>
            <a:custGeom>
              <a:avLst/>
              <a:gdLst/>
              <a:ahLst/>
              <a:cxnLst/>
              <a:rect l="l" t="t" r="r" b="b"/>
              <a:pathLst>
                <a:path w="4939030" h="1026160">
                  <a:moveTo>
                    <a:pt x="4938712" y="66040"/>
                  </a:moveTo>
                  <a:lnTo>
                    <a:pt x="4924615" y="66040"/>
                  </a:lnTo>
                  <a:lnTo>
                    <a:pt x="4924615" y="0"/>
                  </a:lnTo>
                  <a:lnTo>
                    <a:pt x="4896053" y="0"/>
                  </a:lnTo>
                  <a:lnTo>
                    <a:pt x="4896053" y="999490"/>
                  </a:lnTo>
                  <a:lnTo>
                    <a:pt x="4613529" y="999490"/>
                  </a:lnTo>
                  <a:lnTo>
                    <a:pt x="4613529" y="716280"/>
                  </a:lnTo>
                  <a:lnTo>
                    <a:pt x="4896053" y="716280"/>
                  </a:lnTo>
                  <a:lnTo>
                    <a:pt x="4896053" y="688340"/>
                  </a:lnTo>
                  <a:lnTo>
                    <a:pt x="4613529" y="688340"/>
                  </a:lnTo>
                  <a:lnTo>
                    <a:pt x="4613529" y="405130"/>
                  </a:lnTo>
                  <a:lnTo>
                    <a:pt x="4896053" y="405130"/>
                  </a:lnTo>
                  <a:lnTo>
                    <a:pt x="4896053" y="377190"/>
                  </a:lnTo>
                  <a:lnTo>
                    <a:pt x="4613529" y="377190"/>
                  </a:lnTo>
                  <a:lnTo>
                    <a:pt x="4613529" y="93980"/>
                  </a:lnTo>
                  <a:lnTo>
                    <a:pt x="4896053" y="93980"/>
                  </a:lnTo>
                  <a:lnTo>
                    <a:pt x="4896053" y="66040"/>
                  </a:lnTo>
                  <a:lnTo>
                    <a:pt x="4584966" y="66040"/>
                  </a:lnTo>
                  <a:lnTo>
                    <a:pt x="4584966" y="93980"/>
                  </a:lnTo>
                  <a:lnTo>
                    <a:pt x="4584966" y="377190"/>
                  </a:lnTo>
                  <a:lnTo>
                    <a:pt x="4584966" y="405130"/>
                  </a:lnTo>
                  <a:lnTo>
                    <a:pt x="4584966" y="688340"/>
                  </a:lnTo>
                  <a:lnTo>
                    <a:pt x="4584966" y="716280"/>
                  </a:lnTo>
                  <a:lnTo>
                    <a:pt x="4584966" y="999490"/>
                  </a:lnTo>
                  <a:lnTo>
                    <a:pt x="4302430" y="999490"/>
                  </a:lnTo>
                  <a:lnTo>
                    <a:pt x="4302430" y="716280"/>
                  </a:lnTo>
                  <a:lnTo>
                    <a:pt x="4584966" y="716280"/>
                  </a:lnTo>
                  <a:lnTo>
                    <a:pt x="4584966" y="688340"/>
                  </a:lnTo>
                  <a:lnTo>
                    <a:pt x="4302430" y="688340"/>
                  </a:lnTo>
                  <a:lnTo>
                    <a:pt x="4302430" y="405130"/>
                  </a:lnTo>
                  <a:lnTo>
                    <a:pt x="4584966" y="405130"/>
                  </a:lnTo>
                  <a:lnTo>
                    <a:pt x="4584966" y="377190"/>
                  </a:lnTo>
                  <a:lnTo>
                    <a:pt x="4302430" y="377190"/>
                  </a:lnTo>
                  <a:lnTo>
                    <a:pt x="4302430" y="93980"/>
                  </a:lnTo>
                  <a:lnTo>
                    <a:pt x="4584966" y="93980"/>
                  </a:lnTo>
                  <a:lnTo>
                    <a:pt x="4584966" y="66040"/>
                  </a:lnTo>
                  <a:lnTo>
                    <a:pt x="4273880" y="66040"/>
                  </a:lnTo>
                  <a:lnTo>
                    <a:pt x="4273880" y="93980"/>
                  </a:lnTo>
                  <a:lnTo>
                    <a:pt x="4273880" y="377190"/>
                  </a:lnTo>
                  <a:lnTo>
                    <a:pt x="4273880" y="405130"/>
                  </a:lnTo>
                  <a:lnTo>
                    <a:pt x="4273880" y="688340"/>
                  </a:lnTo>
                  <a:lnTo>
                    <a:pt x="4273880" y="716280"/>
                  </a:lnTo>
                  <a:lnTo>
                    <a:pt x="4273880" y="999490"/>
                  </a:lnTo>
                  <a:lnTo>
                    <a:pt x="3991330" y="999490"/>
                  </a:lnTo>
                  <a:lnTo>
                    <a:pt x="3991330" y="716280"/>
                  </a:lnTo>
                  <a:lnTo>
                    <a:pt x="4273880" y="716280"/>
                  </a:lnTo>
                  <a:lnTo>
                    <a:pt x="4273880" y="688340"/>
                  </a:lnTo>
                  <a:lnTo>
                    <a:pt x="3991330" y="688340"/>
                  </a:lnTo>
                  <a:lnTo>
                    <a:pt x="3991330" y="405130"/>
                  </a:lnTo>
                  <a:lnTo>
                    <a:pt x="4273880" y="405130"/>
                  </a:lnTo>
                  <a:lnTo>
                    <a:pt x="4273880" y="377190"/>
                  </a:lnTo>
                  <a:lnTo>
                    <a:pt x="3991330" y="377190"/>
                  </a:lnTo>
                  <a:lnTo>
                    <a:pt x="3991330" y="93980"/>
                  </a:lnTo>
                  <a:lnTo>
                    <a:pt x="4273880" y="93980"/>
                  </a:lnTo>
                  <a:lnTo>
                    <a:pt x="4273880" y="66040"/>
                  </a:lnTo>
                  <a:lnTo>
                    <a:pt x="3962781" y="66040"/>
                  </a:lnTo>
                  <a:lnTo>
                    <a:pt x="3962781" y="93980"/>
                  </a:lnTo>
                  <a:lnTo>
                    <a:pt x="3962781" y="377190"/>
                  </a:lnTo>
                  <a:lnTo>
                    <a:pt x="3962781" y="405130"/>
                  </a:lnTo>
                  <a:lnTo>
                    <a:pt x="3962781" y="688340"/>
                  </a:lnTo>
                  <a:lnTo>
                    <a:pt x="3962781" y="716280"/>
                  </a:lnTo>
                  <a:lnTo>
                    <a:pt x="3962781" y="999490"/>
                  </a:lnTo>
                  <a:lnTo>
                    <a:pt x="3680244" y="999490"/>
                  </a:lnTo>
                  <a:lnTo>
                    <a:pt x="3680244" y="716280"/>
                  </a:lnTo>
                  <a:lnTo>
                    <a:pt x="3962781" y="716280"/>
                  </a:lnTo>
                  <a:lnTo>
                    <a:pt x="3962781" y="688340"/>
                  </a:lnTo>
                  <a:lnTo>
                    <a:pt x="3680244" y="688340"/>
                  </a:lnTo>
                  <a:lnTo>
                    <a:pt x="3680244" y="405130"/>
                  </a:lnTo>
                  <a:lnTo>
                    <a:pt x="3962781" y="405130"/>
                  </a:lnTo>
                  <a:lnTo>
                    <a:pt x="3962781" y="377190"/>
                  </a:lnTo>
                  <a:lnTo>
                    <a:pt x="3680244" y="377190"/>
                  </a:lnTo>
                  <a:lnTo>
                    <a:pt x="3680244" y="93980"/>
                  </a:lnTo>
                  <a:lnTo>
                    <a:pt x="3962781" y="93980"/>
                  </a:lnTo>
                  <a:lnTo>
                    <a:pt x="3962781" y="66040"/>
                  </a:lnTo>
                  <a:lnTo>
                    <a:pt x="3651681" y="66040"/>
                  </a:lnTo>
                  <a:lnTo>
                    <a:pt x="3651681" y="93980"/>
                  </a:lnTo>
                  <a:lnTo>
                    <a:pt x="3651681" y="377190"/>
                  </a:lnTo>
                  <a:lnTo>
                    <a:pt x="3651681" y="405130"/>
                  </a:lnTo>
                  <a:lnTo>
                    <a:pt x="3651681" y="688340"/>
                  </a:lnTo>
                  <a:lnTo>
                    <a:pt x="3651681" y="716280"/>
                  </a:lnTo>
                  <a:lnTo>
                    <a:pt x="3651681" y="999490"/>
                  </a:lnTo>
                  <a:lnTo>
                    <a:pt x="3369157" y="999490"/>
                  </a:lnTo>
                  <a:lnTo>
                    <a:pt x="3369157" y="716280"/>
                  </a:lnTo>
                  <a:lnTo>
                    <a:pt x="3651681" y="716280"/>
                  </a:lnTo>
                  <a:lnTo>
                    <a:pt x="3651681" y="688340"/>
                  </a:lnTo>
                  <a:lnTo>
                    <a:pt x="3369157" y="688340"/>
                  </a:lnTo>
                  <a:lnTo>
                    <a:pt x="3369157" y="405130"/>
                  </a:lnTo>
                  <a:lnTo>
                    <a:pt x="3651681" y="405130"/>
                  </a:lnTo>
                  <a:lnTo>
                    <a:pt x="3651681" y="377190"/>
                  </a:lnTo>
                  <a:lnTo>
                    <a:pt x="3369157" y="377190"/>
                  </a:lnTo>
                  <a:lnTo>
                    <a:pt x="3369157" y="93980"/>
                  </a:lnTo>
                  <a:lnTo>
                    <a:pt x="3651681" y="93980"/>
                  </a:lnTo>
                  <a:lnTo>
                    <a:pt x="3651681" y="66040"/>
                  </a:lnTo>
                  <a:lnTo>
                    <a:pt x="3340595" y="66040"/>
                  </a:lnTo>
                  <a:lnTo>
                    <a:pt x="3340595" y="93980"/>
                  </a:lnTo>
                  <a:lnTo>
                    <a:pt x="3340595" y="377190"/>
                  </a:lnTo>
                  <a:lnTo>
                    <a:pt x="3340595" y="405130"/>
                  </a:lnTo>
                  <a:lnTo>
                    <a:pt x="3340595" y="688340"/>
                  </a:lnTo>
                  <a:lnTo>
                    <a:pt x="3340595" y="716280"/>
                  </a:lnTo>
                  <a:lnTo>
                    <a:pt x="3340595" y="999490"/>
                  </a:lnTo>
                  <a:lnTo>
                    <a:pt x="3058058" y="999490"/>
                  </a:lnTo>
                  <a:lnTo>
                    <a:pt x="3058058" y="716280"/>
                  </a:lnTo>
                  <a:lnTo>
                    <a:pt x="3340595" y="716280"/>
                  </a:lnTo>
                  <a:lnTo>
                    <a:pt x="3340595" y="688340"/>
                  </a:lnTo>
                  <a:lnTo>
                    <a:pt x="3058058" y="688340"/>
                  </a:lnTo>
                  <a:lnTo>
                    <a:pt x="3058058" y="405130"/>
                  </a:lnTo>
                  <a:lnTo>
                    <a:pt x="3340595" y="405130"/>
                  </a:lnTo>
                  <a:lnTo>
                    <a:pt x="3340595" y="377190"/>
                  </a:lnTo>
                  <a:lnTo>
                    <a:pt x="3058058" y="377190"/>
                  </a:lnTo>
                  <a:lnTo>
                    <a:pt x="3058058" y="93980"/>
                  </a:lnTo>
                  <a:lnTo>
                    <a:pt x="3340595" y="93980"/>
                  </a:lnTo>
                  <a:lnTo>
                    <a:pt x="3340595" y="66040"/>
                  </a:lnTo>
                  <a:lnTo>
                    <a:pt x="3029508" y="66040"/>
                  </a:lnTo>
                  <a:lnTo>
                    <a:pt x="3029508" y="93980"/>
                  </a:lnTo>
                  <a:lnTo>
                    <a:pt x="3029508" y="377190"/>
                  </a:lnTo>
                  <a:lnTo>
                    <a:pt x="3029508" y="405130"/>
                  </a:lnTo>
                  <a:lnTo>
                    <a:pt x="3029508" y="688340"/>
                  </a:lnTo>
                  <a:lnTo>
                    <a:pt x="3029508" y="716280"/>
                  </a:lnTo>
                  <a:lnTo>
                    <a:pt x="3029508" y="999490"/>
                  </a:lnTo>
                  <a:lnTo>
                    <a:pt x="2746972" y="999490"/>
                  </a:lnTo>
                  <a:lnTo>
                    <a:pt x="2746972" y="716280"/>
                  </a:lnTo>
                  <a:lnTo>
                    <a:pt x="3029508" y="716280"/>
                  </a:lnTo>
                  <a:lnTo>
                    <a:pt x="3029508" y="688340"/>
                  </a:lnTo>
                  <a:lnTo>
                    <a:pt x="2746972" y="688340"/>
                  </a:lnTo>
                  <a:lnTo>
                    <a:pt x="2746972" y="405130"/>
                  </a:lnTo>
                  <a:lnTo>
                    <a:pt x="3029508" y="405130"/>
                  </a:lnTo>
                  <a:lnTo>
                    <a:pt x="3029508" y="377190"/>
                  </a:lnTo>
                  <a:lnTo>
                    <a:pt x="2746972" y="377190"/>
                  </a:lnTo>
                  <a:lnTo>
                    <a:pt x="2746972" y="93980"/>
                  </a:lnTo>
                  <a:lnTo>
                    <a:pt x="3029508" y="93980"/>
                  </a:lnTo>
                  <a:lnTo>
                    <a:pt x="3029508" y="66040"/>
                  </a:lnTo>
                  <a:lnTo>
                    <a:pt x="2718409" y="66040"/>
                  </a:lnTo>
                  <a:lnTo>
                    <a:pt x="2718409" y="93980"/>
                  </a:lnTo>
                  <a:lnTo>
                    <a:pt x="2718409" y="377190"/>
                  </a:lnTo>
                  <a:lnTo>
                    <a:pt x="2718409" y="405130"/>
                  </a:lnTo>
                  <a:lnTo>
                    <a:pt x="2718409" y="688340"/>
                  </a:lnTo>
                  <a:lnTo>
                    <a:pt x="2718409" y="716280"/>
                  </a:lnTo>
                  <a:lnTo>
                    <a:pt x="2718409" y="999490"/>
                  </a:lnTo>
                  <a:lnTo>
                    <a:pt x="2435872" y="999490"/>
                  </a:lnTo>
                  <a:lnTo>
                    <a:pt x="2435872" y="716280"/>
                  </a:lnTo>
                  <a:lnTo>
                    <a:pt x="2718409" y="716280"/>
                  </a:lnTo>
                  <a:lnTo>
                    <a:pt x="2718409" y="688340"/>
                  </a:lnTo>
                  <a:lnTo>
                    <a:pt x="2435872" y="688340"/>
                  </a:lnTo>
                  <a:lnTo>
                    <a:pt x="2435872" y="405130"/>
                  </a:lnTo>
                  <a:lnTo>
                    <a:pt x="2718409" y="405130"/>
                  </a:lnTo>
                  <a:lnTo>
                    <a:pt x="2718409" y="377190"/>
                  </a:lnTo>
                  <a:lnTo>
                    <a:pt x="2435872" y="377190"/>
                  </a:lnTo>
                  <a:lnTo>
                    <a:pt x="2435872" y="93980"/>
                  </a:lnTo>
                  <a:lnTo>
                    <a:pt x="2718409" y="93980"/>
                  </a:lnTo>
                  <a:lnTo>
                    <a:pt x="2718409" y="66040"/>
                  </a:lnTo>
                  <a:lnTo>
                    <a:pt x="2407310" y="66040"/>
                  </a:lnTo>
                  <a:lnTo>
                    <a:pt x="2407310" y="93980"/>
                  </a:lnTo>
                  <a:lnTo>
                    <a:pt x="2407310" y="377190"/>
                  </a:lnTo>
                  <a:lnTo>
                    <a:pt x="2407310" y="405130"/>
                  </a:lnTo>
                  <a:lnTo>
                    <a:pt x="2407310" y="688340"/>
                  </a:lnTo>
                  <a:lnTo>
                    <a:pt x="2407310" y="716280"/>
                  </a:lnTo>
                  <a:lnTo>
                    <a:pt x="2407310" y="999490"/>
                  </a:lnTo>
                  <a:lnTo>
                    <a:pt x="2124773" y="999490"/>
                  </a:lnTo>
                  <a:lnTo>
                    <a:pt x="2124773" y="716280"/>
                  </a:lnTo>
                  <a:lnTo>
                    <a:pt x="2407310" y="716280"/>
                  </a:lnTo>
                  <a:lnTo>
                    <a:pt x="2407310" y="688340"/>
                  </a:lnTo>
                  <a:lnTo>
                    <a:pt x="2124773" y="688340"/>
                  </a:lnTo>
                  <a:lnTo>
                    <a:pt x="2124773" y="405130"/>
                  </a:lnTo>
                  <a:lnTo>
                    <a:pt x="2407310" y="405130"/>
                  </a:lnTo>
                  <a:lnTo>
                    <a:pt x="2407310" y="377190"/>
                  </a:lnTo>
                  <a:lnTo>
                    <a:pt x="2124773" y="377190"/>
                  </a:lnTo>
                  <a:lnTo>
                    <a:pt x="2124773" y="93980"/>
                  </a:lnTo>
                  <a:lnTo>
                    <a:pt x="2407310" y="93980"/>
                  </a:lnTo>
                  <a:lnTo>
                    <a:pt x="2407310" y="66040"/>
                  </a:lnTo>
                  <a:lnTo>
                    <a:pt x="2096223" y="66040"/>
                  </a:lnTo>
                  <a:lnTo>
                    <a:pt x="2096223" y="93980"/>
                  </a:lnTo>
                  <a:lnTo>
                    <a:pt x="2096223" y="377190"/>
                  </a:lnTo>
                  <a:lnTo>
                    <a:pt x="2096223" y="405130"/>
                  </a:lnTo>
                  <a:lnTo>
                    <a:pt x="2096223" y="688340"/>
                  </a:lnTo>
                  <a:lnTo>
                    <a:pt x="2096223" y="716280"/>
                  </a:lnTo>
                  <a:lnTo>
                    <a:pt x="2096223" y="999490"/>
                  </a:lnTo>
                  <a:lnTo>
                    <a:pt x="1813687" y="999490"/>
                  </a:lnTo>
                  <a:lnTo>
                    <a:pt x="1813687" y="716280"/>
                  </a:lnTo>
                  <a:lnTo>
                    <a:pt x="2096223" y="716280"/>
                  </a:lnTo>
                  <a:lnTo>
                    <a:pt x="2096223" y="688340"/>
                  </a:lnTo>
                  <a:lnTo>
                    <a:pt x="1813687" y="688340"/>
                  </a:lnTo>
                  <a:lnTo>
                    <a:pt x="1813687" y="405130"/>
                  </a:lnTo>
                  <a:lnTo>
                    <a:pt x="2096223" y="405130"/>
                  </a:lnTo>
                  <a:lnTo>
                    <a:pt x="2096223" y="377190"/>
                  </a:lnTo>
                  <a:lnTo>
                    <a:pt x="1813687" y="377190"/>
                  </a:lnTo>
                  <a:lnTo>
                    <a:pt x="1813687" y="93980"/>
                  </a:lnTo>
                  <a:lnTo>
                    <a:pt x="2096223" y="93980"/>
                  </a:lnTo>
                  <a:lnTo>
                    <a:pt x="2096223" y="66040"/>
                  </a:lnTo>
                  <a:lnTo>
                    <a:pt x="1785124" y="66040"/>
                  </a:lnTo>
                  <a:lnTo>
                    <a:pt x="1785124" y="93980"/>
                  </a:lnTo>
                  <a:lnTo>
                    <a:pt x="1785124" y="377190"/>
                  </a:lnTo>
                  <a:lnTo>
                    <a:pt x="1785124" y="405130"/>
                  </a:lnTo>
                  <a:lnTo>
                    <a:pt x="1785124" y="688340"/>
                  </a:lnTo>
                  <a:lnTo>
                    <a:pt x="1785124" y="716280"/>
                  </a:lnTo>
                  <a:lnTo>
                    <a:pt x="1785124" y="999490"/>
                  </a:lnTo>
                  <a:lnTo>
                    <a:pt x="1502600" y="999490"/>
                  </a:lnTo>
                  <a:lnTo>
                    <a:pt x="1502600" y="716280"/>
                  </a:lnTo>
                  <a:lnTo>
                    <a:pt x="1785124" y="716280"/>
                  </a:lnTo>
                  <a:lnTo>
                    <a:pt x="1785124" y="688340"/>
                  </a:lnTo>
                  <a:lnTo>
                    <a:pt x="1502600" y="688340"/>
                  </a:lnTo>
                  <a:lnTo>
                    <a:pt x="1502600" y="405130"/>
                  </a:lnTo>
                  <a:lnTo>
                    <a:pt x="1785124" y="405130"/>
                  </a:lnTo>
                  <a:lnTo>
                    <a:pt x="1785124" y="377190"/>
                  </a:lnTo>
                  <a:lnTo>
                    <a:pt x="1502600" y="377190"/>
                  </a:lnTo>
                  <a:lnTo>
                    <a:pt x="1502600" y="93980"/>
                  </a:lnTo>
                  <a:lnTo>
                    <a:pt x="1785124" y="93980"/>
                  </a:lnTo>
                  <a:lnTo>
                    <a:pt x="1785124" y="66040"/>
                  </a:lnTo>
                  <a:lnTo>
                    <a:pt x="1474038" y="66040"/>
                  </a:lnTo>
                  <a:lnTo>
                    <a:pt x="1474038" y="93980"/>
                  </a:lnTo>
                  <a:lnTo>
                    <a:pt x="1474038" y="377190"/>
                  </a:lnTo>
                  <a:lnTo>
                    <a:pt x="1474038" y="405130"/>
                  </a:lnTo>
                  <a:lnTo>
                    <a:pt x="1474038" y="688340"/>
                  </a:lnTo>
                  <a:lnTo>
                    <a:pt x="1474038" y="716280"/>
                  </a:lnTo>
                  <a:lnTo>
                    <a:pt x="1474038" y="999490"/>
                  </a:lnTo>
                  <a:lnTo>
                    <a:pt x="1191501" y="999490"/>
                  </a:lnTo>
                  <a:lnTo>
                    <a:pt x="1191501" y="716280"/>
                  </a:lnTo>
                  <a:lnTo>
                    <a:pt x="1474038" y="716280"/>
                  </a:lnTo>
                  <a:lnTo>
                    <a:pt x="1474038" y="688340"/>
                  </a:lnTo>
                  <a:lnTo>
                    <a:pt x="1191501" y="688340"/>
                  </a:lnTo>
                  <a:lnTo>
                    <a:pt x="1191501" y="405130"/>
                  </a:lnTo>
                  <a:lnTo>
                    <a:pt x="1474038" y="405130"/>
                  </a:lnTo>
                  <a:lnTo>
                    <a:pt x="1474038" y="377190"/>
                  </a:lnTo>
                  <a:lnTo>
                    <a:pt x="1191501" y="377190"/>
                  </a:lnTo>
                  <a:lnTo>
                    <a:pt x="1191501" y="93980"/>
                  </a:lnTo>
                  <a:lnTo>
                    <a:pt x="1474038" y="93980"/>
                  </a:lnTo>
                  <a:lnTo>
                    <a:pt x="1474038" y="66040"/>
                  </a:lnTo>
                  <a:lnTo>
                    <a:pt x="1162951" y="66040"/>
                  </a:lnTo>
                  <a:lnTo>
                    <a:pt x="1162951" y="93980"/>
                  </a:lnTo>
                  <a:lnTo>
                    <a:pt x="1162951" y="377190"/>
                  </a:lnTo>
                  <a:lnTo>
                    <a:pt x="1162951" y="405130"/>
                  </a:lnTo>
                  <a:lnTo>
                    <a:pt x="1162951" y="688340"/>
                  </a:lnTo>
                  <a:lnTo>
                    <a:pt x="1162951" y="716280"/>
                  </a:lnTo>
                  <a:lnTo>
                    <a:pt x="1162951" y="999490"/>
                  </a:lnTo>
                  <a:lnTo>
                    <a:pt x="880414" y="999490"/>
                  </a:lnTo>
                  <a:lnTo>
                    <a:pt x="880414" y="716280"/>
                  </a:lnTo>
                  <a:lnTo>
                    <a:pt x="1162951" y="716280"/>
                  </a:lnTo>
                  <a:lnTo>
                    <a:pt x="1162951" y="688340"/>
                  </a:lnTo>
                  <a:lnTo>
                    <a:pt x="880414" y="688340"/>
                  </a:lnTo>
                  <a:lnTo>
                    <a:pt x="880414" y="405130"/>
                  </a:lnTo>
                  <a:lnTo>
                    <a:pt x="1162951" y="405130"/>
                  </a:lnTo>
                  <a:lnTo>
                    <a:pt x="1162951" y="377190"/>
                  </a:lnTo>
                  <a:lnTo>
                    <a:pt x="880414" y="377190"/>
                  </a:lnTo>
                  <a:lnTo>
                    <a:pt x="880414" y="93980"/>
                  </a:lnTo>
                  <a:lnTo>
                    <a:pt x="1162951" y="93980"/>
                  </a:lnTo>
                  <a:lnTo>
                    <a:pt x="1162951" y="66040"/>
                  </a:lnTo>
                  <a:lnTo>
                    <a:pt x="851852" y="66040"/>
                  </a:lnTo>
                  <a:lnTo>
                    <a:pt x="851852" y="93980"/>
                  </a:lnTo>
                  <a:lnTo>
                    <a:pt x="851852" y="377190"/>
                  </a:lnTo>
                  <a:lnTo>
                    <a:pt x="851852" y="405130"/>
                  </a:lnTo>
                  <a:lnTo>
                    <a:pt x="851852" y="688340"/>
                  </a:lnTo>
                  <a:lnTo>
                    <a:pt x="851852" y="716280"/>
                  </a:lnTo>
                  <a:lnTo>
                    <a:pt x="851852" y="999490"/>
                  </a:lnTo>
                  <a:lnTo>
                    <a:pt x="569315" y="999490"/>
                  </a:lnTo>
                  <a:lnTo>
                    <a:pt x="569315" y="716280"/>
                  </a:lnTo>
                  <a:lnTo>
                    <a:pt x="851852" y="716280"/>
                  </a:lnTo>
                  <a:lnTo>
                    <a:pt x="851852" y="688340"/>
                  </a:lnTo>
                  <a:lnTo>
                    <a:pt x="569315" y="688340"/>
                  </a:lnTo>
                  <a:lnTo>
                    <a:pt x="569315" y="405130"/>
                  </a:lnTo>
                  <a:lnTo>
                    <a:pt x="851852" y="405130"/>
                  </a:lnTo>
                  <a:lnTo>
                    <a:pt x="851852" y="377190"/>
                  </a:lnTo>
                  <a:lnTo>
                    <a:pt x="569315" y="377190"/>
                  </a:lnTo>
                  <a:lnTo>
                    <a:pt x="569315" y="93980"/>
                  </a:lnTo>
                  <a:lnTo>
                    <a:pt x="851852" y="93980"/>
                  </a:lnTo>
                  <a:lnTo>
                    <a:pt x="851852" y="66040"/>
                  </a:lnTo>
                  <a:lnTo>
                    <a:pt x="540753" y="66040"/>
                  </a:lnTo>
                  <a:lnTo>
                    <a:pt x="540753" y="93980"/>
                  </a:lnTo>
                  <a:lnTo>
                    <a:pt x="540753" y="377190"/>
                  </a:lnTo>
                  <a:lnTo>
                    <a:pt x="540753" y="405130"/>
                  </a:lnTo>
                  <a:lnTo>
                    <a:pt x="540753" y="688340"/>
                  </a:lnTo>
                  <a:lnTo>
                    <a:pt x="540753" y="716280"/>
                  </a:lnTo>
                  <a:lnTo>
                    <a:pt x="540753" y="999490"/>
                  </a:lnTo>
                  <a:lnTo>
                    <a:pt x="258229" y="999490"/>
                  </a:lnTo>
                  <a:lnTo>
                    <a:pt x="258229" y="716280"/>
                  </a:lnTo>
                  <a:lnTo>
                    <a:pt x="540753" y="716280"/>
                  </a:lnTo>
                  <a:lnTo>
                    <a:pt x="540753" y="688340"/>
                  </a:lnTo>
                  <a:lnTo>
                    <a:pt x="258229" y="688340"/>
                  </a:lnTo>
                  <a:lnTo>
                    <a:pt x="258229" y="405130"/>
                  </a:lnTo>
                  <a:lnTo>
                    <a:pt x="540753" y="405130"/>
                  </a:lnTo>
                  <a:lnTo>
                    <a:pt x="540753" y="377190"/>
                  </a:lnTo>
                  <a:lnTo>
                    <a:pt x="258229" y="377190"/>
                  </a:lnTo>
                  <a:lnTo>
                    <a:pt x="258229" y="93980"/>
                  </a:lnTo>
                  <a:lnTo>
                    <a:pt x="540753" y="93980"/>
                  </a:lnTo>
                  <a:lnTo>
                    <a:pt x="540753" y="66040"/>
                  </a:lnTo>
                  <a:lnTo>
                    <a:pt x="0" y="66040"/>
                  </a:lnTo>
                  <a:lnTo>
                    <a:pt x="0" y="93980"/>
                  </a:lnTo>
                  <a:lnTo>
                    <a:pt x="229666" y="93980"/>
                  </a:lnTo>
                  <a:lnTo>
                    <a:pt x="229666" y="377190"/>
                  </a:lnTo>
                  <a:lnTo>
                    <a:pt x="0" y="377190"/>
                  </a:lnTo>
                  <a:lnTo>
                    <a:pt x="0" y="405130"/>
                  </a:lnTo>
                  <a:lnTo>
                    <a:pt x="229666" y="405130"/>
                  </a:lnTo>
                  <a:lnTo>
                    <a:pt x="229666" y="688340"/>
                  </a:lnTo>
                  <a:lnTo>
                    <a:pt x="0" y="688340"/>
                  </a:lnTo>
                  <a:lnTo>
                    <a:pt x="0" y="716280"/>
                  </a:lnTo>
                  <a:lnTo>
                    <a:pt x="229666" y="716280"/>
                  </a:lnTo>
                  <a:lnTo>
                    <a:pt x="229666" y="999490"/>
                  </a:lnTo>
                  <a:lnTo>
                    <a:pt x="0" y="999490"/>
                  </a:lnTo>
                  <a:lnTo>
                    <a:pt x="0" y="1026160"/>
                  </a:lnTo>
                  <a:lnTo>
                    <a:pt x="4938712" y="1026160"/>
                  </a:lnTo>
                  <a:lnTo>
                    <a:pt x="4938712" y="999490"/>
                  </a:lnTo>
                  <a:lnTo>
                    <a:pt x="4924615" y="999490"/>
                  </a:lnTo>
                  <a:lnTo>
                    <a:pt x="4924615" y="716280"/>
                  </a:lnTo>
                  <a:lnTo>
                    <a:pt x="4938712" y="716280"/>
                  </a:lnTo>
                  <a:lnTo>
                    <a:pt x="4938712" y="688340"/>
                  </a:lnTo>
                  <a:lnTo>
                    <a:pt x="4924615" y="688340"/>
                  </a:lnTo>
                  <a:lnTo>
                    <a:pt x="4924615" y="405130"/>
                  </a:lnTo>
                  <a:lnTo>
                    <a:pt x="4938712" y="405130"/>
                  </a:lnTo>
                  <a:lnTo>
                    <a:pt x="4938712" y="377190"/>
                  </a:lnTo>
                  <a:lnTo>
                    <a:pt x="4924615" y="377190"/>
                  </a:lnTo>
                  <a:lnTo>
                    <a:pt x="4924615" y="93980"/>
                  </a:lnTo>
                  <a:lnTo>
                    <a:pt x="4938712" y="93980"/>
                  </a:lnTo>
                  <a:lnTo>
                    <a:pt x="4938712" y="6604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3772"/>
              <a:ext cx="4256694" cy="180022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801197" cy="2997981"/>
            </a:xfrm>
            <a:prstGeom prst="rect">
              <a:avLst/>
            </a:prstGeom>
          </p:spPr>
        </p:pic>
      </p:grpSp>
      <p:sp>
        <p:nvSpPr>
          <p:cNvPr id="22" name="object 22" descr=""/>
          <p:cNvSpPr/>
          <p:nvPr/>
        </p:nvSpPr>
        <p:spPr>
          <a:xfrm>
            <a:off x="5358678" y="2272767"/>
            <a:ext cx="3785870" cy="2080260"/>
          </a:xfrm>
          <a:custGeom>
            <a:avLst/>
            <a:gdLst/>
            <a:ahLst/>
            <a:cxnLst/>
            <a:rect l="l" t="t" r="r" b="b"/>
            <a:pathLst>
              <a:path w="3785870" h="2080260">
                <a:moveTo>
                  <a:pt x="3309071" y="2080118"/>
                </a:moveTo>
                <a:lnTo>
                  <a:pt x="476249" y="2080118"/>
                </a:lnTo>
                <a:lnTo>
                  <a:pt x="427556" y="2077659"/>
                </a:lnTo>
                <a:lnTo>
                  <a:pt x="380268" y="2070442"/>
                </a:lnTo>
                <a:lnTo>
                  <a:pt x="334627" y="2058706"/>
                </a:lnTo>
                <a:lnTo>
                  <a:pt x="290871" y="2042691"/>
                </a:lnTo>
                <a:lnTo>
                  <a:pt x="249240" y="2022637"/>
                </a:lnTo>
                <a:lnTo>
                  <a:pt x="209974" y="1998781"/>
                </a:lnTo>
                <a:lnTo>
                  <a:pt x="173310" y="1971365"/>
                </a:lnTo>
                <a:lnTo>
                  <a:pt x="139490" y="1940627"/>
                </a:lnTo>
                <a:lnTo>
                  <a:pt x="108752" y="1906807"/>
                </a:lnTo>
                <a:lnTo>
                  <a:pt x="81336" y="1870143"/>
                </a:lnTo>
                <a:lnTo>
                  <a:pt x="57480" y="1830876"/>
                </a:lnTo>
                <a:lnTo>
                  <a:pt x="37426" y="1789245"/>
                </a:lnTo>
                <a:lnTo>
                  <a:pt x="21411" y="1745490"/>
                </a:lnTo>
                <a:lnTo>
                  <a:pt x="9675" y="1699848"/>
                </a:lnTo>
                <a:lnTo>
                  <a:pt x="2458" y="1652561"/>
                </a:lnTo>
                <a:lnTo>
                  <a:pt x="0" y="1603868"/>
                </a:lnTo>
                <a:lnTo>
                  <a:pt x="0" y="476249"/>
                </a:lnTo>
                <a:lnTo>
                  <a:pt x="2458" y="427556"/>
                </a:lnTo>
                <a:lnTo>
                  <a:pt x="9675" y="380268"/>
                </a:lnTo>
                <a:lnTo>
                  <a:pt x="21411" y="334627"/>
                </a:lnTo>
                <a:lnTo>
                  <a:pt x="37426" y="290871"/>
                </a:lnTo>
                <a:lnTo>
                  <a:pt x="57480" y="249240"/>
                </a:lnTo>
                <a:lnTo>
                  <a:pt x="81336" y="209974"/>
                </a:lnTo>
                <a:lnTo>
                  <a:pt x="108752" y="173310"/>
                </a:lnTo>
                <a:lnTo>
                  <a:pt x="139490" y="139490"/>
                </a:lnTo>
                <a:lnTo>
                  <a:pt x="173310" y="108752"/>
                </a:lnTo>
                <a:lnTo>
                  <a:pt x="209974" y="81336"/>
                </a:lnTo>
                <a:lnTo>
                  <a:pt x="249240" y="57480"/>
                </a:lnTo>
                <a:lnTo>
                  <a:pt x="290871" y="37426"/>
                </a:lnTo>
                <a:lnTo>
                  <a:pt x="334627" y="21411"/>
                </a:lnTo>
                <a:lnTo>
                  <a:pt x="380268" y="9675"/>
                </a:lnTo>
                <a:lnTo>
                  <a:pt x="427556" y="2458"/>
                </a:lnTo>
                <a:lnTo>
                  <a:pt x="476249" y="0"/>
                </a:lnTo>
                <a:lnTo>
                  <a:pt x="3309071" y="0"/>
                </a:lnTo>
                <a:lnTo>
                  <a:pt x="3357764" y="2458"/>
                </a:lnTo>
                <a:lnTo>
                  <a:pt x="3405052" y="9675"/>
                </a:lnTo>
                <a:lnTo>
                  <a:pt x="3450693" y="21411"/>
                </a:lnTo>
                <a:lnTo>
                  <a:pt x="3494449" y="37426"/>
                </a:lnTo>
                <a:lnTo>
                  <a:pt x="3536080" y="57480"/>
                </a:lnTo>
                <a:lnTo>
                  <a:pt x="3575346" y="81336"/>
                </a:lnTo>
                <a:lnTo>
                  <a:pt x="3612010" y="108752"/>
                </a:lnTo>
                <a:lnTo>
                  <a:pt x="3645830" y="139490"/>
                </a:lnTo>
                <a:lnTo>
                  <a:pt x="3676568" y="173310"/>
                </a:lnTo>
                <a:lnTo>
                  <a:pt x="3703985" y="209974"/>
                </a:lnTo>
                <a:lnTo>
                  <a:pt x="3727840" y="249240"/>
                </a:lnTo>
                <a:lnTo>
                  <a:pt x="3747895" y="290871"/>
                </a:lnTo>
                <a:lnTo>
                  <a:pt x="3763909" y="334627"/>
                </a:lnTo>
                <a:lnTo>
                  <a:pt x="3775645" y="380268"/>
                </a:lnTo>
                <a:lnTo>
                  <a:pt x="3782862" y="427556"/>
                </a:lnTo>
                <a:lnTo>
                  <a:pt x="3785321" y="476249"/>
                </a:lnTo>
                <a:lnTo>
                  <a:pt x="3785321" y="1603868"/>
                </a:lnTo>
                <a:lnTo>
                  <a:pt x="3782862" y="1652561"/>
                </a:lnTo>
                <a:lnTo>
                  <a:pt x="3775645" y="1699848"/>
                </a:lnTo>
                <a:lnTo>
                  <a:pt x="3763909" y="1745490"/>
                </a:lnTo>
                <a:lnTo>
                  <a:pt x="3747895" y="1789245"/>
                </a:lnTo>
                <a:lnTo>
                  <a:pt x="3727840" y="1830876"/>
                </a:lnTo>
                <a:lnTo>
                  <a:pt x="3703985" y="1870143"/>
                </a:lnTo>
                <a:lnTo>
                  <a:pt x="3676568" y="1906807"/>
                </a:lnTo>
                <a:lnTo>
                  <a:pt x="3645830" y="1940627"/>
                </a:lnTo>
                <a:lnTo>
                  <a:pt x="3612010" y="1971365"/>
                </a:lnTo>
                <a:lnTo>
                  <a:pt x="3575346" y="1998781"/>
                </a:lnTo>
                <a:lnTo>
                  <a:pt x="3536080" y="2022637"/>
                </a:lnTo>
                <a:lnTo>
                  <a:pt x="3494449" y="2042691"/>
                </a:lnTo>
                <a:lnTo>
                  <a:pt x="3450693" y="2058706"/>
                </a:lnTo>
                <a:lnTo>
                  <a:pt x="3405052" y="2070442"/>
                </a:lnTo>
                <a:lnTo>
                  <a:pt x="3357764" y="2077659"/>
                </a:lnTo>
                <a:lnTo>
                  <a:pt x="3309071" y="2080118"/>
                </a:lnTo>
                <a:close/>
              </a:path>
            </a:pathLst>
          </a:custGeom>
          <a:solidFill>
            <a:srgbClr val="BAE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5469613" y="5276810"/>
            <a:ext cx="3562350" cy="2073275"/>
          </a:xfrm>
          <a:custGeom>
            <a:avLst/>
            <a:gdLst/>
            <a:ahLst/>
            <a:cxnLst/>
            <a:rect l="l" t="t" r="r" b="b"/>
            <a:pathLst>
              <a:path w="3562350" h="2073275">
                <a:moveTo>
                  <a:pt x="3562349" y="1617261"/>
                </a:moveTo>
                <a:lnTo>
                  <a:pt x="3553715" y="1692609"/>
                </a:lnTo>
                <a:lnTo>
                  <a:pt x="3541980" y="1738250"/>
                </a:lnTo>
                <a:lnTo>
                  <a:pt x="3525966" y="1782005"/>
                </a:lnTo>
                <a:lnTo>
                  <a:pt x="3505911" y="1823635"/>
                </a:lnTo>
                <a:lnTo>
                  <a:pt x="3482056" y="1862901"/>
                </a:lnTo>
                <a:lnTo>
                  <a:pt x="3454640" y="1899564"/>
                </a:lnTo>
                <a:lnTo>
                  <a:pt x="3423903" y="1933384"/>
                </a:lnTo>
                <a:lnTo>
                  <a:pt x="3390083" y="1964122"/>
                </a:lnTo>
                <a:lnTo>
                  <a:pt x="3353420" y="1991538"/>
                </a:lnTo>
                <a:lnTo>
                  <a:pt x="3314154" y="2015393"/>
                </a:lnTo>
                <a:lnTo>
                  <a:pt x="3272524" y="2035447"/>
                </a:lnTo>
                <a:lnTo>
                  <a:pt x="3228768" y="2051462"/>
                </a:lnTo>
                <a:lnTo>
                  <a:pt x="3183128" y="2063197"/>
                </a:lnTo>
                <a:lnTo>
                  <a:pt x="3135841" y="2070414"/>
                </a:lnTo>
                <a:lnTo>
                  <a:pt x="3087148" y="2072872"/>
                </a:lnTo>
                <a:lnTo>
                  <a:pt x="476242" y="2072872"/>
                </a:lnTo>
                <a:lnTo>
                  <a:pt x="427548" y="2070414"/>
                </a:lnTo>
                <a:lnTo>
                  <a:pt x="380262" y="2063197"/>
                </a:lnTo>
                <a:lnTo>
                  <a:pt x="334622" y="2051461"/>
                </a:lnTo>
                <a:lnTo>
                  <a:pt x="290866" y="2035447"/>
                </a:lnTo>
                <a:lnTo>
                  <a:pt x="249236" y="2015392"/>
                </a:lnTo>
                <a:lnTo>
                  <a:pt x="209970" y="1991537"/>
                </a:lnTo>
                <a:lnTo>
                  <a:pt x="173307" y="1964121"/>
                </a:lnTo>
                <a:lnTo>
                  <a:pt x="139487" y="1933384"/>
                </a:lnTo>
                <a:lnTo>
                  <a:pt x="108750" y="1899564"/>
                </a:lnTo>
                <a:lnTo>
                  <a:pt x="81334" y="1862901"/>
                </a:lnTo>
                <a:lnTo>
                  <a:pt x="57479" y="1823635"/>
                </a:lnTo>
                <a:lnTo>
                  <a:pt x="37425" y="1782005"/>
                </a:lnTo>
                <a:lnTo>
                  <a:pt x="21410" y="1738250"/>
                </a:lnTo>
                <a:lnTo>
                  <a:pt x="9675" y="1692609"/>
                </a:lnTo>
                <a:lnTo>
                  <a:pt x="2458" y="1645323"/>
                </a:lnTo>
                <a:lnTo>
                  <a:pt x="0" y="1596630"/>
                </a:lnTo>
                <a:lnTo>
                  <a:pt x="0" y="476246"/>
                </a:lnTo>
                <a:lnTo>
                  <a:pt x="2458" y="427553"/>
                </a:lnTo>
                <a:lnTo>
                  <a:pt x="9675" y="380266"/>
                </a:lnTo>
                <a:lnTo>
                  <a:pt x="21410" y="334626"/>
                </a:lnTo>
                <a:lnTo>
                  <a:pt x="37425" y="290871"/>
                </a:lnTo>
                <a:lnTo>
                  <a:pt x="57479" y="249241"/>
                </a:lnTo>
                <a:lnTo>
                  <a:pt x="81334" y="209974"/>
                </a:lnTo>
                <a:lnTo>
                  <a:pt x="108750" y="173312"/>
                </a:lnTo>
                <a:lnTo>
                  <a:pt x="139488" y="139492"/>
                </a:lnTo>
                <a:lnTo>
                  <a:pt x="173307" y="108754"/>
                </a:lnTo>
                <a:lnTo>
                  <a:pt x="209970" y="81338"/>
                </a:lnTo>
                <a:lnTo>
                  <a:pt x="249236" y="57484"/>
                </a:lnTo>
                <a:lnTo>
                  <a:pt x="290867" y="37429"/>
                </a:lnTo>
                <a:lnTo>
                  <a:pt x="334622" y="21415"/>
                </a:lnTo>
                <a:lnTo>
                  <a:pt x="380262" y="9679"/>
                </a:lnTo>
                <a:lnTo>
                  <a:pt x="427549" y="2463"/>
                </a:lnTo>
                <a:lnTo>
                  <a:pt x="476242" y="0"/>
                </a:lnTo>
                <a:lnTo>
                  <a:pt x="3087148" y="3"/>
                </a:lnTo>
                <a:lnTo>
                  <a:pt x="3135841" y="2462"/>
                </a:lnTo>
                <a:lnTo>
                  <a:pt x="3183128" y="9679"/>
                </a:lnTo>
                <a:lnTo>
                  <a:pt x="3228768" y="21414"/>
                </a:lnTo>
                <a:lnTo>
                  <a:pt x="3272523" y="37429"/>
                </a:lnTo>
                <a:lnTo>
                  <a:pt x="3314154" y="57483"/>
                </a:lnTo>
                <a:lnTo>
                  <a:pt x="3353420" y="81338"/>
                </a:lnTo>
                <a:lnTo>
                  <a:pt x="3390083" y="108754"/>
                </a:lnTo>
                <a:lnTo>
                  <a:pt x="3423903" y="139492"/>
                </a:lnTo>
                <a:lnTo>
                  <a:pt x="3454640" y="173311"/>
                </a:lnTo>
                <a:lnTo>
                  <a:pt x="3482056" y="209974"/>
                </a:lnTo>
                <a:lnTo>
                  <a:pt x="3505911" y="249240"/>
                </a:lnTo>
                <a:lnTo>
                  <a:pt x="3525966" y="290871"/>
                </a:lnTo>
                <a:lnTo>
                  <a:pt x="3541980" y="334626"/>
                </a:lnTo>
                <a:lnTo>
                  <a:pt x="3553716" y="380266"/>
                </a:lnTo>
                <a:lnTo>
                  <a:pt x="3560932" y="427553"/>
                </a:lnTo>
                <a:lnTo>
                  <a:pt x="3562349" y="45561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9767410" y="41"/>
            <a:ext cx="8517890" cy="5191125"/>
            <a:chOff x="9767410" y="41"/>
            <a:chExt cx="8517890" cy="5191125"/>
          </a:xfrm>
        </p:grpSpPr>
        <p:sp>
          <p:nvSpPr>
            <p:cNvPr id="25" name="object 25" descr=""/>
            <p:cNvSpPr/>
            <p:nvPr/>
          </p:nvSpPr>
          <p:spPr>
            <a:xfrm>
              <a:off x="12455813" y="41"/>
              <a:ext cx="5829300" cy="5191125"/>
            </a:xfrm>
            <a:custGeom>
              <a:avLst/>
              <a:gdLst/>
              <a:ahLst/>
              <a:cxnLst/>
              <a:rect l="l" t="t" r="r" b="b"/>
              <a:pathLst>
                <a:path w="5829300" h="5191125">
                  <a:moveTo>
                    <a:pt x="5829176" y="0"/>
                  </a:moveTo>
                  <a:lnTo>
                    <a:pt x="5829176" y="5190976"/>
                  </a:lnTo>
                  <a:lnTo>
                    <a:pt x="5779772" y="5177745"/>
                  </a:lnTo>
                  <a:lnTo>
                    <a:pt x="5730788" y="5163499"/>
                  </a:lnTo>
                  <a:lnTo>
                    <a:pt x="5682273" y="5148177"/>
                  </a:lnTo>
                  <a:lnTo>
                    <a:pt x="5634275" y="5131718"/>
                  </a:lnTo>
                  <a:lnTo>
                    <a:pt x="5586844" y="5114060"/>
                  </a:lnTo>
                  <a:lnTo>
                    <a:pt x="5540028" y="5095143"/>
                  </a:lnTo>
                  <a:lnTo>
                    <a:pt x="5493877" y="5074906"/>
                  </a:lnTo>
                  <a:lnTo>
                    <a:pt x="5448439" y="5053286"/>
                  </a:lnTo>
                  <a:lnTo>
                    <a:pt x="5403763" y="5030224"/>
                  </a:lnTo>
                  <a:lnTo>
                    <a:pt x="5359899" y="5005657"/>
                  </a:lnTo>
                  <a:lnTo>
                    <a:pt x="5316894" y="4979526"/>
                  </a:lnTo>
                  <a:lnTo>
                    <a:pt x="5274799" y="4951768"/>
                  </a:lnTo>
                  <a:lnTo>
                    <a:pt x="5233661" y="4922322"/>
                  </a:lnTo>
                  <a:lnTo>
                    <a:pt x="5193758" y="4891063"/>
                  </a:lnTo>
                  <a:lnTo>
                    <a:pt x="5155176" y="4858345"/>
                  </a:lnTo>
                  <a:lnTo>
                    <a:pt x="5117870" y="4824250"/>
                  </a:lnTo>
                  <a:lnTo>
                    <a:pt x="5081798" y="4788859"/>
                  </a:lnTo>
                  <a:lnTo>
                    <a:pt x="5046914" y="4752252"/>
                  </a:lnTo>
                  <a:lnTo>
                    <a:pt x="5013177" y="4714510"/>
                  </a:lnTo>
                  <a:lnTo>
                    <a:pt x="4980541" y="4675714"/>
                  </a:lnTo>
                  <a:lnTo>
                    <a:pt x="4948964" y="4635946"/>
                  </a:lnTo>
                  <a:lnTo>
                    <a:pt x="4918400" y="4595285"/>
                  </a:lnTo>
                  <a:lnTo>
                    <a:pt x="4888808" y="4553813"/>
                  </a:lnTo>
                  <a:lnTo>
                    <a:pt x="4860143" y="4511612"/>
                  </a:lnTo>
                  <a:lnTo>
                    <a:pt x="4832361" y="4468760"/>
                  </a:lnTo>
                  <a:lnTo>
                    <a:pt x="4805418" y="4425341"/>
                  </a:lnTo>
                  <a:lnTo>
                    <a:pt x="4779271" y="4381433"/>
                  </a:lnTo>
                  <a:lnTo>
                    <a:pt x="4753877" y="4337120"/>
                  </a:lnTo>
                  <a:lnTo>
                    <a:pt x="4729190" y="4292480"/>
                  </a:lnTo>
                  <a:lnTo>
                    <a:pt x="4705334" y="4247808"/>
                  </a:lnTo>
                  <a:lnTo>
                    <a:pt x="4682065" y="4202877"/>
                  </a:lnTo>
                  <a:lnTo>
                    <a:pt x="4659370" y="4157693"/>
                  </a:lnTo>
                  <a:lnTo>
                    <a:pt x="4637236" y="4112265"/>
                  </a:lnTo>
                  <a:lnTo>
                    <a:pt x="4615648" y="4066600"/>
                  </a:lnTo>
                  <a:lnTo>
                    <a:pt x="4594594" y="4020705"/>
                  </a:lnTo>
                  <a:lnTo>
                    <a:pt x="4574058" y="3974587"/>
                  </a:lnTo>
                  <a:lnTo>
                    <a:pt x="4554029" y="3928254"/>
                  </a:lnTo>
                  <a:lnTo>
                    <a:pt x="4534491" y="3881713"/>
                  </a:lnTo>
                  <a:lnTo>
                    <a:pt x="4515431" y="3834972"/>
                  </a:lnTo>
                  <a:lnTo>
                    <a:pt x="4496836" y="3788037"/>
                  </a:lnTo>
                  <a:lnTo>
                    <a:pt x="4478692" y="3740916"/>
                  </a:lnTo>
                  <a:lnTo>
                    <a:pt x="4460984" y="3693617"/>
                  </a:lnTo>
                  <a:lnTo>
                    <a:pt x="4443700" y="3646147"/>
                  </a:lnTo>
                  <a:lnTo>
                    <a:pt x="4426826" y="3598513"/>
                  </a:lnTo>
                  <a:lnTo>
                    <a:pt x="4410348" y="3550722"/>
                  </a:lnTo>
                  <a:lnTo>
                    <a:pt x="4394251" y="3502782"/>
                  </a:lnTo>
                  <a:lnTo>
                    <a:pt x="4378524" y="3454700"/>
                  </a:lnTo>
                  <a:lnTo>
                    <a:pt x="4363151" y="3406484"/>
                  </a:lnTo>
                  <a:lnTo>
                    <a:pt x="4348119" y="3358141"/>
                  </a:lnTo>
                  <a:lnTo>
                    <a:pt x="4333414" y="3309678"/>
                  </a:lnTo>
                  <a:lnTo>
                    <a:pt x="4319024" y="3261102"/>
                  </a:lnTo>
                  <a:lnTo>
                    <a:pt x="4304933" y="3212422"/>
                  </a:lnTo>
                  <a:lnTo>
                    <a:pt x="4277596" y="3114774"/>
                  </a:lnTo>
                  <a:lnTo>
                    <a:pt x="4251295" y="3016795"/>
                  </a:lnTo>
                  <a:lnTo>
                    <a:pt x="4225919" y="2918542"/>
                  </a:lnTo>
                  <a:lnTo>
                    <a:pt x="4201360" y="2820074"/>
                  </a:lnTo>
                  <a:lnTo>
                    <a:pt x="4177506" y="2721450"/>
                  </a:lnTo>
                  <a:lnTo>
                    <a:pt x="4142811" y="2573350"/>
                  </a:lnTo>
                  <a:lnTo>
                    <a:pt x="4097561" y="2375573"/>
                  </a:lnTo>
                  <a:lnTo>
                    <a:pt x="4085791" y="2325846"/>
                  </a:lnTo>
                  <a:lnTo>
                    <a:pt x="4073552" y="2276124"/>
                  </a:lnTo>
                  <a:lnTo>
                    <a:pt x="4060704" y="2226518"/>
                  </a:lnTo>
                  <a:lnTo>
                    <a:pt x="4047110" y="2177140"/>
                  </a:lnTo>
                  <a:lnTo>
                    <a:pt x="4032632" y="2128104"/>
                  </a:lnTo>
                  <a:lnTo>
                    <a:pt x="4017131" y="2079521"/>
                  </a:lnTo>
                  <a:lnTo>
                    <a:pt x="4000469" y="2031502"/>
                  </a:lnTo>
                  <a:lnTo>
                    <a:pt x="3982508" y="1984161"/>
                  </a:lnTo>
                  <a:lnTo>
                    <a:pt x="3963110" y="1937609"/>
                  </a:lnTo>
                  <a:lnTo>
                    <a:pt x="3942136" y="1891959"/>
                  </a:lnTo>
                  <a:lnTo>
                    <a:pt x="3919449" y="1847322"/>
                  </a:lnTo>
                  <a:lnTo>
                    <a:pt x="3894910" y="1803810"/>
                  </a:lnTo>
                  <a:lnTo>
                    <a:pt x="3868381" y="1761536"/>
                  </a:lnTo>
                  <a:lnTo>
                    <a:pt x="3839724" y="1720612"/>
                  </a:lnTo>
                  <a:lnTo>
                    <a:pt x="3808800" y="1681150"/>
                  </a:lnTo>
                  <a:lnTo>
                    <a:pt x="3775472" y="1643261"/>
                  </a:lnTo>
                  <a:lnTo>
                    <a:pt x="3741246" y="1608794"/>
                  </a:lnTo>
                  <a:lnTo>
                    <a:pt x="3705254" y="1576430"/>
                  </a:lnTo>
                  <a:lnTo>
                    <a:pt x="3667617" y="1546104"/>
                  </a:lnTo>
                  <a:lnTo>
                    <a:pt x="3628459" y="1517750"/>
                  </a:lnTo>
                  <a:lnTo>
                    <a:pt x="3587902" y="1491302"/>
                  </a:lnTo>
                  <a:lnTo>
                    <a:pt x="3546067" y="1466695"/>
                  </a:lnTo>
                  <a:lnTo>
                    <a:pt x="3503079" y="1443864"/>
                  </a:lnTo>
                  <a:lnTo>
                    <a:pt x="3459058" y="1422742"/>
                  </a:lnTo>
                  <a:lnTo>
                    <a:pt x="3414128" y="1403264"/>
                  </a:lnTo>
                  <a:lnTo>
                    <a:pt x="3368411" y="1385365"/>
                  </a:lnTo>
                  <a:lnTo>
                    <a:pt x="3322029" y="1368978"/>
                  </a:lnTo>
                  <a:lnTo>
                    <a:pt x="3275105" y="1354039"/>
                  </a:lnTo>
                  <a:lnTo>
                    <a:pt x="3227762" y="1340482"/>
                  </a:lnTo>
                  <a:lnTo>
                    <a:pt x="3180121" y="1328241"/>
                  </a:lnTo>
                  <a:lnTo>
                    <a:pt x="3132305" y="1317250"/>
                  </a:lnTo>
                  <a:lnTo>
                    <a:pt x="3084436" y="1307445"/>
                  </a:lnTo>
                  <a:lnTo>
                    <a:pt x="3034509" y="1298397"/>
                  </a:lnTo>
                  <a:lnTo>
                    <a:pt x="2984460" y="1290350"/>
                  </a:lnTo>
                  <a:lnTo>
                    <a:pt x="2934296" y="1283247"/>
                  </a:lnTo>
                  <a:lnTo>
                    <a:pt x="2884026" y="1277036"/>
                  </a:lnTo>
                  <a:lnTo>
                    <a:pt x="2833657" y="1271660"/>
                  </a:lnTo>
                  <a:lnTo>
                    <a:pt x="2783195" y="1267066"/>
                  </a:lnTo>
                  <a:lnTo>
                    <a:pt x="2732650" y="1263198"/>
                  </a:lnTo>
                  <a:lnTo>
                    <a:pt x="2682028" y="1260002"/>
                  </a:lnTo>
                  <a:lnTo>
                    <a:pt x="2631338" y="1257424"/>
                  </a:lnTo>
                  <a:lnTo>
                    <a:pt x="2580585" y="1255408"/>
                  </a:lnTo>
                  <a:lnTo>
                    <a:pt x="2529779" y="1253900"/>
                  </a:lnTo>
                  <a:lnTo>
                    <a:pt x="2478927" y="1252846"/>
                  </a:lnTo>
                  <a:lnTo>
                    <a:pt x="2428036" y="1252190"/>
                  </a:lnTo>
                  <a:lnTo>
                    <a:pt x="2326168" y="1251856"/>
                  </a:lnTo>
                  <a:lnTo>
                    <a:pt x="2173266" y="1252977"/>
                  </a:lnTo>
                  <a:lnTo>
                    <a:pt x="1969526" y="1255207"/>
                  </a:lnTo>
                  <a:lnTo>
                    <a:pt x="1867640" y="1255580"/>
                  </a:lnTo>
                  <a:lnTo>
                    <a:pt x="1816632" y="1255357"/>
                  </a:lnTo>
                  <a:lnTo>
                    <a:pt x="1765606" y="1254789"/>
                  </a:lnTo>
                  <a:lnTo>
                    <a:pt x="1714580" y="1253825"/>
                  </a:lnTo>
                  <a:lnTo>
                    <a:pt x="1663572" y="1252411"/>
                  </a:lnTo>
                  <a:lnTo>
                    <a:pt x="1612601" y="1250494"/>
                  </a:lnTo>
                  <a:lnTo>
                    <a:pt x="1561686" y="1248021"/>
                  </a:lnTo>
                  <a:lnTo>
                    <a:pt x="1510845" y="1244939"/>
                  </a:lnTo>
                  <a:lnTo>
                    <a:pt x="1460096" y="1241195"/>
                  </a:lnTo>
                  <a:lnTo>
                    <a:pt x="1409458" y="1236737"/>
                  </a:lnTo>
                  <a:lnTo>
                    <a:pt x="1358950" y="1231510"/>
                  </a:lnTo>
                  <a:lnTo>
                    <a:pt x="1308590" y="1225463"/>
                  </a:lnTo>
                  <a:lnTo>
                    <a:pt x="1258396" y="1218542"/>
                  </a:lnTo>
                  <a:lnTo>
                    <a:pt x="1208388" y="1210694"/>
                  </a:lnTo>
                  <a:lnTo>
                    <a:pt x="1158583" y="1201866"/>
                  </a:lnTo>
                  <a:lnTo>
                    <a:pt x="1109000" y="1192006"/>
                  </a:lnTo>
                  <a:lnTo>
                    <a:pt x="1059657" y="1181059"/>
                  </a:lnTo>
                  <a:lnTo>
                    <a:pt x="1010574" y="1168974"/>
                  </a:lnTo>
                  <a:lnTo>
                    <a:pt x="961768" y="1155698"/>
                  </a:lnTo>
                  <a:lnTo>
                    <a:pt x="913258" y="1141176"/>
                  </a:lnTo>
                  <a:lnTo>
                    <a:pt x="865063" y="1125357"/>
                  </a:lnTo>
                  <a:lnTo>
                    <a:pt x="819277" y="1108880"/>
                  </a:lnTo>
                  <a:lnTo>
                    <a:pt x="773861" y="1090991"/>
                  </a:lnTo>
                  <a:lnTo>
                    <a:pt x="728898" y="1071705"/>
                  </a:lnTo>
                  <a:lnTo>
                    <a:pt x="684470" y="1051032"/>
                  </a:lnTo>
                  <a:lnTo>
                    <a:pt x="640659" y="1028984"/>
                  </a:lnTo>
                  <a:lnTo>
                    <a:pt x="597549" y="1005573"/>
                  </a:lnTo>
                  <a:lnTo>
                    <a:pt x="555221" y="980810"/>
                  </a:lnTo>
                  <a:lnTo>
                    <a:pt x="513757" y="954709"/>
                  </a:lnTo>
                  <a:lnTo>
                    <a:pt x="473241" y="927279"/>
                  </a:lnTo>
                  <a:lnTo>
                    <a:pt x="433755" y="898533"/>
                  </a:lnTo>
                  <a:lnTo>
                    <a:pt x="395381" y="868483"/>
                  </a:lnTo>
                  <a:lnTo>
                    <a:pt x="358201" y="837141"/>
                  </a:lnTo>
                  <a:lnTo>
                    <a:pt x="322298" y="804518"/>
                  </a:lnTo>
                  <a:lnTo>
                    <a:pt x="287755" y="770626"/>
                  </a:lnTo>
                  <a:lnTo>
                    <a:pt x="254653" y="735477"/>
                  </a:lnTo>
                  <a:lnTo>
                    <a:pt x="223076" y="699082"/>
                  </a:lnTo>
                  <a:lnTo>
                    <a:pt x="193106" y="661454"/>
                  </a:lnTo>
                  <a:lnTo>
                    <a:pt x="164824" y="622605"/>
                  </a:lnTo>
                  <a:lnTo>
                    <a:pt x="138315" y="582545"/>
                  </a:lnTo>
                  <a:lnTo>
                    <a:pt x="113659" y="541287"/>
                  </a:lnTo>
                  <a:lnTo>
                    <a:pt x="90940" y="498843"/>
                  </a:lnTo>
                  <a:lnTo>
                    <a:pt x="70239" y="455223"/>
                  </a:lnTo>
                  <a:lnTo>
                    <a:pt x="51640" y="410441"/>
                  </a:lnTo>
                  <a:lnTo>
                    <a:pt x="34246" y="361401"/>
                  </a:lnTo>
                  <a:lnTo>
                    <a:pt x="20227" y="310839"/>
                  </a:lnTo>
                  <a:lnTo>
                    <a:pt x="9742" y="259193"/>
                  </a:lnTo>
                  <a:lnTo>
                    <a:pt x="2947" y="206900"/>
                  </a:lnTo>
                  <a:lnTo>
                    <a:pt x="0" y="154396"/>
                  </a:lnTo>
                  <a:lnTo>
                    <a:pt x="1058" y="102120"/>
                  </a:lnTo>
                  <a:lnTo>
                    <a:pt x="6279" y="50509"/>
                  </a:lnTo>
                  <a:lnTo>
                    <a:pt x="15820" y="0"/>
                  </a:lnTo>
                  <a:lnTo>
                    <a:pt x="58291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786460" y="2272766"/>
              <a:ext cx="3886200" cy="2076450"/>
            </a:xfrm>
            <a:custGeom>
              <a:avLst/>
              <a:gdLst/>
              <a:ahLst/>
              <a:cxnLst/>
              <a:rect l="l" t="t" r="r" b="b"/>
              <a:pathLst>
                <a:path w="3886200" h="2076450">
                  <a:moveTo>
                    <a:pt x="3886200" y="1656550"/>
                  </a:moveTo>
                  <a:lnTo>
                    <a:pt x="3879603" y="1699770"/>
                  </a:lnTo>
                  <a:lnTo>
                    <a:pt x="3867868" y="1745409"/>
                  </a:lnTo>
                  <a:lnTo>
                    <a:pt x="3851854" y="1789162"/>
                  </a:lnTo>
                  <a:lnTo>
                    <a:pt x="3831800" y="1830792"/>
                  </a:lnTo>
                  <a:lnTo>
                    <a:pt x="3807946" y="1870057"/>
                  </a:lnTo>
                  <a:lnTo>
                    <a:pt x="3780531" y="1906718"/>
                  </a:lnTo>
                  <a:lnTo>
                    <a:pt x="3749795" y="1940537"/>
                  </a:lnTo>
                  <a:lnTo>
                    <a:pt x="3715976" y="1971274"/>
                  </a:lnTo>
                  <a:lnTo>
                    <a:pt x="3679314" y="1998689"/>
                  </a:lnTo>
                  <a:lnTo>
                    <a:pt x="3640049" y="2022543"/>
                  </a:lnTo>
                  <a:lnTo>
                    <a:pt x="3598420" y="2042597"/>
                  </a:lnTo>
                  <a:lnTo>
                    <a:pt x="3554667" y="2058611"/>
                  </a:lnTo>
                  <a:lnTo>
                    <a:pt x="3509027" y="2070346"/>
                  </a:lnTo>
                  <a:lnTo>
                    <a:pt x="3469036" y="2076449"/>
                  </a:lnTo>
                </a:path>
                <a:path w="3886200" h="2076450">
                  <a:moveTo>
                    <a:pt x="420288" y="2076449"/>
                  </a:moveTo>
                  <a:lnTo>
                    <a:pt x="380297" y="2070346"/>
                  </a:lnTo>
                  <a:lnTo>
                    <a:pt x="334658" y="2058611"/>
                  </a:lnTo>
                  <a:lnTo>
                    <a:pt x="290904" y="2042597"/>
                  </a:lnTo>
                  <a:lnTo>
                    <a:pt x="249275" y="2022543"/>
                  </a:lnTo>
                  <a:lnTo>
                    <a:pt x="210010" y="1998689"/>
                  </a:lnTo>
                  <a:lnTo>
                    <a:pt x="173348" y="1971274"/>
                  </a:lnTo>
                  <a:lnTo>
                    <a:pt x="139529" y="1940537"/>
                  </a:lnTo>
                  <a:lnTo>
                    <a:pt x="108793" y="1906718"/>
                  </a:lnTo>
                  <a:lnTo>
                    <a:pt x="81378" y="1870057"/>
                  </a:lnTo>
                  <a:lnTo>
                    <a:pt x="57524" y="1830792"/>
                  </a:lnTo>
                  <a:lnTo>
                    <a:pt x="37470" y="1789162"/>
                  </a:lnTo>
                  <a:lnTo>
                    <a:pt x="21456" y="1745409"/>
                  </a:lnTo>
                  <a:lnTo>
                    <a:pt x="9721" y="1699770"/>
                  </a:lnTo>
                  <a:lnTo>
                    <a:pt x="2504" y="1652485"/>
                  </a:lnTo>
                  <a:lnTo>
                    <a:pt x="0" y="1603793"/>
                  </a:lnTo>
                  <a:lnTo>
                    <a:pt x="0" y="476225"/>
                  </a:lnTo>
                  <a:lnTo>
                    <a:pt x="2504" y="427536"/>
                  </a:lnTo>
                  <a:lnTo>
                    <a:pt x="9721" y="380251"/>
                  </a:lnTo>
                  <a:lnTo>
                    <a:pt x="21456" y="334612"/>
                  </a:lnTo>
                  <a:lnTo>
                    <a:pt x="37470" y="290858"/>
                  </a:lnTo>
                  <a:lnTo>
                    <a:pt x="57524" y="249229"/>
                  </a:lnTo>
                  <a:lnTo>
                    <a:pt x="81378" y="209964"/>
                  </a:lnTo>
                  <a:lnTo>
                    <a:pt x="108793" y="173302"/>
                  </a:lnTo>
                  <a:lnTo>
                    <a:pt x="139529" y="139484"/>
                  </a:lnTo>
                  <a:lnTo>
                    <a:pt x="173348" y="108747"/>
                  </a:lnTo>
                  <a:lnTo>
                    <a:pt x="210010" y="81332"/>
                  </a:lnTo>
                  <a:lnTo>
                    <a:pt x="249275" y="57478"/>
                  </a:lnTo>
                  <a:lnTo>
                    <a:pt x="290904" y="37424"/>
                  </a:lnTo>
                  <a:lnTo>
                    <a:pt x="334658" y="21410"/>
                  </a:lnTo>
                  <a:lnTo>
                    <a:pt x="380297" y="9675"/>
                  </a:lnTo>
                  <a:lnTo>
                    <a:pt x="427582" y="2458"/>
                  </a:lnTo>
                  <a:lnTo>
                    <a:pt x="476273" y="0"/>
                  </a:lnTo>
                  <a:lnTo>
                    <a:pt x="3413051" y="0"/>
                  </a:lnTo>
                  <a:lnTo>
                    <a:pt x="3461742" y="2458"/>
                  </a:lnTo>
                  <a:lnTo>
                    <a:pt x="3509027" y="9675"/>
                  </a:lnTo>
                  <a:lnTo>
                    <a:pt x="3554666" y="21410"/>
                  </a:lnTo>
                  <a:lnTo>
                    <a:pt x="3598420" y="37424"/>
                  </a:lnTo>
                  <a:lnTo>
                    <a:pt x="3640049" y="57478"/>
                  </a:lnTo>
                  <a:lnTo>
                    <a:pt x="3679314" y="81332"/>
                  </a:lnTo>
                  <a:lnTo>
                    <a:pt x="3715976" y="108747"/>
                  </a:lnTo>
                  <a:lnTo>
                    <a:pt x="3749795" y="139484"/>
                  </a:lnTo>
                  <a:lnTo>
                    <a:pt x="3780531" y="173302"/>
                  </a:lnTo>
                  <a:lnTo>
                    <a:pt x="3807946" y="209964"/>
                  </a:lnTo>
                  <a:lnTo>
                    <a:pt x="3831800" y="249229"/>
                  </a:lnTo>
                  <a:lnTo>
                    <a:pt x="3851854" y="290858"/>
                  </a:lnTo>
                  <a:lnTo>
                    <a:pt x="3867868" y="334612"/>
                  </a:lnTo>
                  <a:lnTo>
                    <a:pt x="3879603" y="380251"/>
                  </a:lnTo>
                  <a:lnTo>
                    <a:pt x="3886200" y="42347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961623" y="2233591"/>
              <a:ext cx="3848100" cy="1952625"/>
            </a:xfrm>
            <a:custGeom>
              <a:avLst/>
              <a:gdLst/>
              <a:ahLst/>
              <a:cxnLst/>
              <a:rect l="l" t="t" r="r" b="b"/>
              <a:pathLst>
                <a:path w="3848100" h="1952625">
                  <a:moveTo>
                    <a:pt x="3848099" y="1516797"/>
                  </a:moveTo>
                  <a:lnTo>
                    <a:pt x="3840321" y="1575199"/>
                  </a:lnTo>
                  <a:lnTo>
                    <a:pt x="3828586" y="1620838"/>
                  </a:lnTo>
                  <a:lnTo>
                    <a:pt x="3812572" y="1664592"/>
                  </a:lnTo>
                  <a:lnTo>
                    <a:pt x="3792518" y="1706222"/>
                  </a:lnTo>
                  <a:lnTo>
                    <a:pt x="3768664" y="1745487"/>
                  </a:lnTo>
                  <a:lnTo>
                    <a:pt x="3741249" y="1782149"/>
                  </a:lnTo>
                  <a:lnTo>
                    <a:pt x="3710512" y="1815968"/>
                  </a:lnTo>
                  <a:lnTo>
                    <a:pt x="3676693" y="1846705"/>
                  </a:lnTo>
                  <a:lnTo>
                    <a:pt x="3640031" y="1874120"/>
                  </a:lnTo>
                  <a:lnTo>
                    <a:pt x="3600766" y="1897974"/>
                  </a:lnTo>
                  <a:lnTo>
                    <a:pt x="3559136" y="1918028"/>
                  </a:lnTo>
                  <a:lnTo>
                    <a:pt x="3515382" y="1934042"/>
                  </a:lnTo>
                  <a:lnTo>
                    <a:pt x="3469743" y="1945777"/>
                  </a:lnTo>
                  <a:lnTo>
                    <a:pt x="3424876" y="1952624"/>
                  </a:lnTo>
                </a:path>
                <a:path w="3848100" h="1952625">
                  <a:moveTo>
                    <a:pt x="425159" y="1952624"/>
                  </a:moveTo>
                  <a:lnTo>
                    <a:pt x="380291" y="1945777"/>
                  </a:lnTo>
                  <a:lnTo>
                    <a:pt x="334652" y="1934042"/>
                  </a:lnTo>
                  <a:lnTo>
                    <a:pt x="290898" y="1918028"/>
                  </a:lnTo>
                  <a:lnTo>
                    <a:pt x="249269" y="1897974"/>
                  </a:lnTo>
                  <a:lnTo>
                    <a:pt x="210003" y="1874119"/>
                  </a:lnTo>
                  <a:lnTo>
                    <a:pt x="173342" y="1846704"/>
                  </a:lnTo>
                  <a:lnTo>
                    <a:pt x="139523" y="1815967"/>
                  </a:lnTo>
                  <a:lnTo>
                    <a:pt x="108786" y="1782148"/>
                  </a:lnTo>
                  <a:lnTo>
                    <a:pt x="81371" y="1745486"/>
                  </a:lnTo>
                  <a:lnTo>
                    <a:pt x="57516" y="1706221"/>
                  </a:lnTo>
                  <a:lnTo>
                    <a:pt x="37463" y="1664592"/>
                  </a:lnTo>
                  <a:lnTo>
                    <a:pt x="21449" y="1620838"/>
                  </a:lnTo>
                  <a:lnTo>
                    <a:pt x="9713" y="1575199"/>
                  </a:lnTo>
                  <a:lnTo>
                    <a:pt x="2497" y="1527913"/>
                  </a:lnTo>
                  <a:lnTo>
                    <a:pt x="0" y="1479222"/>
                  </a:lnTo>
                  <a:lnTo>
                    <a:pt x="0" y="476228"/>
                  </a:lnTo>
                  <a:lnTo>
                    <a:pt x="2497" y="427538"/>
                  </a:lnTo>
                  <a:lnTo>
                    <a:pt x="9714" y="380253"/>
                  </a:lnTo>
                  <a:lnTo>
                    <a:pt x="21449" y="334614"/>
                  </a:lnTo>
                  <a:lnTo>
                    <a:pt x="37463" y="290860"/>
                  </a:lnTo>
                  <a:lnTo>
                    <a:pt x="57517" y="249230"/>
                  </a:lnTo>
                  <a:lnTo>
                    <a:pt x="81371" y="209965"/>
                  </a:lnTo>
                  <a:lnTo>
                    <a:pt x="108786" y="173303"/>
                  </a:lnTo>
                  <a:lnTo>
                    <a:pt x="139523" y="139484"/>
                  </a:lnTo>
                  <a:lnTo>
                    <a:pt x="173342" y="108747"/>
                  </a:lnTo>
                  <a:lnTo>
                    <a:pt x="210003" y="81332"/>
                  </a:lnTo>
                  <a:lnTo>
                    <a:pt x="249269" y="57478"/>
                  </a:lnTo>
                  <a:lnTo>
                    <a:pt x="290898" y="37424"/>
                  </a:lnTo>
                  <a:lnTo>
                    <a:pt x="334652" y="21410"/>
                  </a:lnTo>
                  <a:lnTo>
                    <a:pt x="380291" y="9675"/>
                  </a:lnTo>
                  <a:lnTo>
                    <a:pt x="427576" y="2458"/>
                  </a:lnTo>
                  <a:lnTo>
                    <a:pt x="476268" y="0"/>
                  </a:lnTo>
                  <a:lnTo>
                    <a:pt x="3373766" y="0"/>
                  </a:lnTo>
                  <a:lnTo>
                    <a:pt x="3422458" y="2458"/>
                  </a:lnTo>
                  <a:lnTo>
                    <a:pt x="3469743" y="9675"/>
                  </a:lnTo>
                  <a:lnTo>
                    <a:pt x="3515382" y="21410"/>
                  </a:lnTo>
                  <a:lnTo>
                    <a:pt x="3559136" y="37424"/>
                  </a:lnTo>
                  <a:lnTo>
                    <a:pt x="3600765" y="57478"/>
                  </a:lnTo>
                  <a:lnTo>
                    <a:pt x="3640031" y="81332"/>
                  </a:lnTo>
                  <a:lnTo>
                    <a:pt x="3676693" y="108747"/>
                  </a:lnTo>
                  <a:lnTo>
                    <a:pt x="3710512" y="139484"/>
                  </a:lnTo>
                  <a:lnTo>
                    <a:pt x="3741248" y="173303"/>
                  </a:lnTo>
                  <a:lnTo>
                    <a:pt x="3768664" y="209965"/>
                  </a:lnTo>
                  <a:lnTo>
                    <a:pt x="3792518" y="249230"/>
                  </a:lnTo>
                  <a:lnTo>
                    <a:pt x="3812572" y="290859"/>
                  </a:lnTo>
                  <a:lnTo>
                    <a:pt x="3828586" y="334613"/>
                  </a:lnTo>
                  <a:lnTo>
                    <a:pt x="3840321" y="380253"/>
                  </a:lnTo>
                  <a:lnTo>
                    <a:pt x="3847538" y="427538"/>
                  </a:lnTo>
                  <a:lnTo>
                    <a:pt x="3848099" y="43865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/>
          <p:nvPr/>
        </p:nvSpPr>
        <p:spPr>
          <a:xfrm>
            <a:off x="1003457" y="2460317"/>
            <a:ext cx="3381375" cy="1892935"/>
          </a:xfrm>
          <a:custGeom>
            <a:avLst/>
            <a:gdLst/>
            <a:ahLst/>
            <a:cxnLst/>
            <a:rect l="l" t="t" r="r" b="b"/>
            <a:pathLst>
              <a:path w="3381375" h="1892935">
                <a:moveTo>
                  <a:pt x="3381374" y="1459895"/>
                </a:moveTo>
                <a:lnTo>
                  <a:pt x="3373902" y="1512242"/>
                </a:lnTo>
                <a:lnTo>
                  <a:pt x="3362167" y="1557882"/>
                </a:lnTo>
                <a:lnTo>
                  <a:pt x="3346153" y="1601636"/>
                </a:lnTo>
                <a:lnTo>
                  <a:pt x="3326099" y="1643266"/>
                </a:lnTo>
                <a:lnTo>
                  <a:pt x="3302244" y="1682531"/>
                </a:lnTo>
                <a:lnTo>
                  <a:pt x="3274829" y="1719193"/>
                </a:lnTo>
                <a:lnTo>
                  <a:pt x="3244092" y="1753012"/>
                </a:lnTo>
                <a:lnTo>
                  <a:pt x="3210273" y="1783749"/>
                </a:lnTo>
                <a:lnTo>
                  <a:pt x="3173611" y="1811165"/>
                </a:lnTo>
                <a:lnTo>
                  <a:pt x="3134345" y="1835019"/>
                </a:lnTo>
                <a:lnTo>
                  <a:pt x="3092716" y="1855073"/>
                </a:lnTo>
                <a:lnTo>
                  <a:pt x="3048962" y="1871087"/>
                </a:lnTo>
                <a:lnTo>
                  <a:pt x="3003322" y="1882822"/>
                </a:lnTo>
                <a:lnTo>
                  <a:pt x="2956036" y="1890039"/>
                </a:lnTo>
                <a:lnTo>
                  <a:pt x="2907344" y="1892498"/>
                </a:lnTo>
                <a:lnTo>
                  <a:pt x="476261" y="1892498"/>
                </a:lnTo>
                <a:lnTo>
                  <a:pt x="427569" y="1890039"/>
                </a:lnTo>
                <a:lnTo>
                  <a:pt x="380284" y="1882822"/>
                </a:lnTo>
                <a:lnTo>
                  <a:pt x="334644" y="1871087"/>
                </a:lnTo>
                <a:lnTo>
                  <a:pt x="290890" y="1855073"/>
                </a:lnTo>
                <a:lnTo>
                  <a:pt x="249261" y="1835019"/>
                </a:lnTo>
                <a:lnTo>
                  <a:pt x="209995" y="1811165"/>
                </a:lnTo>
                <a:lnTo>
                  <a:pt x="173333" y="1783749"/>
                </a:lnTo>
                <a:lnTo>
                  <a:pt x="139514" y="1753012"/>
                </a:lnTo>
                <a:lnTo>
                  <a:pt x="108777" y="1719193"/>
                </a:lnTo>
                <a:lnTo>
                  <a:pt x="81362" y="1682531"/>
                </a:lnTo>
                <a:lnTo>
                  <a:pt x="57507" y="1643266"/>
                </a:lnTo>
                <a:lnTo>
                  <a:pt x="37453" y="1601636"/>
                </a:lnTo>
                <a:lnTo>
                  <a:pt x="21439" y="1557882"/>
                </a:lnTo>
                <a:lnTo>
                  <a:pt x="9704" y="1512242"/>
                </a:lnTo>
                <a:lnTo>
                  <a:pt x="2487" y="1464957"/>
                </a:lnTo>
                <a:lnTo>
                  <a:pt x="0" y="1416265"/>
                </a:lnTo>
                <a:lnTo>
                  <a:pt x="0" y="476231"/>
                </a:lnTo>
                <a:lnTo>
                  <a:pt x="2487" y="427540"/>
                </a:lnTo>
                <a:lnTo>
                  <a:pt x="9704" y="380255"/>
                </a:lnTo>
                <a:lnTo>
                  <a:pt x="21439" y="334615"/>
                </a:lnTo>
                <a:lnTo>
                  <a:pt x="37453" y="290861"/>
                </a:lnTo>
                <a:lnTo>
                  <a:pt x="57507" y="249231"/>
                </a:lnTo>
                <a:lnTo>
                  <a:pt x="81362" y="209966"/>
                </a:lnTo>
                <a:lnTo>
                  <a:pt x="108777" y="173304"/>
                </a:lnTo>
                <a:lnTo>
                  <a:pt x="139514" y="139485"/>
                </a:lnTo>
                <a:lnTo>
                  <a:pt x="173333" y="108748"/>
                </a:lnTo>
                <a:lnTo>
                  <a:pt x="209995" y="81333"/>
                </a:lnTo>
                <a:lnTo>
                  <a:pt x="249261" y="57478"/>
                </a:lnTo>
                <a:lnTo>
                  <a:pt x="290890" y="37424"/>
                </a:lnTo>
                <a:lnTo>
                  <a:pt x="334644" y="21410"/>
                </a:lnTo>
                <a:lnTo>
                  <a:pt x="380284" y="9675"/>
                </a:lnTo>
                <a:lnTo>
                  <a:pt x="427569" y="2458"/>
                </a:lnTo>
                <a:lnTo>
                  <a:pt x="476261" y="0"/>
                </a:lnTo>
                <a:lnTo>
                  <a:pt x="2907344" y="0"/>
                </a:lnTo>
                <a:lnTo>
                  <a:pt x="2956036" y="2458"/>
                </a:lnTo>
                <a:lnTo>
                  <a:pt x="3003322" y="9675"/>
                </a:lnTo>
                <a:lnTo>
                  <a:pt x="3048962" y="21410"/>
                </a:lnTo>
                <a:lnTo>
                  <a:pt x="3092716" y="37424"/>
                </a:lnTo>
                <a:lnTo>
                  <a:pt x="3134345" y="57478"/>
                </a:lnTo>
                <a:lnTo>
                  <a:pt x="3173611" y="81332"/>
                </a:lnTo>
                <a:lnTo>
                  <a:pt x="3210273" y="108748"/>
                </a:lnTo>
                <a:lnTo>
                  <a:pt x="3244092" y="139485"/>
                </a:lnTo>
                <a:lnTo>
                  <a:pt x="3274829" y="173304"/>
                </a:lnTo>
                <a:lnTo>
                  <a:pt x="3302244" y="209966"/>
                </a:lnTo>
                <a:lnTo>
                  <a:pt x="3326099" y="249231"/>
                </a:lnTo>
                <a:lnTo>
                  <a:pt x="3346153" y="290861"/>
                </a:lnTo>
                <a:lnTo>
                  <a:pt x="3362167" y="334615"/>
                </a:lnTo>
                <a:lnTo>
                  <a:pt x="3373902" y="380255"/>
                </a:lnTo>
                <a:lnTo>
                  <a:pt x="3381119" y="427540"/>
                </a:lnTo>
                <a:lnTo>
                  <a:pt x="3381374" y="43260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003457" y="5156506"/>
            <a:ext cx="3959860" cy="2073275"/>
          </a:xfrm>
          <a:custGeom>
            <a:avLst/>
            <a:gdLst/>
            <a:ahLst/>
            <a:cxnLst/>
            <a:rect l="l" t="t" r="r" b="b"/>
            <a:pathLst>
              <a:path w="3959860" h="2073275">
                <a:moveTo>
                  <a:pt x="3484235" y="2072902"/>
                </a:moveTo>
                <a:lnTo>
                  <a:pt x="476250" y="2072902"/>
                </a:lnTo>
                <a:lnTo>
                  <a:pt x="427556" y="2070443"/>
                </a:lnTo>
                <a:lnTo>
                  <a:pt x="380269" y="2063226"/>
                </a:lnTo>
                <a:lnTo>
                  <a:pt x="334627" y="2051490"/>
                </a:lnTo>
                <a:lnTo>
                  <a:pt x="290872" y="2035476"/>
                </a:lnTo>
                <a:lnTo>
                  <a:pt x="249240" y="2015421"/>
                </a:lnTo>
                <a:lnTo>
                  <a:pt x="209974" y="1991566"/>
                </a:lnTo>
                <a:lnTo>
                  <a:pt x="173310" y="1964149"/>
                </a:lnTo>
                <a:lnTo>
                  <a:pt x="139490" y="1933411"/>
                </a:lnTo>
                <a:lnTo>
                  <a:pt x="108752" y="1899591"/>
                </a:lnTo>
                <a:lnTo>
                  <a:pt x="81336" y="1862928"/>
                </a:lnTo>
                <a:lnTo>
                  <a:pt x="57480" y="1823661"/>
                </a:lnTo>
                <a:lnTo>
                  <a:pt x="37426" y="1782030"/>
                </a:lnTo>
                <a:lnTo>
                  <a:pt x="21411" y="1738274"/>
                </a:lnTo>
                <a:lnTo>
                  <a:pt x="9675" y="1692633"/>
                </a:lnTo>
                <a:lnTo>
                  <a:pt x="2458" y="1645346"/>
                </a:lnTo>
                <a:lnTo>
                  <a:pt x="0" y="1596652"/>
                </a:lnTo>
                <a:lnTo>
                  <a:pt x="0" y="476250"/>
                </a:lnTo>
                <a:lnTo>
                  <a:pt x="2458" y="427556"/>
                </a:lnTo>
                <a:lnTo>
                  <a:pt x="9675" y="380269"/>
                </a:lnTo>
                <a:lnTo>
                  <a:pt x="21411" y="334627"/>
                </a:lnTo>
                <a:lnTo>
                  <a:pt x="37426" y="290872"/>
                </a:lnTo>
                <a:lnTo>
                  <a:pt x="57480" y="249241"/>
                </a:lnTo>
                <a:lnTo>
                  <a:pt x="81336" y="209974"/>
                </a:lnTo>
                <a:lnTo>
                  <a:pt x="108752" y="173310"/>
                </a:lnTo>
                <a:lnTo>
                  <a:pt x="139490" y="139490"/>
                </a:lnTo>
                <a:lnTo>
                  <a:pt x="173310" y="108752"/>
                </a:lnTo>
                <a:lnTo>
                  <a:pt x="209974" y="81336"/>
                </a:lnTo>
                <a:lnTo>
                  <a:pt x="249240" y="57480"/>
                </a:lnTo>
                <a:lnTo>
                  <a:pt x="290872" y="37426"/>
                </a:lnTo>
                <a:lnTo>
                  <a:pt x="334627" y="21411"/>
                </a:lnTo>
                <a:lnTo>
                  <a:pt x="380269" y="9675"/>
                </a:lnTo>
                <a:lnTo>
                  <a:pt x="427556" y="2459"/>
                </a:lnTo>
                <a:lnTo>
                  <a:pt x="476250" y="0"/>
                </a:lnTo>
                <a:lnTo>
                  <a:pt x="3484235" y="0"/>
                </a:lnTo>
                <a:lnTo>
                  <a:pt x="3532929" y="2459"/>
                </a:lnTo>
                <a:lnTo>
                  <a:pt x="3580216" y="9675"/>
                </a:lnTo>
                <a:lnTo>
                  <a:pt x="3625857" y="21411"/>
                </a:lnTo>
                <a:lnTo>
                  <a:pt x="3669613" y="37426"/>
                </a:lnTo>
                <a:lnTo>
                  <a:pt x="3711244" y="57480"/>
                </a:lnTo>
                <a:lnTo>
                  <a:pt x="3750511" y="81336"/>
                </a:lnTo>
                <a:lnTo>
                  <a:pt x="3787174" y="108752"/>
                </a:lnTo>
                <a:lnTo>
                  <a:pt x="3820994" y="139490"/>
                </a:lnTo>
                <a:lnTo>
                  <a:pt x="3851732" y="173310"/>
                </a:lnTo>
                <a:lnTo>
                  <a:pt x="3879149" y="209974"/>
                </a:lnTo>
                <a:lnTo>
                  <a:pt x="3903004" y="249241"/>
                </a:lnTo>
                <a:lnTo>
                  <a:pt x="3923059" y="290872"/>
                </a:lnTo>
                <a:lnTo>
                  <a:pt x="3939074" y="334627"/>
                </a:lnTo>
                <a:lnTo>
                  <a:pt x="3950809" y="380269"/>
                </a:lnTo>
                <a:lnTo>
                  <a:pt x="3958026" y="427556"/>
                </a:lnTo>
                <a:lnTo>
                  <a:pt x="3959566" y="458063"/>
                </a:lnTo>
                <a:lnTo>
                  <a:pt x="3959566" y="1614838"/>
                </a:lnTo>
                <a:lnTo>
                  <a:pt x="3950809" y="1692633"/>
                </a:lnTo>
                <a:lnTo>
                  <a:pt x="3939074" y="1738274"/>
                </a:lnTo>
                <a:lnTo>
                  <a:pt x="3923059" y="1782030"/>
                </a:lnTo>
                <a:lnTo>
                  <a:pt x="3903004" y="1823661"/>
                </a:lnTo>
                <a:lnTo>
                  <a:pt x="3879149" y="1862928"/>
                </a:lnTo>
                <a:lnTo>
                  <a:pt x="3851732" y="1899591"/>
                </a:lnTo>
                <a:lnTo>
                  <a:pt x="3820994" y="1933411"/>
                </a:lnTo>
                <a:lnTo>
                  <a:pt x="3787174" y="1964149"/>
                </a:lnTo>
                <a:lnTo>
                  <a:pt x="3750511" y="1991566"/>
                </a:lnTo>
                <a:lnTo>
                  <a:pt x="3711244" y="2015421"/>
                </a:lnTo>
                <a:lnTo>
                  <a:pt x="3669613" y="2035476"/>
                </a:lnTo>
                <a:lnTo>
                  <a:pt x="3625857" y="2051490"/>
                </a:lnTo>
                <a:lnTo>
                  <a:pt x="3580216" y="2063226"/>
                </a:lnTo>
                <a:lnTo>
                  <a:pt x="3532929" y="2070443"/>
                </a:lnTo>
                <a:lnTo>
                  <a:pt x="3484235" y="2072902"/>
                </a:lnTo>
                <a:close/>
              </a:path>
            </a:pathLst>
          </a:custGeom>
          <a:solidFill>
            <a:srgbClr val="BAE4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12868673" y="-189"/>
            <a:ext cx="5419725" cy="1834514"/>
            <a:chOff x="12868673" y="-189"/>
            <a:chExt cx="5419725" cy="1834514"/>
          </a:xfrm>
        </p:grpSpPr>
        <p:sp>
          <p:nvSpPr>
            <p:cNvPr id="31" name="object 31" descr=""/>
            <p:cNvSpPr/>
            <p:nvPr/>
          </p:nvSpPr>
          <p:spPr>
            <a:xfrm>
              <a:off x="12868669" y="-178"/>
              <a:ext cx="5419725" cy="1026160"/>
            </a:xfrm>
            <a:custGeom>
              <a:avLst/>
              <a:gdLst/>
              <a:ahLst/>
              <a:cxnLst/>
              <a:rect l="l" t="t" r="r" b="b"/>
              <a:pathLst>
                <a:path w="5419725" h="1026160">
                  <a:moveTo>
                    <a:pt x="5419331" y="66040"/>
                  </a:moveTo>
                  <a:lnTo>
                    <a:pt x="5317172" y="66040"/>
                  </a:lnTo>
                  <a:lnTo>
                    <a:pt x="5317172" y="190"/>
                  </a:lnTo>
                  <a:lnTo>
                    <a:pt x="5288623" y="190"/>
                  </a:lnTo>
                  <a:lnTo>
                    <a:pt x="5288623" y="66040"/>
                  </a:lnTo>
                  <a:lnTo>
                    <a:pt x="5006086" y="66040"/>
                  </a:lnTo>
                  <a:lnTo>
                    <a:pt x="5006086" y="190"/>
                  </a:lnTo>
                  <a:lnTo>
                    <a:pt x="4977523" y="190"/>
                  </a:lnTo>
                  <a:lnTo>
                    <a:pt x="4977523" y="66040"/>
                  </a:lnTo>
                  <a:lnTo>
                    <a:pt x="4694987" y="66040"/>
                  </a:lnTo>
                  <a:lnTo>
                    <a:pt x="4694987" y="190"/>
                  </a:lnTo>
                  <a:lnTo>
                    <a:pt x="4666437" y="190"/>
                  </a:lnTo>
                  <a:lnTo>
                    <a:pt x="4666437" y="66040"/>
                  </a:lnTo>
                  <a:lnTo>
                    <a:pt x="4383900" y="66040"/>
                  </a:lnTo>
                  <a:lnTo>
                    <a:pt x="4383900" y="190"/>
                  </a:lnTo>
                  <a:lnTo>
                    <a:pt x="4355338" y="190"/>
                  </a:lnTo>
                  <a:lnTo>
                    <a:pt x="4355338" y="66040"/>
                  </a:lnTo>
                  <a:lnTo>
                    <a:pt x="4072813" y="66040"/>
                  </a:lnTo>
                  <a:lnTo>
                    <a:pt x="4072813" y="190"/>
                  </a:lnTo>
                  <a:lnTo>
                    <a:pt x="4044251" y="190"/>
                  </a:lnTo>
                  <a:lnTo>
                    <a:pt x="4044251" y="66040"/>
                  </a:lnTo>
                  <a:lnTo>
                    <a:pt x="3761714" y="66040"/>
                  </a:lnTo>
                  <a:lnTo>
                    <a:pt x="3761714" y="190"/>
                  </a:lnTo>
                  <a:lnTo>
                    <a:pt x="3733165" y="190"/>
                  </a:lnTo>
                  <a:lnTo>
                    <a:pt x="3733165" y="66040"/>
                  </a:lnTo>
                  <a:lnTo>
                    <a:pt x="3450615" y="66040"/>
                  </a:lnTo>
                  <a:lnTo>
                    <a:pt x="3450615" y="190"/>
                  </a:lnTo>
                  <a:lnTo>
                    <a:pt x="3422065" y="190"/>
                  </a:lnTo>
                  <a:lnTo>
                    <a:pt x="3422065" y="66040"/>
                  </a:lnTo>
                  <a:lnTo>
                    <a:pt x="3139529" y="66040"/>
                  </a:lnTo>
                  <a:lnTo>
                    <a:pt x="3139529" y="190"/>
                  </a:lnTo>
                  <a:lnTo>
                    <a:pt x="3110966" y="190"/>
                  </a:lnTo>
                  <a:lnTo>
                    <a:pt x="3110966" y="66040"/>
                  </a:lnTo>
                  <a:lnTo>
                    <a:pt x="2828442" y="66040"/>
                  </a:lnTo>
                  <a:lnTo>
                    <a:pt x="2828442" y="190"/>
                  </a:lnTo>
                  <a:lnTo>
                    <a:pt x="2799880" y="190"/>
                  </a:lnTo>
                  <a:lnTo>
                    <a:pt x="2799880" y="66040"/>
                  </a:lnTo>
                  <a:lnTo>
                    <a:pt x="2517343" y="66040"/>
                  </a:lnTo>
                  <a:lnTo>
                    <a:pt x="2517343" y="190"/>
                  </a:lnTo>
                  <a:lnTo>
                    <a:pt x="2488793" y="190"/>
                  </a:lnTo>
                  <a:lnTo>
                    <a:pt x="2488793" y="66040"/>
                  </a:lnTo>
                  <a:lnTo>
                    <a:pt x="2206256" y="66040"/>
                  </a:lnTo>
                  <a:lnTo>
                    <a:pt x="2206256" y="190"/>
                  </a:lnTo>
                  <a:lnTo>
                    <a:pt x="2177694" y="190"/>
                  </a:lnTo>
                  <a:lnTo>
                    <a:pt x="2177694" y="66040"/>
                  </a:lnTo>
                  <a:lnTo>
                    <a:pt x="1895157" y="66040"/>
                  </a:lnTo>
                  <a:lnTo>
                    <a:pt x="1895157" y="190"/>
                  </a:lnTo>
                  <a:lnTo>
                    <a:pt x="1866595" y="190"/>
                  </a:lnTo>
                  <a:lnTo>
                    <a:pt x="1866595" y="66040"/>
                  </a:lnTo>
                  <a:lnTo>
                    <a:pt x="1584058" y="66040"/>
                  </a:lnTo>
                  <a:lnTo>
                    <a:pt x="1584058" y="190"/>
                  </a:lnTo>
                  <a:lnTo>
                    <a:pt x="1555508" y="190"/>
                  </a:lnTo>
                  <a:lnTo>
                    <a:pt x="1555508" y="66040"/>
                  </a:lnTo>
                  <a:lnTo>
                    <a:pt x="1272971" y="66040"/>
                  </a:lnTo>
                  <a:lnTo>
                    <a:pt x="1272971" y="190"/>
                  </a:lnTo>
                  <a:lnTo>
                    <a:pt x="1244422" y="190"/>
                  </a:lnTo>
                  <a:lnTo>
                    <a:pt x="1244422" y="66040"/>
                  </a:lnTo>
                  <a:lnTo>
                    <a:pt x="961885" y="66040"/>
                  </a:lnTo>
                  <a:lnTo>
                    <a:pt x="961885" y="190"/>
                  </a:lnTo>
                  <a:lnTo>
                    <a:pt x="933323" y="190"/>
                  </a:lnTo>
                  <a:lnTo>
                    <a:pt x="933323" y="66040"/>
                  </a:lnTo>
                  <a:lnTo>
                    <a:pt x="650786" y="66040"/>
                  </a:lnTo>
                  <a:lnTo>
                    <a:pt x="650786" y="190"/>
                  </a:lnTo>
                  <a:lnTo>
                    <a:pt x="622236" y="190"/>
                  </a:lnTo>
                  <a:lnTo>
                    <a:pt x="622236" y="66040"/>
                  </a:lnTo>
                  <a:lnTo>
                    <a:pt x="339686" y="66040"/>
                  </a:lnTo>
                  <a:lnTo>
                    <a:pt x="339686" y="190"/>
                  </a:lnTo>
                  <a:lnTo>
                    <a:pt x="311188" y="190"/>
                  </a:lnTo>
                  <a:lnTo>
                    <a:pt x="311188" y="66040"/>
                  </a:lnTo>
                  <a:lnTo>
                    <a:pt x="28663" y="66040"/>
                  </a:lnTo>
                  <a:lnTo>
                    <a:pt x="28663" y="0"/>
                  </a:lnTo>
                  <a:lnTo>
                    <a:pt x="76" y="0"/>
                  </a:lnTo>
                  <a:lnTo>
                    <a:pt x="76" y="66040"/>
                  </a:lnTo>
                  <a:lnTo>
                    <a:pt x="76" y="93980"/>
                  </a:lnTo>
                  <a:lnTo>
                    <a:pt x="63" y="377190"/>
                  </a:lnTo>
                  <a:lnTo>
                    <a:pt x="50" y="405130"/>
                  </a:lnTo>
                  <a:lnTo>
                    <a:pt x="38" y="688340"/>
                  </a:lnTo>
                  <a:lnTo>
                    <a:pt x="25" y="716280"/>
                  </a:lnTo>
                  <a:lnTo>
                    <a:pt x="12" y="999490"/>
                  </a:lnTo>
                  <a:lnTo>
                    <a:pt x="0" y="1026160"/>
                  </a:lnTo>
                  <a:lnTo>
                    <a:pt x="5419331" y="1026160"/>
                  </a:lnTo>
                  <a:lnTo>
                    <a:pt x="5419331" y="999490"/>
                  </a:lnTo>
                  <a:lnTo>
                    <a:pt x="3761714" y="999490"/>
                  </a:lnTo>
                  <a:lnTo>
                    <a:pt x="3761714" y="716470"/>
                  </a:lnTo>
                  <a:lnTo>
                    <a:pt x="3733165" y="716470"/>
                  </a:lnTo>
                  <a:lnTo>
                    <a:pt x="3733165" y="999490"/>
                  </a:lnTo>
                  <a:lnTo>
                    <a:pt x="3450615" y="999490"/>
                  </a:lnTo>
                  <a:lnTo>
                    <a:pt x="3450615" y="716470"/>
                  </a:lnTo>
                  <a:lnTo>
                    <a:pt x="3422065" y="716470"/>
                  </a:lnTo>
                  <a:lnTo>
                    <a:pt x="3422065" y="999490"/>
                  </a:lnTo>
                  <a:lnTo>
                    <a:pt x="3139529" y="999490"/>
                  </a:lnTo>
                  <a:lnTo>
                    <a:pt x="3139529" y="716470"/>
                  </a:lnTo>
                  <a:lnTo>
                    <a:pt x="3110966" y="716470"/>
                  </a:lnTo>
                  <a:lnTo>
                    <a:pt x="3110966" y="999490"/>
                  </a:lnTo>
                  <a:lnTo>
                    <a:pt x="2828442" y="999490"/>
                  </a:lnTo>
                  <a:lnTo>
                    <a:pt x="2828442" y="716470"/>
                  </a:lnTo>
                  <a:lnTo>
                    <a:pt x="2799880" y="716470"/>
                  </a:lnTo>
                  <a:lnTo>
                    <a:pt x="2799880" y="999490"/>
                  </a:lnTo>
                  <a:lnTo>
                    <a:pt x="2517343" y="999490"/>
                  </a:lnTo>
                  <a:lnTo>
                    <a:pt x="2517343" y="716470"/>
                  </a:lnTo>
                  <a:lnTo>
                    <a:pt x="2488793" y="716470"/>
                  </a:lnTo>
                  <a:lnTo>
                    <a:pt x="2488793" y="999490"/>
                  </a:lnTo>
                  <a:lnTo>
                    <a:pt x="2206256" y="999490"/>
                  </a:lnTo>
                  <a:lnTo>
                    <a:pt x="2206256" y="716470"/>
                  </a:lnTo>
                  <a:lnTo>
                    <a:pt x="2177694" y="716470"/>
                  </a:lnTo>
                  <a:lnTo>
                    <a:pt x="2177694" y="999490"/>
                  </a:lnTo>
                  <a:lnTo>
                    <a:pt x="1895157" y="999490"/>
                  </a:lnTo>
                  <a:lnTo>
                    <a:pt x="1895157" y="716470"/>
                  </a:lnTo>
                  <a:lnTo>
                    <a:pt x="1866595" y="716470"/>
                  </a:lnTo>
                  <a:lnTo>
                    <a:pt x="1866595" y="999490"/>
                  </a:lnTo>
                  <a:lnTo>
                    <a:pt x="1584058" y="999490"/>
                  </a:lnTo>
                  <a:lnTo>
                    <a:pt x="1584058" y="716470"/>
                  </a:lnTo>
                  <a:lnTo>
                    <a:pt x="1555508" y="716470"/>
                  </a:lnTo>
                  <a:lnTo>
                    <a:pt x="1555508" y="999490"/>
                  </a:lnTo>
                  <a:lnTo>
                    <a:pt x="1272971" y="999490"/>
                  </a:lnTo>
                  <a:lnTo>
                    <a:pt x="1272971" y="716470"/>
                  </a:lnTo>
                  <a:lnTo>
                    <a:pt x="1244422" y="716470"/>
                  </a:lnTo>
                  <a:lnTo>
                    <a:pt x="1244422" y="999490"/>
                  </a:lnTo>
                  <a:lnTo>
                    <a:pt x="961885" y="999490"/>
                  </a:lnTo>
                  <a:lnTo>
                    <a:pt x="961885" y="716470"/>
                  </a:lnTo>
                  <a:lnTo>
                    <a:pt x="933323" y="716470"/>
                  </a:lnTo>
                  <a:lnTo>
                    <a:pt x="933323" y="999490"/>
                  </a:lnTo>
                  <a:lnTo>
                    <a:pt x="650786" y="999490"/>
                  </a:lnTo>
                  <a:lnTo>
                    <a:pt x="650786" y="716470"/>
                  </a:lnTo>
                  <a:lnTo>
                    <a:pt x="622236" y="716470"/>
                  </a:lnTo>
                  <a:lnTo>
                    <a:pt x="622236" y="999490"/>
                  </a:lnTo>
                  <a:lnTo>
                    <a:pt x="339686" y="999490"/>
                  </a:lnTo>
                  <a:lnTo>
                    <a:pt x="339686" y="716470"/>
                  </a:lnTo>
                  <a:lnTo>
                    <a:pt x="311188" y="716470"/>
                  </a:lnTo>
                  <a:lnTo>
                    <a:pt x="311188" y="999490"/>
                  </a:lnTo>
                  <a:lnTo>
                    <a:pt x="28663" y="999490"/>
                  </a:lnTo>
                  <a:lnTo>
                    <a:pt x="28663" y="716280"/>
                  </a:lnTo>
                  <a:lnTo>
                    <a:pt x="5419331" y="716280"/>
                  </a:lnTo>
                  <a:lnTo>
                    <a:pt x="5419331" y="688340"/>
                  </a:lnTo>
                  <a:lnTo>
                    <a:pt x="5317172" y="688340"/>
                  </a:lnTo>
                  <a:lnTo>
                    <a:pt x="5317172" y="405320"/>
                  </a:lnTo>
                  <a:lnTo>
                    <a:pt x="5288623" y="405320"/>
                  </a:lnTo>
                  <a:lnTo>
                    <a:pt x="5288623" y="688340"/>
                  </a:lnTo>
                  <a:lnTo>
                    <a:pt x="5006086" y="688340"/>
                  </a:lnTo>
                  <a:lnTo>
                    <a:pt x="5006086" y="405320"/>
                  </a:lnTo>
                  <a:lnTo>
                    <a:pt x="4977523" y="405320"/>
                  </a:lnTo>
                  <a:lnTo>
                    <a:pt x="4977523" y="688340"/>
                  </a:lnTo>
                  <a:lnTo>
                    <a:pt x="4694987" y="688340"/>
                  </a:lnTo>
                  <a:lnTo>
                    <a:pt x="4694987" y="405320"/>
                  </a:lnTo>
                  <a:lnTo>
                    <a:pt x="4666437" y="405320"/>
                  </a:lnTo>
                  <a:lnTo>
                    <a:pt x="4666437" y="688340"/>
                  </a:lnTo>
                  <a:lnTo>
                    <a:pt x="4383900" y="688340"/>
                  </a:lnTo>
                  <a:lnTo>
                    <a:pt x="4383900" y="405320"/>
                  </a:lnTo>
                  <a:lnTo>
                    <a:pt x="4355338" y="405320"/>
                  </a:lnTo>
                  <a:lnTo>
                    <a:pt x="4355338" y="688340"/>
                  </a:lnTo>
                  <a:lnTo>
                    <a:pt x="4072813" y="688340"/>
                  </a:lnTo>
                  <a:lnTo>
                    <a:pt x="4072813" y="405320"/>
                  </a:lnTo>
                  <a:lnTo>
                    <a:pt x="4044251" y="405320"/>
                  </a:lnTo>
                  <a:lnTo>
                    <a:pt x="4044251" y="688340"/>
                  </a:lnTo>
                  <a:lnTo>
                    <a:pt x="3761714" y="688340"/>
                  </a:lnTo>
                  <a:lnTo>
                    <a:pt x="3761714" y="405320"/>
                  </a:lnTo>
                  <a:lnTo>
                    <a:pt x="3733165" y="405320"/>
                  </a:lnTo>
                  <a:lnTo>
                    <a:pt x="3733165" y="688340"/>
                  </a:lnTo>
                  <a:lnTo>
                    <a:pt x="3450615" y="688340"/>
                  </a:lnTo>
                  <a:lnTo>
                    <a:pt x="3450615" y="405320"/>
                  </a:lnTo>
                  <a:lnTo>
                    <a:pt x="3422065" y="405320"/>
                  </a:lnTo>
                  <a:lnTo>
                    <a:pt x="3422065" y="688340"/>
                  </a:lnTo>
                  <a:lnTo>
                    <a:pt x="3139529" y="688340"/>
                  </a:lnTo>
                  <a:lnTo>
                    <a:pt x="3139529" y="405320"/>
                  </a:lnTo>
                  <a:lnTo>
                    <a:pt x="3110966" y="405320"/>
                  </a:lnTo>
                  <a:lnTo>
                    <a:pt x="3110966" y="688340"/>
                  </a:lnTo>
                  <a:lnTo>
                    <a:pt x="2828442" y="688340"/>
                  </a:lnTo>
                  <a:lnTo>
                    <a:pt x="2828442" y="405320"/>
                  </a:lnTo>
                  <a:lnTo>
                    <a:pt x="2799880" y="405320"/>
                  </a:lnTo>
                  <a:lnTo>
                    <a:pt x="2799880" y="688340"/>
                  </a:lnTo>
                  <a:lnTo>
                    <a:pt x="2517343" y="688340"/>
                  </a:lnTo>
                  <a:lnTo>
                    <a:pt x="2517343" y="405320"/>
                  </a:lnTo>
                  <a:lnTo>
                    <a:pt x="2488793" y="405320"/>
                  </a:lnTo>
                  <a:lnTo>
                    <a:pt x="2488793" y="688340"/>
                  </a:lnTo>
                  <a:lnTo>
                    <a:pt x="2206256" y="688340"/>
                  </a:lnTo>
                  <a:lnTo>
                    <a:pt x="2206256" y="405320"/>
                  </a:lnTo>
                  <a:lnTo>
                    <a:pt x="2177694" y="405320"/>
                  </a:lnTo>
                  <a:lnTo>
                    <a:pt x="2177694" y="688340"/>
                  </a:lnTo>
                  <a:lnTo>
                    <a:pt x="1895157" y="688340"/>
                  </a:lnTo>
                  <a:lnTo>
                    <a:pt x="1895157" y="405320"/>
                  </a:lnTo>
                  <a:lnTo>
                    <a:pt x="1866595" y="405320"/>
                  </a:lnTo>
                  <a:lnTo>
                    <a:pt x="1866595" y="688340"/>
                  </a:lnTo>
                  <a:lnTo>
                    <a:pt x="1584058" y="688340"/>
                  </a:lnTo>
                  <a:lnTo>
                    <a:pt x="1584058" y="405320"/>
                  </a:lnTo>
                  <a:lnTo>
                    <a:pt x="1555508" y="405320"/>
                  </a:lnTo>
                  <a:lnTo>
                    <a:pt x="1555508" y="688340"/>
                  </a:lnTo>
                  <a:lnTo>
                    <a:pt x="1272971" y="688340"/>
                  </a:lnTo>
                  <a:lnTo>
                    <a:pt x="1272971" y="405320"/>
                  </a:lnTo>
                  <a:lnTo>
                    <a:pt x="1244422" y="405320"/>
                  </a:lnTo>
                  <a:lnTo>
                    <a:pt x="1244422" y="688340"/>
                  </a:lnTo>
                  <a:lnTo>
                    <a:pt x="961885" y="688340"/>
                  </a:lnTo>
                  <a:lnTo>
                    <a:pt x="961885" y="405320"/>
                  </a:lnTo>
                  <a:lnTo>
                    <a:pt x="933323" y="405320"/>
                  </a:lnTo>
                  <a:lnTo>
                    <a:pt x="933323" y="688340"/>
                  </a:lnTo>
                  <a:lnTo>
                    <a:pt x="650786" y="688340"/>
                  </a:lnTo>
                  <a:lnTo>
                    <a:pt x="650786" y="405320"/>
                  </a:lnTo>
                  <a:lnTo>
                    <a:pt x="622236" y="405320"/>
                  </a:lnTo>
                  <a:lnTo>
                    <a:pt x="622236" y="688340"/>
                  </a:lnTo>
                  <a:lnTo>
                    <a:pt x="339686" y="688340"/>
                  </a:lnTo>
                  <a:lnTo>
                    <a:pt x="339686" y="405320"/>
                  </a:lnTo>
                  <a:lnTo>
                    <a:pt x="311188" y="405320"/>
                  </a:lnTo>
                  <a:lnTo>
                    <a:pt x="311188" y="688340"/>
                  </a:lnTo>
                  <a:lnTo>
                    <a:pt x="28663" y="688340"/>
                  </a:lnTo>
                  <a:lnTo>
                    <a:pt x="28663" y="405130"/>
                  </a:lnTo>
                  <a:lnTo>
                    <a:pt x="5419331" y="405130"/>
                  </a:lnTo>
                  <a:lnTo>
                    <a:pt x="5419331" y="377190"/>
                  </a:lnTo>
                  <a:lnTo>
                    <a:pt x="5317172" y="377190"/>
                  </a:lnTo>
                  <a:lnTo>
                    <a:pt x="5317172" y="94170"/>
                  </a:lnTo>
                  <a:lnTo>
                    <a:pt x="5288623" y="94170"/>
                  </a:lnTo>
                  <a:lnTo>
                    <a:pt x="5288623" y="377190"/>
                  </a:lnTo>
                  <a:lnTo>
                    <a:pt x="5006086" y="377190"/>
                  </a:lnTo>
                  <a:lnTo>
                    <a:pt x="5006086" y="94170"/>
                  </a:lnTo>
                  <a:lnTo>
                    <a:pt x="4977523" y="94170"/>
                  </a:lnTo>
                  <a:lnTo>
                    <a:pt x="4977523" y="377190"/>
                  </a:lnTo>
                  <a:lnTo>
                    <a:pt x="4694987" y="377190"/>
                  </a:lnTo>
                  <a:lnTo>
                    <a:pt x="4694987" y="94170"/>
                  </a:lnTo>
                  <a:lnTo>
                    <a:pt x="4666437" y="94170"/>
                  </a:lnTo>
                  <a:lnTo>
                    <a:pt x="4666437" y="377190"/>
                  </a:lnTo>
                  <a:lnTo>
                    <a:pt x="4383900" y="377190"/>
                  </a:lnTo>
                  <a:lnTo>
                    <a:pt x="4383900" y="94170"/>
                  </a:lnTo>
                  <a:lnTo>
                    <a:pt x="4355338" y="94170"/>
                  </a:lnTo>
                  <a:lnTo>
                    <a:pt x="4355338" y="377190"/>
                  </a:lnTo>
                  <a:lnTo>
                    <a:pt x="4072813" y="377190"/>
                  </a:lnTo>
                  <a:lnTo>
                    <a:pt x="4072813" y="94170"/>
                  </a:lnTo>
                  <a:lnTo>
                    <a:pt x="4044251" y="94170"/>
                  </a:lnTo>
                  <a:lnTo>
                    <a:pt x="4044251" y="377190"/>
                  </a:lnTo>
                  <a:lnTo>
                    <a:pt x="3761714" y="377190"/>
                  </a:lnTo>
                  <a:lnTo>
                    <a:pt x="3761714" y="94170"/>
                  </a:lnTo>
                  <a:lnTo>
                    <a:pt x="3733165" y="94170"/>
                  </a:lnTo>
                  <a:lnTo>
                    <a:pt x="3733165" y="377190"/>
                  </a:lnTo>
                  <a:lnTo>
                    <a:pt x="3450615" y="377190"/>
                  </a:lnTo>
                  <a:lnTo>
                    <a:pt x="3450615" y="94170"/>
                  </a:lnTo>
                  <a:lnTo>
                    <a:pt x="3422065" y="94170"/>
                  </a:lnTo>
                  <a:lnTo>
                    <a:pt x="3422065" y="377190"/>
                  </a:lnTo>
                  <a:lnTo>
                    <a:pt x="3139529" y="377190"/>
                  </a:lnTo>
                  <a:lnTo>
                    <a:pt x="3139529" y="94170"/>
                  </a:lnTo>
                  <a:lnTo>
                    <a:pt x="3110966" y="94170"/>
                  </a:lnTo>
                  <a:lnTo>
                    <a:pt x="3110966" y="377190"/>
                  </a:lnTo>
                  <a:lnTo>
                    <a:pt x="2828442" y="377190"/>
                  </a:lnTo>
                  <a:lnTo>
                    <a:pt x="2828442" y="94170"/>
                  </a:lnTo>
                  <a:lnTo>
                    <a:pt x="2799880" y="94170"/>
                  </a:lnTo>
                  <a:lnTo>
                    <a:pt x="2799880" y="377190"/>
                  </a:lnTo>
                  <a:lnTo>
                    <a:pt x="2517343" y="377190"/>
                  </a:lnTo>
                  <a:lnTo>
                    <a:pt x="2517343" y="94170"/>
                  </a:lnTo>
                  <a:lnTo>
                    <a:pt x="2488793" y="94170"/>
                  </a:lnTo>
                  <a:lnTo>
                    <a:pt x="2488793" y="377190"/>
                  </a:lnTo>
                  <a:lnTo>
                    <a:pt x="2206256" y="377190"/>
                  </a:lnTo>
                  <a:lnTo>
                    <a:pt x="2206256" y="94170"/>
                  </a:lnTo>
                  <a:lnTo>
                    <a:pt x="2177694" y="94170"/>
                  </a:lnTo>
                  <a:lnTo>
                    <a:pt x="2177694" y="377190"/>
                  </a:lnTo>
                  <a:lnTo>
                    <a:pt x="1895157" y="377190"/>
                  </a:lnTo>
                  <a:lnTo>
                    <a:pt x="1895157" y="94170"/>
                  </a:lnTo>
                  <a:lnTo>
                    <a:pt x="1866595" y="94170"/>
                  </a:lnTo>
                  <a:lnTo>
                    <a:pt x="1866595" y="377190"/>
                  </a:lnTo>
                  <a:lnTo>
                    <a:pt x="1584058" y="377190"/>
                  </a:lnTo>
                  <a:lnTo>
                    <a:pt x="1584058" y="94170"/>
                  </a:lnTo>
                  <a:lnTo>
                    <a:pt x="1555508" y="94170"/>
                  </a:lnTo>
                  <a:lnTo>
                    <a:pt x="1555508" y="377190"/>
                  </a:lnTo>
                  <a:lnTo>
                    <a:pt x="1272971" y="377190"/>
                  </a:lnTo>
                  <a:lnTo>
                    <a:pt x="1272971" y="94170"/>
                  </a:lnTo>
                  <a:lnTo>
                    <a:pt x="1244422" y="94170"/>
                  </a:lnTo>
                  <a:lnTo>
                    <a:pt x="1244422" y="377190"/>
                  </a:lnTo>
                  <a:lnTo>
                    <a:pt x="961885" y="377190"/>
                  </a:lnTo>
                  <a:lnTo>
                    <a:pt x="961885" y="94170"/>
                  </a:lnTo>
                  <a:lnTo>
                    <a:pt x="933323" y="94170"/>
                  </a:lnTo>
                  <a:lnTo>
                    <a:pt x="933323" y="377190"/>
                  </a:lnTo>
                  <a:lnTo>
                    <a:pt x="650786" y="377190"/>
                  </a:lnTo>
                  <a:lnTo>
                    <a:pt x="650786" y="94170"/>
                  </a:lnTo>
                  <a:lnTo>
                    <a:pt x="622236" y="94170"/>
                  </a:lnTo>
                  <a:lnTo>
                    <a:pt x="622236" y="377190"/>
                  </a:lnTo>
                  <a:lnTo>
                    <a:pt x="339686" y="377190"/>
                  </a:lnTo>
                  <a:lnTo>
                    <a:pt x="339686" y="94170"/>
                  </a:lnTo>
                  <a:lnTo>
                    <a:pt x="311188" y="94170"/>
                  </a:lnTo>
                  <a:lnTo>
                    <a:pt x="311188" y="377190"/>
                  </a:lnTo>
                  <a:lnTo>
                    <a:pt x="28663" y="377190"/>
                  </a:lnTo>
                  <a:lnTo>
                    <a:pt x="28663" y="93980"/>
                  </a:lnTo>
                  <a:lnTo>
                    <a:pt x="5419331" y="93980"/>
                  </a:lnTo>
                  <a:lnTo>
                    <a:pt x="5419331" y="6604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6601834" y="716292"/>
              <a:ext cx="1584325" cy="283210"/>
            </a:xfrm>
            <a:custGeom>
              <a:avLst/>
              <a:gdLst/>
              <a:ahLst/>
              <a:cxnLst/>
              <a:rect l="l" t="t" r="r" b="b"/>
              <a:pathLst>
                <a:path w="1584325" h="283209">
                  <a:moveTo>
                    <a:pt x="28549" y="0"/>
                  </a:moveTo>
                  <a:lnTo>
                    <a:pt x="0" y="0"/>
                  </a:lnTo>
                  <a:lnTo>
                    <a:pt x="0" y="283210"/>
                  </a:lnTo>
                  <a:lnTo>
                    <a:pt x="28549" y="283210"/>
                  </a:lnTo>
                  <a:lnTo>
                    <a:pt x="28549" y="0"/>
                  </a:lnTo>
                  <a:close/>
                </a:path>
                <a:path w="1584325" h="283209">
                  <a:moveTo>
                    <a:pt x="339648" y="0"/>
                  </a:moveTo>
                  <a:lnTo>
                    <a:pt x="311086" y="0"/>
                  </a:lnTo>
                  <a:lnTo>
                    <a:pt x="311086" y="283210"/>
                  </a:lnTo>
                  <a:lnTo>
                    <a:pt x="339648" y="283210"/>
                  </a:lnTo>
                  <a:lnTo>
                    <a:pt x="339648" y="0"/>
                  </a:lnTo>
                  <a:close/>
                </a:path>
                <a:path w="1584325" h="283209">
                  <a:moveTo>
                    <a:pt x="650735" y="0"/>
                  </a:moveTo>
                  <a:lnTo>
                    <a:pt x="622173" y="0"/>
                  </a:lnTo>
                  <a:lnTo>
                    <a:pt x="622173" y="283210"/>
                  </a:lnTo>
                  <a:lnTo>
                    <a:pt x="650735" y="283210"/>
                  </a:lnTo>
                  <a:lnTo>
                    <a:pt x="650735" y="0"/>
                  </a:lnTo>
                  <a:close/>
                </a:path>
                <a:path w="1584325" h="283209">
                  <a:moveTo>
                    <a:pt x="961821" y="0"/>
                  </a:moveTo>
                  <a:lnTo>
                    <a:pt x="933272" y="0"/>
                  </a:lnTo>
                  <a:lnTo>
                    <a:pt x="933272" y="283210"/>
                  </a:lnTo>
                  <a:lnTo>
                    <a:pt x="961821" y="283210"/>
                  </a:lnTo>
                  <a:lnTo>
                    <a:pt x="961821" y="0"/>
                  </a:lnTo>
                  <a:close/>
                </a:path>
                <a:path w="1584325" h="283209">
                  <a:moveTo>
                    <a:pt x="1272921" y="0"/>
                  </a:moveTo>
                  <a:lnTo>
                    <a:pt x="1244358" y="0"/>
                  </a:lnTo>
                  <a:lnTo>
                    <a:pt x="1244358" y="283210"/>
                  </a:lnTo>
                  <a:lnTo>
                    <a:pt x="1272921" y="283210"/>
                  </a:lnTo>
                  <a:lnTo>
                    <a:pt x="1272921" y="0"/>
                  </a:lnTo>
                  <a:close/>
                </a:path>
                <a:path w="1584325" h="283209">
                  <a:moveTo>
                    <a:pt x="1584007" y="0"/>
                  </a:moveTo>
                  <a:lnTo>
                    <a:pt x="1555457" y="0"/>
                  </a:lnTo>
                  <a:lnTo>
                    <a:pt x="1555457" y="283210"/>
                  </a:lnTo>
                  <a:lnTo>
                    <a:pt x="1584007" y="283210"/>
                  </a:lnTo>
                  <a:lnTo>
                    <a:pt x="1584007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97062" y="33772"/>
              <a:ext cx="4090937" cy="1800224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5973172" y="-73"/>
              <a:ext cx="1447165" cy="549275"/>
            </a:xfrm>
            <a:custGeom>
              <a:avLst/>
              <a:gdLst/>
              <a:ahLst/>
              <a:cxnLst/>
              <a:rect l="l" t="t" r="r" b="b"/>
              <a:pathLst>
                <a:path w="1447165" h="549275">
                  <a:moveTo>
                    <a:pt x="832055" y="73"/>
                  </a:moveTo>
                  <a:lnTo>
                    <a:pt x="873738" y="73"/>
                  </a:lnTo>
                  <a:lnTo>
                    <a:pt x="963881" y="7470"/>
                  </a:lnTo>
                  <a:lnTo>
                    <a:pt x="962887" y="20583"/>
                  </a:lnTo>
                  <a:lnTo>
                    <a:pt x="961009" y="20583"/>
                  </a:lnTo>
                  <a:lnTo>
                    <a:pt x="955675" y="54422"/>
                  </a:lnTo>
                  <a:lnTo>
                    <a:pt x="940322" y="121014"/>
                  </a:lnTo>
                  <a:lnTo>
                    <a:pt x="895588" y="254195"/>
                  </a:lnTo>
                  <a:lnTo>
                    <a:pt x="847593" y="385742"/>
                  </a:lnTo>
                  <a:lnTo>
                    <a:pt x="805055" y="500097"/>
                  </a:lnTo>
                  <a:lnTo>
                    <a:pt x="786712" y="548952"/>
                  </a:lnTo>
                  <a:lnTo>
                    <a:pt x="787782" y="537964"/>
                  </a:lnTo>
                  <a:lnTo>
                    <a:pt x="796404" y="458263"/>
                  </a:lnTo>
                  <a:lnTo>
                    <a:pt x="803998" y="395017"/>
                  </a:lnTo>
                  <a:lnTo>
                    <a:pt x="809743" y="355733"/>
                  </a:lnTo>
                  <a:lnTo>
                    <a:pt x="818294" y="305039"/>
                  </a:lnTo>
                  <a:lnTo>
                    <a:pt x="828677" y="247434"/>
                  </a:lnTo>
                  <a:lnTo>
                    <a:pt x="839831" y="187871"/>
                  </a:lnTo>
                  <a:lnTo>
                    <a:pt x="851040" y="129488"/>
                  </a:lnTo>
                  <a:lnTo>
                    <a:pt x="861073" y="78147"/>
                  </a:lnTo>
                  <a:lnTo>
                    <a:pt x="869008" y="38061"/>
                  </a:lnTo>
                  <a:lnTo>
                    <a:pt x="873971" y="13224"/>
                  </a:lnTo>
                  <a:lnTo>
                    <a:pt x="831336" y="9627"/>
                  </a:lnTo>
                  <a:lnTo>
                    <a:pt x="831336" y="7746"/>
                  </a:lnTo>
                  <a:lnTo>
                    <a:pt x="758728" y="7746"/>
                  </a:lnTo>
                  <a:lnTo>
                    <a:pt x="758822" y="7470"/>
                  </a:lnTo>
                  <a:lnTo>
                    <a:pt x="831336" y="7470"/>
                  </a:lnTo>
                  <a:lnTo>
                    <a:pt x="832055" y="73"/>
                  </a:lnTo>
                  <a:close/>
                </a:path>
                <a:path w="1447165" h="549275">
                  <a:moveTo>
                    <a:pt x="758728" y="7746"/>
                  </a:moveTo>
                  <a:lnTo>
                    <a:pt x="831336" y="7746"/>
                  </a:lnTo>
                  <a:lnTo>
                    <a:pt x="779056" y="185235"/>
                  </a:lnTo>
                  <a:lnTo>
                    <a:pt x="696457" y="348801"/>
                  </a:lnTo>
                  <a:lnTo>
                    <a:pt x="620091" y="468730"/>
                  </a:lnTo>
                  <a:lnTo>
                    <a:pt x="586513" y="515310"/>
                  </a:lnTo>
                  <a:lnTo>
                    <a:pt x="758728" y="7746"/>
                  </a:lnTo>
                  <a:close/>
                </a:path>
                <a:path w="1447165" h="549275">
                  <a:moveTo>
                    <a:pt x="463853" y="7470"/>
                  </a:moveTo>
                  <a:lnTo>
                    <a:pt x="545148" y="7470"/>
                  </a:lnTo>
                  <a:lnTo>
                    <a:pt x="544350" y="20583"/>
                  </a:lnTo>
                  <a:lnTo>
                    <a:pt x="534206" y="61834"/>
                  </a:lnTo>
                  <a:lnTo>
                    <a:pt x="504305" y="114149"/>
                  </a:lnTo>
                  <a:lnTo>
                    <a:pt x="360201" y="245251"/>
                  </a:lnTo>
                  <a:lnTo>
                    <a:pt x="279953" y="343254"/>
                  </a:lnTo>
                  <a:lnTo>
                    <a:pt x="219598" y="427976"/>
                  </a:lnTo>
                  <a:lnTo>
                    <a:pt x="195780" y="464072"/>
                  </a:lnTo>
                  <a:lnTo>
                    <a:pt x="204247" y="416864"/>
                  </a:lnTo>
                  <a:lnTo>
                    <a:pt x="220853" y="367418"/>
                  </a:lnTo>
                  <a:lnTo>
                    <a:pt x="243408" y="317766"/>
                  </a:lnTo>
                  <a:lnTo>
                    <a:pt x="269725" y="269936"/>
                  </a:lnTo>
                  <a:lnTo>
                    <a:pt x="297616" y="225961"/>
                  </a:lnTo>
                  <a:lnTo>
                    <a:pt x="324893" y="187871"/>
                  </a:lnTo>
                  <a:lnTo>
                    <a:pt x="349367" y="157697"/>
                  </a:lnTo>
                  <a:lnTo>
                    <a:pt x="389250" y="109083"/>
                  </a:lnTo>
                  <a:lnTo>
                    <a:pt x="426161" y="60236"/>
                  </a:lnTo>
                  <a:lnTo>
                    <a:pt x="453296" y="22562"/>
                  </a:lnTo>
                  <a:lnTo>
                    <a:pt x="463853" y="7470"/>
                  </a:lnTo>
                  <a:close/>
                </a:path>
                <a:path w="1447165" h="549275">
                  <a:moveTo>
                    <a:pt x="610316" y="7470"/>
                  </a:moveTo>
                  <a:lnTo>
                    <a:pt x="694482" y="7470"/>
                  </a:lnTo>
                  <a:lnTo>
                    <a:pt x="593918" y="198377"/>
                  </a:lnTo>
                  <a:lnTo>
                    <a:pt x="593794" y="198614"/>
                  </a:lnTo>
                  <a:lnTo>
                    <a:pt x="496610" y="340701"/>
                  </a:lnTo>
                  <a:lnTo>
                    <a:pt x="423336" y="429244"/>
                  </a:lnTo>
                  <a:lnTo>
                    <a:pt x="394377" y="459756"/>
                  </a:lnTo>
                  <a:lnTo>
                    <a:pt x="610316" y="7470"/>
                  </a:lnTo>
                  <a:close/>
                </a:path>
                <a:path w="1447165" h="549275">
                  <a:moveTo>
                    <a:pt x="271165" y="7470"/>
                  </a:moveTo>
                  <a:lnTo>
                    <a:pt x="388468" y="7470"/>
                  </a:lnTo>
                  <a:lnTo>
                    <a:pt x="380133" y="15293"/>
                  </a:lnTo>
                  <a:lnTo>
                    <a:pt x="355380" y="38061"/>
                  </a:lnTo>
                  <a:lnTo>
                    <a:pt x="314587" y="74722"/>
                  </a:lnTo>
                  <a:lnTo>
                    <a:pt x="258132" y="124221"/>
                  </a:lnTo>
                  <a:lnTo>
                    <a:pt x="181708" y="198377"/>
                  </a:lnTo>
                  <a:lnTo>
                    <a:pt x="96985" y="289284"/>
                  </a:lnTo>
                  <a:lnTo>
                    <a:pt x="28303" y="366299"/>
                  </a:lnTo>
                  <a:lnTo>
                    <a:pt x="0" y="398780"/>
                  </a:lnTo>
                  <a:lnTo>
                    <a:pt x="1867" y="395017"/>
                  </a:lnTo>
                  <a:lnTo>
                    <a:pt x="65668" y="257990"/>
                  </a:lnTo>
                  <a:lnTo>
                    <a:pt x="156293" y="132327"/>
                  </a:lnTo>
                  <a:lnTo>
                    <a:pt x="236562" y="42063"/>
                  </a:lnTo>
                  <a:lnTo>
                    <a:pt x="271165" y="7470"/>
                  </a:lnTo>
                  <a:close/>
                </a:path>
                <a:path w="1447165" h="549275">
                  <a:moveTo>
                    <a:pt x="987239" y="29879"/>
                  </a:moveTo>
                  <a:lnTo>
                    <a:pt x="1072127" y="29879"/>
                  </a:lnTo>
                  <a:lnTo>
                    <a:pt x="1050773" y="185225"/>
                  </a:lnTo>
                  <a:lnTo>
                    <a:pt x="1016989" y="353649"/>
                  </a:lnTo>
                  <a:lnTo>
                    <a:pt x="985742" y="488739"/>
                  </a:lnTo>
                  <a:lnTo>
                    <a:pt x="972000" y="544082"/>
                  </a:lnTo>
                  <a:lnTo>
                    <a:pt x="987224" y="30377"/>
                  </a:lnTo>
                  <a:lnTo>
                    <a:pt x="987239" y="29879"/>
                  </a:lnTo>
                  <a:close/>
                </a:path>
                <a:path w="1447165" h="549275">
                  <a:moveTo>
                    <a:pt x="988512" y="553"/>
                  </a:moveTo>
                  <a:lnTo>
                    <a:pt x="1072900" y="7691"/>
                  </a:lnTo>
                  <a:lnTo>
                    <a:pt x="1073452" y="7691"/>
                  </a:lnTo>
                  <a:lnTo>
                    <a:pt x="1080190" y="8244"/>
                  </a:lnTo>
                  <a:lnTo>
                    <a:pt x="1078408" y="29879"/>
                  </a:lnTo>
                  <a:lnTo>
                    <a:pt x="1078367" y="30377"/>
                  </a:lnTo>
                  <a:lnTo>
                    <a:pt x="1072127" y="29879"/>
                  </a:lnTo>
                  <a:lnTo>
                    <a:pt x="987239" y="29879"/>
                  </a:lnTo>
                  <a:lnTo>
                    <a:pt x="987463" y="22299"/>
                  </a:lnTo>
                  <a:lnTo>
                    <a:pt x="986690" y="22299"/>
                  </a:lnTo>
                  <a:lnTo>
                    <a:pt x="988512" y="553"/>
                  </a:lnTo>
                  <a:close/>
                </a:path>
                <a:path w="1447165" h="549275">
                  <a:moveTo>
                    <a:pt x="1114447" y="42605"/>
                  </a:moveTo>
                  <a:lnTo>
                    <a:pt x="1226266" y="42605"/>
                  </a:lnTo>
                  <a:lnTo>
                    <a:pt x="1211190" y="197313"/>
                  </a:lnTo>
                  <a:lnTo>
                    <a:pt x="1192184" y="340432"/>
                  </a:lnTo>
                  <a:lnTo>
                    <a:pt x="1175901" y="445620"/>
                  </a:lnTo>
                  <a:lnTo>
                    <a:pt x="1168995" y="486537"/>
                  </a:lnTo>
                  <a:lnTo>
                    <a:pt x="1114501" y="43048"/>
                  </a:lnTo>
                  <a:lnTo>
                    <a:pt x="1114447" y="42605"/>
                  </a:lnTo>
                  <a:close/>
                </a:path>
                <a:path w="1447165" h="549275">
                  <a:moveTo>
                    <a:pt x="1110564" y="73"/>
                  </a:moveTo>
                  <a:lnTo>
                    <a:pt x="1140554" y="73"/>
                  </a:lnTo>
                  <a:lnTo>
                    <a:pt x="1234163" y="8133"/>
                  </a:lnTo>
                  <a:lnTo>
                    <a:pt x="1231383" y="42605"/>
                  </a:lnTo>
                  <a:lnTo>
                    <a:pt x="1231347" y="43048"/>
                  </a:lnTo>
                  <a:lnTo>
                    <a:pt x="1226266" y="42605"/>
                  </a:lnTo>
                  <a:lnTo>
                    <a:pt x="1114447" y="42605"/>
                  </a:lnTo>
                  <a:lnTo>
                    <a:pt x="1113271" y="33033"/>
                  </a:lnTo>
                  <a:lnTo>
                    <a:pt x="1107748" y="32590"/>
                  </a:lnTo>
                  <a:lnTo>
                    <a:pt x="1110564" y="73"/>
                  </a:lnTo>
                  <a:close/>
                </a:path>
                <a:path w="1447165" h="549275">
                  <a:moveTo>
                    <a:pt x="1313254" y="57545"/>
                  </a:moveTo>
                  <a:lnTo>
                    <a:pt x="1404098" y="57545"/>
                  </a:lnTo>
                  <a:lnTo>
                    <a:pt x="1415205" y="105323"/>
                  </a:lnTo>
                  <a:lnTo>
                    <a:pt x="1422755" y="153526"/>
                  </a:lnTo>
                  <a:lnTo>
                    <a:pt x="1426747" y="202154"/>
                  </a:lnTo>
                  <a:lnTo>
                    <a:pt x="1427183" y="251208"/>
                  </a:lnTo>
                  <a:lnTo>
                    <a:pt x="1398805" y="213777"/>
                  </a:lnTo>
                  <a:lnTo>
                    <a:pt x="1372886" y="174910"/>
                  </a:lnTo>
                  <a:lnTo>
                    <a:pt x="1349425" y="134606"/>
                  </a:lnTo>
                  <a:lnTo>
                    <a:pt x="1328423" y="92865"/>
                  </a:lnTo>
                  <a:lnTo>
                    <a:pt x="1313254" y="57545"/>
                  </a:lnTo>
                  <a:close/>
                </a:path>
                <a:path w="1447165" h="549275">
                  <a:moveTo>
                    <a:pt x="1296018" y="0"/>
                  </a:moveTo>
                  <a:lnTo>
                    <a:pt x="1446954" y="12671"/>
                  </a:lnTo>
                  <a:lnTo>
                    <a:pt x="1443088" y="60810"/>
                  </a:lnTo>
                  <a:lnTo>
                    <a:pt x="1404098" y="57545"/>
                  </a:lnTo>
                  <a:lnTo>
                    <a:pt x="1313254" y="57545"/>
                  </a:lnTo>
                  <a:lnTo>
                    <a:pt x="1309880" y="49688"/>
                  </a:lnTo>
                  <a:lnTo>
                    <a:pt x="1291931" y="48194"/>
                  </a:lnTo>
                  <a:lnTo>
                    <a:pt x="1296018" y="0"/>
                  </a:lnTo>
                  <a:close/>
                </a:path>
              </a:pathLst>
            </a:custGeom>
            <a:solidFill>
              <a:srgbClr val="2057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6748514" y="7396"/>
              <a:ext cx="1343025" cy="951230"/>
            </a:xfrm>
            <a:custGeom>
              <a:avLst/>
              <a:gdLst/>
              <a:ahLst/>
              <a:cxnLst/>
              <a:rect l="l" t="t" r="r" b="b"/>
              <a:pathLst>
                <a:path w="1343025" h="951230">
                  <a:moveTo>
                    <a:pt x="27496" y="0"/>
                  </a:moveTo>
                  <a:lnTo>
                    <a:pt x="1342844" y="0"/>
                  </a:lnTo>
                  <a:lnTo>
                    <a:pt x="1336959" y="20525"/>
                  </a:lnTo>
                  <a:lnTo>
                    <a:pt x="1322851" y="66101"/>
                  </a:lnTo>
                  <a:lnTo>
                    <a:pt x="1305845" y="112724"/>
                  </a:lnTo>
                  <a:lnTo>
                    <a:pt x="1291261" y="136394"/>
                  </a:lnTo>
                  <a:lnTo>
                    <a:pt x="1262964" y="133464"/>
                  </a:lnTo>
                  <a:lnTo>
                    <a:pt x="1212915" y="120513"/>
                  </a:lnTo>
                  <a:lnTo>
                    <a:pt x="1158589" y="103869"/>
                  </a:lnTo>
                  <a:lnTo>
                    <a:pt x="1117461" y="89859"/>
                  </a:lnTo>
                  <a:lnTo>
                    <a:pt x="1100985" y="84391"/>
                  </a:lnTo>
                  <a:lnTo>
                    <a:pt x="1084217" y="80908"/>
                  </a:lnTo>
                  <a:lnTo>
                    <a:pt x="1067158" y="79411"/>
                  </a:lnTo>
                  <a:lnTo>
                    <a:pt x="1049808" y="79899"/>
                  </a:lnTo>
                  <a:lnTo>
                    <a:pt x="1044050" y="82770"/>
                  </a:lnTo>
                  <a:lnTo>
                    <a:pt x="1041399" y="91201"/>
                  </a:lnTo>
                  <a:lnTo>
                    <a:pt x="1063787" y="104923"/>
                  </a:lnTo>
                  <a:lnTo>
                    <a:pt x="1133146" y="123667"/>
                  </a:lnTo>
                  <a:lnTo>
                    <a:pt x="1214965" y="149405"/>
                  </a:lnTo>
                  <a:lnTo>
                    <a:pt x="1264766" y="178515"/>
                  </a:lnTo>
                  <a:lnTo>
                    <a:pt x="1289529" y="202334"/>
                  </a:lnTo>
                  <a:lnTo>
                    <a:pt x="1296232" y="212199"/>
                  </a:lnTo>
                  <a:lnTo>
                    <a:pt x="1292143" y="285206"/>
                  </a:lnTo>
                  <a:lnTo>
                    <a:pt x="1273672" y="336897"/>
                  </a:lnTo>
                  <a:lnTo>
                    <a:pt x="1253377" y="367642"/>
                  </a:lnTo>
                  <a:lnTo>
                    <a:pt x="1243821" y="377809"/>
                  </a:lnTo>
                  <a:lnTo>
                    <a:pt x="1200587" y="341738"/>
                  </a:lnTo>
                  <a:lnTo>
                    <a:pt x="1144625" y="305439"/>
                  </a:lnTo>
                  <a:lnTo>
                    <a:pt x="1087638" y="274792"/>
                  </a:lnTo>
                  <a:lnTo>
                    <a:pt x="1041325" y="255677"/>
                  </a:lnTo>
                  <a:lnTo>
                    <a:pt x="1017389" y="253975"/>
                  </a:lnTo>
                  <a:lnTo>
                    <a:pt x="1012144" y="265595"/>
                  </a:lnTo>
                  <a:lnTo>
                    <a:pt x="1014980" y="276592"/>
                  </a:lnTo>
                  <a:lnTo>
                    <a:pt x="1020581" y="284788"/>
                  </a:lnTo>
                  <a:lnTo>
                    <a:pt x="1023630" y="288004"/>
                  </a:lnTo>
                  <a:lnTo>
                    <a:pt x="1138494" y="338214"/>
                  </a:lnTo>
                  <a:lnTo>
                    <a:pt x="1202732" y="382588"/>
                  </a:lnTo>
                  <a:lnTo>
                    <a:pt x="1230727" y="414253"/>
                  </a:lnTo>
                  <a:lnTo>
                    <a:pt x="1236863" y="426335"/>
                  </a:lnTo>
                  <a:lnTo>
                    <a:pt x="1226328" y="502472"/>
                  </a:lnTo>
                  <a:lnTo>
                    <a:pt x="1211659" y="565201"/>
                  </a:lnTo>
                  <a:lnTo>
                    <a:pt x="1194814" y="614327"/>
                  </a:lnTo>
                  <a:lnTo>
                    <a:pt x="1177753" y="649656"/>
                  </a:lnTo>
                  <a:lnTo>
                    <a:pt x="1150819" y="678152"/>
                  </a:lnTo>
                  <a:lnTo>
                    <a:pt x="1125172" y="668005"/>
                  </a:lnTo>
                  <a:lnTo>
                    <a:pt x="1085146" y="644739"/>
                  </a:lnTo>
                  <a:lnTo>
                    <a:pt x="1045111" y="619117"/>
                  </a:lnTo>
                  <a:lnTo>
                    <a:pt x="1019433" y="601904"/>
                  </a:lnTo>
                  <a:lnTo>
                    <a:pt x="1001037" y="587493"/>
                  </a:lnTo>
                  <a:lnTo>
                    <a:pt x="977971" y="569943"/>
                  </a:lnTo>
                  <a:lnTo>
                    <a:pt x="957287" y="559521"/>
                  </a:lnTo>
                  <a:lnTo>
                    <a:pt x="946036" y="566492"/>
                  </a:lnTo>
                  <a:lnTo>
                    <a:pt x="946814" y="585625"/>
                  </a:lnTo>
                  <a:lnTo>
                    <a:pt x="959470" y="605017"/>
                  </a:lnTo>
                  <a:lnTo>
                    <a:pt x="986933" y="624928"/>
                  </a:lnTo>
                  <a:lnTo>
                    <a:pt x="1032135" y="645617"/>
                  </a:lnTo>
                  <a:lnTo>
                    <a:pt x="1076337" y="671675"/>
                  </a:lnTo>
                  <a:lnTo>
                    <a:pt x="1102018" y="701489"/>
                  </a:lnTo>
                  <a:lnTo>
                    <a:pt x="1113938" y="726011"/>
                  </a:lnTo>
                  <a:lnTo>
                    <a:pt x="1116854" y="736196"/>
                  </a:lnTo>
                  <a:lnTo>
                    <a:pt x="1082397" y="803836"/>
                  </a:lnTo>
                  <a:lnTo>
                    <a:pt x="1042703" y="856109"/>
                  </a:lnTo>
                  <a:lnTo>
                    <a:pt x="1000062" y="894846"/>
                  </a:lnTo>
                  <a:lnTo>
                    <a:pt x="956764" y="921877"/>
                  </a:lnTo>
                  <a:lnTo>
                    <a:pt x="915098" y="939032"/>
                  </a:lnTo>
                  <a:lnTo>
                    <a:pt x="877356" y="948143"/>
                  </a:lnTo>
                  <a:lnTo>
                    <a:pt x="845825" y="951041"/>
                  </a:lnTo>
                  <a:lnTo>
                    <a:pt x="822798" y="949556"/>
                  </a:lnTo>
                  <a:lnTo>
                    <a:pt x="810563" y="945518"/>
                  </a:lnTo>
                  <a:lnTo>
                    <a:pt x="803456" y="919154"/>
                  </a:lnTo>
                  <a:lnTo>
                    <a:pt x="805855" y="874001"/>
                  </a:lnTo>
                  <a:lnTo>
                    <a:pt x="812334" y="829222"/>
                  </a:lnTo>
                  <a:lnTo>
                    <a:pt x="817467" y="803978"/>
                  </a:lnTo>
                  <a:lnTo>
                    <a:pt x="820433" y="793351"/>
                  </a:lnTo>
                  <a:lnTo>
                    <a:pt x="822679" y="781250"/>
                  </a:lnTo>
                  <a:lnTo>
                    <a:pt x="822181" y="770084"/>
                  </a:lnTo>
                  <a:lnTo>
                    <a:pt x="816914" y="762258"/>
                  </a:lnTo>
                  <a:lnTo>
                    <a:pt x="809565" y="760707"/>
                  </a:lnTo>
                  <a:lnTo>
                    <a:pt x="804219" y="764256"/>
                  </a:lnTo>
                  <a:lnTo>
                    <a:pt x="800955" y="769144"/>
                  </a:lnTo>
                  <a:lnTo>
                    <a:pt x="799849" y="771609"/>
                  </a:lnTo>
                  <a:lnTo>
                    <a:pt x="795457" y="798804"/>
                  </a:lnTo>
                  <a:lnTo>
                    <a:pt x="782729" y="858736"/>
                  </a:lnTo>
                  <a:lnTo>
                    <a:pt x="762338" y="918928"/>
                  </a:lnTo>
                  <a:lnTo>
                    <a:pt x="734957" y="946902"/>
                  </a:lnTo>
                  <a:lnTo>
                    <a:pt x="725892" y="946771"/>
                  </a:lnTo>
                  <a:lnTo>
                    <a:pt x="683213" y="933528"/>
                  </a:lnTo>
                  <a:lnTo>
                    <a:pt x="664969" y="889330"/>
                  </a:lnTo>
                  <a:lnTo>
                    <a:pt x="676535" y="841104"/>
                  </a:lnTo>
                  <a:lnTo>
                    <a:pt x="697271" y="786521"/>
                  </a:lnTo>
                  <a:lnTo>
                    <a:pt x="721069" y="733948"/>
                  </a:lnTo>
                  <a:lnTo>
                    <a:pt x="753403" y="668303"/>
                  </a:lnTo>
                  <a:lnTo>
                    <a:pt x="759552" y="647152"/>
                  </a:lnTo>
                  <a:lnTo>
                    <a:pt x="761052" y="623048"/>
                  </a:lnTo>
                  <a:lnTo>
                    <a:pt x="754848" y="604226"/>
                  </a:lnTo>
                  <a:lnTo>
                    <a:pt x="737884" y="598916"/>
                  </a:lnTo>
                  <a:lnTo>
                    <a:pt x="716040" y="619977"/>
                  </a:lnTo>
                  <a:lnTo>
                    <a:pt x="690770" y="667074"/>
                  </a:lnTo>
                  <a:lnTo>
                    <a:pt x="666405" y="726139"/>
                  </a:lnTo>
                  <a:lnTo>
                    <a:pt x="647273" y="783103"/>
                  </a:lnTo>
                  <a:lnTo>
                    <a:pt x="637702" y="823898"/>
                  </a:lnTo>
                  <a:lnTo>
                    <a:pt x="632749" y="855447"/>
                  </a:lnTo>
                  <a:lnTo>
                    <a:pt x="625372" y="879963"/>
                  </a:lnTo>
                  <a:lnTo>
                    <a:pt x="614248" y="897320"/>
                  </a:lnTo>
                  <a:lnTo>
                    <a:pt x="598049" y="907394"/>
                  </a:lnTo>
                  <a:lnTo>
                    <a:pt x="572380" y="906438"/>
                  </a:lnTo>
                  <a:lnTo>
                    <a:pt x="535021" y="893271"/>
                  </a:lnTo>
                  <a:lnTo>
                    <a:pt x="487907" y="871617"/>
                  </a:lnTo>
                  <a:lnTo>
                    <a:pt x="432974" y="845201"/>
                  </a:lnTo>
                  <a:lnTo>
                    <a:pt x="388340" y="814666"/>
                  </a:lnTo>
                  <a:lnTo>
                    <a:pt x="365797" y="783311"/>
                  </a:lnTo>
                  <a:lnTo>
                    <a:pt x="356816" y="748978"/>
                  </a:lnTo>
                  <a:lnTo>
                    <a:pt x="360362" y="703720"/>
                  </a:lnTo>
                  <a:lnTo>
                    <a:pt x="376767" y="652820"/>
                  </a:lnTo>
                  <a:lnTo>
                    <a:pt x="401942" y="599527"/>
                  </a:lnTo>
                  <a:lnTo>
                    <a:pt x="431801" y="547091"/>
                  </a:lnTo>
                  <a:lnTo>
                    <a:pt x="462255" y="498761"/>
                  </a:lnTo>
                  <a:lnTo>
                    <a:pt x="489217" y="457785"/>
                  </a:lnTo>
                  <a:lnTo>
                    <a:pt x="508598" y="427414"/>
                  </a:lnTo>
                  <a:lnTo>
                    <a:pt x="516313" y="410897"/>
                  </a:lnTo>
                  <a:lnTo>
                    <a:pt x="515066" y="393415"/>
                  </a:lnTo>
                  <a:lnTo>
                    <a:pt x="507587" y="379517"/>
                  </a:lnTo>
                  <a:lnTo>
                    <a:pt x="491367" y="375983"/>
                  </a:lnTo>
                  <a:lnTo>
                    <a:pt x="463902" y="389594"/>
                  </a:lnTo>
                  <a:lnTo>
                    <a:pt x="419036" y="458166"/>
                  </a:lnTo>
                  <a:lnTo>
                    <a:pt x="364431" y="577247"/>
                  </a:lnTo>
                  <a:lnTo>
                    <a:pt x="318306" y="690217"/>
                  </a:lnTo>
                  <a:lnTo>
                    <a:pt x="298883" y="740456"/>
                  </a:lnTo>
                  <a:lnTo>
                    <a:pt x="274036" y="728574"/>
                  </a:lnTo>
                  <a:lnTo>
                    <a:pt x="218734" y="694157"/>
                  </a:lnTo>
                  <a:lnTo>
                    <a:pt x="161838" y="639053"/>
                  </a:lnTo>
                  <a:lnTo>
                    <a:pt x="132207" y="565108"/>
                  </a:lnTo>
                  <a:lnTo>
                    <a:pt x="135819" y="519059"/>
                  </a:lnTo>
                  <a:lnTo>
                    <a:pt x="150864" y="465940"/>
                  </a:lnTo>
                  <a:lnTo>
                    <a:pt x="174086" y="409170"/>
                  </a:lnTo>
                  <a:lnTo>
                    <a:pt x="202228" y="352169"/>
                  </a:lnTo>
                  <a:lnTo>
                    <a:pt x="232035" y="298355"/>
                  </a:lnTo>
                  <a:lnTo>
                    <a:pt x="260250" y="251148"/>
                  </a:lnTo>
                  <a:lnTo>
                    <a:pt x="283618" y="213968"/>
                  </a:lnTo>
                  <a:lnTo>
                    <a:pt x="298883" y="190232"/>
                  </a:lnTo>
                  <a:lnTo>
                    <a:pt x="305771" y="161394"/>
                  </a:lnTo>
                  <a:lnTo>
                    <a:pt x="293229" y="142708"/>
                  </a:lnTo>
                  <a:lnTo>
                    <a:pt x="272205" y="140674"/>
                  </a:lnTo>
                  <a:lnTo>
                    <a:pt x="253652" y="161791"/>
                  </a:lnTo>
                  <a:lnTo>
                    <a:pt x="217262" y="231380"/>
                  </a:lnTo>
                  <a:lnTo>
                    <a:pt x="154974" y="339159"/>
                  </a:lnTo>
                  <a:lnTo>
                    <a:pt x="96104" y="438223"/>
                  </a:lnTo>
                  <a:lnTo>
                    <a:pt x="69966" y="481667"/>
                  </a:lnTo>
                  <a:lnTo>
                    <a:pt x="8507" y="327576"/>
                  </a:lnTo>
                  <a:lnTo>
                    <a:pt x="0" y="170762"/>
                  </a:lnTo>
                  <a:lnTo>
                    <a:pt x="15857" y="48983"/>
                  </a:lnTo>
                  <a:lnTo>
                    <a:pt x="27496" y="0"/>
                  </a:lnTo>
                  <a:close/>
                </a:path>
              </a:pathLst>
            </a:custGeom>
            <a:solidFill>
              <a:srgbClr val="4D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7469389" y="7396"/>
              <a:ext cx="819150" cy="1826260"/>
            </a:xfrm>
            <a:custGeom>
              <a:avLst/>
              <a:gdLst/>
              <a:ahLst/>
              <a:cxnLst/>
              <a:rect l="l" t="t" r="r" b="b"/>
              <a:pathLst>
                <a:path w="819150" h="1826260">
                  <a:moveTo>
                    <a:pt x="174297" y="568982"/>
                  </a:moveTo>
                  <a:lnTo>
                    <a:pt x="427356" y="591516"/>
                  </a:lnTo>
                  <a:lnTo>
                    <a:pt x="631875" y="629114"/>
                  </a:lnTo>
                  <a:lnTo>
                    <a:pt x="768662" y="664409"/>
                  </a:lnTo>
                  <a:lnTo>
                    <a:pt x="818523" y="680034"/>
                  </a:lnTo>
                  <a:lnTo>
                    <a:pt x="818523" y="718877"/>
                  </a:lnTo>
                  <a:lnTo>
                    <a:pt x="472710" y="691511"/>
                  </a:lnTo>
                  <a:lnTo>
                    <a:pt x="278497" y="640423"/>
                  </a:lnTo>
                  <a:lnTo>
                    <a:pt x="193240" y="591088"/>
                  </a:lnTo>
                  <a:lnTo>
                    <a:pt x="174297" y="568982"/>
                  </a:lnTo>
                  <a:close/>
                </a:path>
                <a:path w="819150" h="1826260">
                  <a:moveTo>
                    <a:pt x="163693" y="350751"/>
                  </a:moveTo>
                  <a:lnTo>
                    <a:pt x="311606" y="386921"/>
                  </a:lnTo>
                  <a:lnTo>
                    <a:pt x="531638" y="448260"/>
                  </a:lnTo>
                  <a:lnTo>
                    <a:pt x="818523" y="531743"/>
                  </a:lnTo>
                  <a:lnTo>
                    <a:pt x="818523" y="581265"/>
                  </a:lnTo>
                  <a:lnTo>
                    <a:pt x="733417" y="576720"/>
                  </a:lnTo>
                  <a:lnTo>
                    <a:pt x="654326" y="567293"/>
                  </a:lnTo>
                  <a:lnTo>
                    <a:pt x="581229" y="553754"/>
                  </a:lnTo>
                  <a:lnTo>
                    <a:pt x="514104" y="536873"/>
                  </a:lnTo>
                  <a:lnTo>
                    <a:pt x="452929" y="517420"/>
                  </a:lnTo>
                  <a:lnTo>
                    <a:pt x="397682" y="496164"/>
                  </a:lnTo>
                  <a:lnTo>
                    <a:pt x="348343" y="473876"/>
                  </a:lnTo>
                  <a:lnTo>
                    <a:pt x="304889" y="451324"/>
                  </a:lnTo>
                  <a:lnTo>
                    <a:pt x="267299" y="429279"/>
                  </a:lnTo>
                  <a:lnTo>
                    <a:pt x="209625" y="389787"/>
                  </a:lnTo>
                  <a:lnTo>
                    <a:pt x="175147" y="361558"/>
                  </a:lnTo>
                  <a:lnTo>
                    <a:pt x="163693" y="350751"/>
                  </a:lnTo>
                  <a:close/>
                </a:path>
                <a:path w="819150" h="1826260">
                  <a:moveTo>
                    <a:pt x="365659" y="148401"/>
                  </a:moveTo>
                  <a:lnTo>
                    <a:pt x="503520" y="193151"/>
                  </a:lnTo>
                  <a:lnTo>
                    <a:pt x="651736" y="263008"/>
                  </a:lnTo>
                  <a:lnTo>
                    <a:pt x="770130" y="327366"/>
                  </a:lnTo>
                  <a:lnTo>
                    <a:pt x="818523" y="355620"/>
                  </a:lnTo>
                  <a:lnTo>
                    <a:pt x="818523" y="463850"/>
                  </a:lnTo>
                  <a:lnTo>
                    <a:pt x="636720" y="370186"/>
                  </a:lnTo>
                  <a:lnTo>
                    <a:pt x="493386" y="266680"/>
                  </a:lnTo>
                  <a:lnTo>
                    <a:pt x="399405" y="182898"/>
                  </a:lnTo>
                  <a:lnTo>
                    <a:pt x="365659" y="148401"/>
                  </a:lnTo>
                  <a:close/>
                </a:path>
                <a:path w="819150" h="1826260">
                  <a:moveTo>
                    <a:pt x="671287" y="0"/>
                  </a:moveTo>
                  <a:lnTo>
                    <a:pt x="818523" y="129920"/>
                  </a:lnTo>
                  <a:lnTo>
                    <a:pt x="818523" y="211811"/>
                  </a:lnTo>
                  <a:lnTo>
                    <a:pt x="766510" y="156540"/>
                  </a:lnTo>
                  <a:lnTo>
                    <a:pt x="719121" y="86193"/>
                  </a:lnTo>
                  <a:lnTo>
                    <a:pt x="684623" y="25703"/>
                  </a:lnTo>
                  <a:lnTo>
                    <a:pt x="671287" y="0"/>
                  </a:lnTo>
                  <a:close/>
                </a:path>
                <a:path w="819150" h="1826260">
                  <a:moveTo>
                    <a:pt x="676239" y="1003230"/>
                  </a:moveTo>
                  <a:lnTo>
                    <a:pt x="722041" y="1003230"/>
                  </a:lnTo>
                  <a:lnTo>
                    <a:pt x="722041" y="1307834"/>
                  </a:lnTo>
                  <a:lnTo>
                    <a:pt x="708850" y="1461145"/>
                  </a:lnTo>
                  <a:lnTo>
                    <a:pt x="681338" y="1631134"/>
                  </a:lnTo>
                  <a:lnTo>
                    <a:pt x="654116" y="1768950"/>
                  </a:lnTo>
                  <a:lnTo>
                    <a:pt x="641796" y="1825745"/>
                  </a:lnTo>
                  <a:lnTo>
                    <a:pt x="629111" y="1626231"/>
                  </a:lnTo>
                  <a:lnTo>
                    <a:pt x="638896" y="1398295"/>
                  </a:lnTo>
                  <a:lnTo>
                    <a:pt x="655930" y="1210936"/>
                  </a:lnTo>
                  <a:lnTo>
                    <a:pt x="664991" y="1133150"/>
                  </a:lnTo>
                  <a:lnTo>
                    <a:pt x="539344" y="1133150"/>
                  </a:lnTo>
                  <a:lnTo>
                    <a:pt x="579379" y="1106661"/>
                  </a:lnTo>
                  <a:lnTo>
                    <a:pt x="641796" y="1068190"/>
                  </a:lnTo>
                  <a:lnTo>
                    <a:pt x="513869" y="1068190"/>
                  </a:lnTo>
                  <a:lnTo>
                    <a:pt x="589551" y="1040413"/>
                  </a:lnTo>
                  <a:lnTo>
                    <a:pt x="639173" y="1021500"/>
                  </a:lnTo>
                  <a:lnTo>
                    <a:pt x="674842" y="1004060"/>
                  </a:lnTo>
                  <a:lnTo>
                    <a:pt x="676239" y="1003230"/>
                  </a:lnTo>
                  <a:close/>
                </a:path>
                <a:path w="819150" h="1826260">
                  <a:moveTo>
                    <a:pt x="539344" y="1133150"/>
                  </a:moveTo>
                  <a:lnTo>
                    <a:pt x="664991" y="1133150"/>
                  </a:lnTo>
                  <a:lnTo>
                    <a:pt x="535099" y="1356149"/>
                  </a:lnTo>
                  <a:lnTo>
                    <a:pt x="495443" y="1425360"/>
                  </a:lnTo>
                  <a:lnTo>
                    <a:pt x="441722" y="1488761"/>
                  </a:lnTo>
                  <a:lnTo>
                    <a:pt x="353958" y="1573810"/>
                  </a:lnTo>
                  <a:lnTo>
                    <a:pt x="272045" y="1648390"/>
                  </a:lnTo>
                  <a:lnTo>
                    <a:pt x="235875" y="1680387"/>
                  </a:lnTo>
                  <a:lnTo>
                    <a:pt x="292753" y="1560928"/>
                  </a:lnTo>
                  <a:lnTo>
                    <a:pt x="402862" y="1394471"/>
                  </a:lnTo>
                  <a:lnTo>
                    <a:pt x="510081" y="1246543"/>
                  </a:lnTo>
                  <a:lnTo>
                    <a:pt x="558292" y="1182672"/>
                  </a:lnTo>
                  <a:lnTo>
                    <a:pt x="464494" y="1182672"/>
                  </a:lnTo>
                  <a:lnTo>
                    <a:pt x="539344" y="1133150"/>
                  </a:lnTo>
                  <a:close/>
                </a:path>
                <a:path w="819150" h="1826260">
                  <a:moveTo>
                    <a:pt x="818523" y="794682"/>
                  </a:moveTo>
                  <a:lnTo>
                    <a:pt x="818401" y="876700"/>
                  </a:lnTo>
                  <a:lnTo>
                    <a:pt x="794665" y="901363"/>
                  </a:lnTo>
                  <a:lnTo>
                    <a:pt x="780501" y="920018"/>
                  </a:lnTo>
                  <a:lnTo>
                    <a:pt x="772601" y="947517"/>
                  </a:lnTo>
                  <a:lnTo>
                    <a:pt x="769176" y="972412"/>
                  </a:lnTo>
                  <a:lnTo>
                    <a:pt x="768432" y="983255"/>
                  </a:lnTo>
                  <a:lnTo>
                    <a:pt x="793174" y="1082345"/>
                  </a:lnTo>
                  <a:lnTo>
                    <a:pt x="808513" y="1176855"/>
                  </a:lnTo>
                  <a:lnTo>
                    <a:pt x="816216" y="1246543"/>
                  </a:lnTo>
                  <a:lnTo>
                    <a:pt x="816334" y="1247618"/>
                  </a:lnTo>
                  <a:lnTo>
                    <a:pt x="818523" y="1275465"/>
                  </a:lnTo>
                  <a:lnTo>
                    <a:pt x="818523" y="1536799"/>
                  </a:lnTo>
                  <a:lnTo>
                    <a:pt x="804965" y="1498358"/>
                  </a:lnTo>
                  <a:lnTo>
                    <a:pt x="792686" y="1450966"/>
                  </a:lnTo>
                  <a:lnTo>
                    <a:pt x="781754" y="1397479"/>
                  </a:lnTo>
                  <a:lnTo>
                    <a:pt x="772237" y="1340749"/>
                  </a:lnTo>
                  <a:lnTo>
                    <a:pt x="764205" y="1283631"/>
                  </a:lnTo>
                  <a:lnTo>
                    <a:pt x="757724" y="1228979"/>
                  </a:lnTo>
                  <a:lnTo>
                    <a:pt x="752863" y="1179648"/>
                  </a:lnTo>
                  <a:lnTo>
                    <a:pt x="749690" y="1138490"/>
                  </a:lnTo>
                  <a:lnTo>
                    <a:pt x="748274" y="1108361"/>
                  </a:lnTo>
                  <a:lnTo>
                    <a:pt x="743522" y="1061985"/>
                  </a:lnTo>
                  <a:lnTo>
                    <a:pt x="734577" y="1029174"/>
                  </a:lnTo>
                  <a:lnTo>
                    <a:pt x="725922" y="1009673"/>
                  </a:lnTo>
                  <a:lnTo>
                    <a:pt x="722041" y="1003230"/>
                  </a:lnTo>
                  <a:lnTo>
                    <a:pt x="676239" y="1003230"/>
                  </a:lnTo>
                  <a:lnTo>
                    <a:pt x="696377" y="991268"/>
                  </a:lnTo>
                  <a:lnTo>
                    <a:pt x="703595" y="986298"/>
                  </a:lnTo>
                  <a:lnTo>
                    <a:pt x="57701" y="986298"/>
                  </a:lnTo>
                  <a:lnTo>
                    <a:pt x="68058" y="984466"/>
                  </a:lnTo>
                  <a:lnTo>
                    <a:pt x="113296" y="979012"/>
                  </a:lnTo>
                  <a:lnTo>
                    <a:pt x="166113" y="974347"/>
                  </a:lnTo>
                  <a:lnTo>
                    <a:pt x="224543" y="970398"/>
                  </a:lnTo>
                  <a:lnTo>
                    <a:pt x="286624" y="967096"/>
                  </a:lnTo>
                  <a:lnTo>
                    <a:pt x="475117" y="960350"/>
                  </a:lnTo>
                  <a:lnTo>
                    <a:pt x="658354" y="956071"/>
                  </a:lnTo>
                  <a:lnTo>
                    <a:pt x="678908" y="955367"/>
                  </a:lnTo>
                  <a:lnTo>
                    <a:pt x="720895" y="939617"/>
                  </a:lnTo>
                  <a:lnTo>
                    <a:pt x="754680" y="907878"/>
                  </a:lnTo>
                  <a:lnTo>
                    <a:pt x="777199" y="876700"/>
                  </a:lnTo>
                  <a:lnTo>
                    <a:pt x="785354" y="862686"/>
                  </a:lnTo>
                  <a:lnTo>
                    <a:pt x="458383" y="862686"/>
                  </a:lnTo>
                  <a:lnTo>
                    <a:pt x="430533" y="857710"/>
                  </a:lnTo>
                  <a:lnTo>
                    <a:pt x="390422" y="848998"/>
                  </a:lnTo>
                  <a:lnTo>
                    <a:pt x="350791" y="839287"/>
                  </a:lnTo>
                  <a:lnTo>
                    <a:pt x="227569" y="807510"/>
                  </a:lnTo>
                  <a:lnTo>
                    <a:pt x="221314" y="806067"/>
                  </a:lnTo>
                  <a:lnTo>
                    <a:pt x="659623" y="806067"/>
                  </a:lnTo>
                  <a:lnTo>
                    <a:pt x="714426" y="805576"/>
                  </a:lnTo>
                  <a:lnTo>
                    <a:pt x="767562" y="801959"/>
                  </a:lnTo>
                  <a:lnTo>
                    <a:pt x="818523" y="794682"/>
                  </a:lnTo>
                  <a:close/>
                </a:path>
                <a:path w="819150" h="1826260">
                  <a:moveTo>
                    <a:pt x="464494" y="1182672"/>
                  </a:moveTo>
                  <a:lnTo>
                    <a:pt x="558292" y="1182672"/>
                  </a:lnTo>
                  <a:lnTo>
                    <a:pt x="423431" y="1300224"/>
                  </a:lnTo>
                  <a:lnTo>
                    <a:pt x="295224" y="1380914"/>
                  </a:lnTo>
                  <a:lnTo>
                    <a:pt x="199417" y="1427388"/>
                  </a:lnTo>
                  <a:lnTo>
                    <a:pt x="161760" y="1442292"/>
                  </a:lnTo>
                  <a:lnTo>
                    <a:pt x="274533" y="1323893"/>
                  </a:lnTo>
                  <a:lnTo>
                    <a:pt x="435349" y="1201956"/>
                  </a:lnTo>
                  <a:lnTo>
                    <a:pt x="464494" y="1182672"/>
                  </a:lnTo>
                  <a:close/>
                </a:path>
                <a:path w="819150" h="1826260">
                  <a:moveTo>
                    <a:pt x="513869" y="1068190"/>
                  </a:moveTo>
                  <a:lnTo>
                    <a:pt x="641796" y="1068190"/>
                  </a:lnTo>
                  <a:lnTo>
                    <a:pt x="371642" y="1185034"/>
                  </a:lnTo>
                  <a:lnTo>
                    <a:pt x="169899" y="1242964"/>
                  </a:lnTo>
                  <a:lnTo>
                    <a:pt x="43656" y="1262601"/>
                  </a:lnTo>
                  <a:lnTo>
                    <a:pt x="0" y="1264564"/>
                  </a:lnTo>
                  <a:lnTo>
                    <a:pt x="465630" y="1085894"/>
                  </a:lnTo>
                  <a:lnTo>
                    <a:pt x="513869" y="1068190"/>
                  </a:lnTo>
                  <a:close/>
                </a:path>
                <a:path w="819150" h="1826260">
                  <a:moveTo>
                    <a:pt x="57701" y="986298"/>
                  </a:moveTo>
                  <a:lnTo>
                    <a:pt x="703595" y="986298"/>
                  </a:lnTo>
                  <a:lnTo>
                    <a:pt x="553818" y="1012525"/>
                  </a:lnTo>
                  <a:lnTo>
                    <a:pt x="343451" y="1028736"/>
                  </a:lnTo>
                  <a:lnTo>
                    <a:pt x="178522" y="1019082"/>
                  </a:lnTo>
                  <a:lnTo>
                    <a:pt x="70877" y="1000714"/>
                  </a:lnTo>
                  <a:lnTo>
                    <a:pt x="32363" y="990780"/>
                  </a:lnTo>
                  <a:lnTo>
                    <a:pt x="57701" y="986298"/>
                  </a:lnTo>
                  <a:close/>
                </a:path>
                <a:path w="819150" h="1826260">
                  <a:moveTo>
                    <a:pt x="458383" y="862686"/>
                  </a:moveTo>
                  <a:lnTo>
                    <a:pt x="785386" y="862686"/>
                  </a:lnTo>
                  <a:lnTo>
                    <a:pt x="721706" y="870315"/>
                  </a:lnTo>
                  <a:lnTo>
                    <a:pt x="663557" y="874608"/>
                  </a:lnTo>
                  <a:lnTo>
                    <a:pt x="610218" y="875898"/>
                  </a:lnTo>
                  <a:lnTo>
                    <a:pt x="564159" y="874608"/>
                  </a:lnTo>
                  <a:lnTo>
                    <a:pt x="562072" y="874608"/>
                  </a:lnTo>
                  <a:lnTo>
                    <a:pt x="515085" y="870805"/>
                  </a:lnTo>
                  <a:lnTo>
                    <a:pt x="471847" y="865091"/>
                  </a:lnTo>
                  <a:lnTo>
                    <a:pt x="458383" y="862686"/>
                  </a:lnTo>
                  <a:close/>
                </a:path>
                <a:path w="819150" h="1826260">
                  <a:moveTo>
                    <a:pt x="131471" y="756770"/>
                  </a:moveTo>
                  <a:lnTo>
                    <a:pt x="177580" y="758189"/>
                  </a:lnTo>
                  <a:lnTo>
                    <a:pt x="176076" y="758189"/>
                  </a:lnTo>
                  <a:lnTo>
                    <a:pt x="222036" y="761676"/>
                  </a:lnTo>
                  <a:lnTo>
                    <a:pt x="271918" y="766930"/>
                  </a:lnTo>
                  <a:lnTo>
                    <a:pt x="490281" y="794138"/>
                  </a:lnTo>
                  <a:lnTo>
                    <a:pt x="547043" y="799813"/>
                  </a:lnTo>
                  <a:lnTo>
                    <a:pt x="603659" y="803968"/>
                  </a:lnTo>
                  <a:lnTo>
                    <a:pt x="659623" y="806067"/>
                  </a:lnTo>
                  <a:lnTo>
                    <a:pt x="221314" y="806067"/>
                  </a:lnTo>
                  <a:lnTo>
                    <a:pt x="182647" y="797149"/>
                  </a:lnTo>
                  <a:lnTo>
                    <a:pt x="134671" y="787477"/>
                  </a:lnTo>
                  <a:lnTo>
                    <a:pt x="82700" y="778782"/>
                  </a:lnTo>
                  <a:lnTo>
                    <a:pt x="26232" y="771443"/>
                  </a:lnTo>
                  <a:lnTo>
                    <a:pt x="56554" y="762901"/>
                  </a:lnTo>
                  <a:lnTo>
                    <a:pt x="91803" y="758189"/>
                  </a:lnTo>
                  <a:lnTo>
                    <a:pt x="131471" y="756770"/>
                  </a:lnTo>
                  <a:close/>
                </a:path>
              </a:pathLst>
            </a:custGeom>
            <a:solidFill>
              <a:srgbClr val="2057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5627756" y="2469616"/>
            <a:ext cx="98425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220" b="1">
                <a:solidFill>
                  <a:srgbClr val="000440"/>
                </a:solidFill>
                <a:latin typeface="Trebuchet MS"/>
                <a:cs typeface="Trebuchet MS"/>
              </a:rPr>
              <a:t>02</a:t>
            </a:r>
            <a:endParaRPr sz="6000">
              <a:latin typeface="Trebuchet MS"/>
              <a:cs typeface="Trebuchet MS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153277" y="2133652"/>
            <a:ext cx="3044190" cy="1830070"/>
          </a:xfrm>
          <a:prstGeom prst="rect">
            <a:avLst/>
          </a:prstGeom>
        </p:spPr>
        <p:txBody>
          <a:bodyPr wrap="square" lIns="0" tIns="300990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2370"/>
              </a:spcBef>
            </a:pPr>
            <a:r>
              <a:rPr dirty="0" sz="6000" spc="-555" b="1">
                <a:solidFill>
                  <a:srgbClr val="000440"/>
                </a:solidFill>
                <a:latin typeface="Trebuchet MS"/>
                <a:cs typeface="Trebuchet MS"/>
              </a:rPr>
              <a:t>01</a:t>
            </a:r>
            <a:endParaRPr sz="6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3000">
                <a:solidFill>
                  <a:srgbClr val="000440"/>
                </a:solidFill>
                <a:latin typeface="Trebuchet MS"/>
                <a:cs typeface="Trebuchet MS"/>
              </a:rPr>
              <a:t>Project</a:t>
            </a:r>
            <a:r>
              <a:rPr dirty="0" sz="300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40">
                <a:solidFill>
                  <a:srgbClr val="000440"/>
                </a:solidFill>
                <a:latin typeface="Trebuchet MS"/>
                <a:cs typeface="Trebuchet MS"/>
              </a:rPr>
              <a:t>Overview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016000" y="5143472"/>
            <a:ext cx="2351405" cy="157861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1050"/>
              </a:spcBef>
            </a:pPr>
            <a:r>
              <a:rPr dirty="0" sz="6000" spc="240" b="1">
                <a:solidFill>
                  <a:srgbClr val="000440"/>
                </a:solidFill>
                <a:latin typeface="Trebuchet MS"/>
                <a:cs typeface="Trebuchet MS"/>
              </a:rPr>
              <a:t>05</a:t>
            </a:r>
            <a:endParaRPr sz="6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3000" spc="140">
                <a:solidFill>
                  <a:srgbClr val="000440"/>
                </a:solidFill>
                <a:latin typeface="Trebuchet MS"/>
                <a:cs typeface="Trebuchet MS"/>
              </a:rPr>
              <a:t>Key</a:t>
            </a:r>
            <a:r>
              <a:rPr dirty="0" sz="3000" spc="-1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60">
                <a:solidFill>
                  <a:srgbClr val="000440"/>
                </a:solidFill>
                <a:latin typeface="Trebuchet MS"/>
                <a:cs typeface="Trebuchet MS"/>
              </a:rPr>
              <a:t>Features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689325" y="3332857"/>
            <a:ext cx="28327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00">
                <a:solidFill>
                  <a:srgbClr val="000440"/>
                </a:solidFill>
                <a:latin typeface="Trebuchet MS"/>
                <a:cs typeface="Trebuchet MS"/>
              </a:rPr>
              <a:t>Core</a:t>
            </a:r>
            <a:r>
              <a:rPr dirty="0" sz="3000" spc="-1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-10">
                <a:solidFill>
                  <a:srgbClr val="000440"/>
                </a:solidFill>
                <a:latin typeface="Trebuchet MS"/>
                <a:cs typeface="Trebuchet MS"/>
              </a:rPr>
              <a:t>Objectives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627756" y="5342096"/>
            <a:ext cx="2846070" cy="1694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375" b="1">
                <a:solidFill>
                  <a:srgbClr val="000440"/>
                </a:solidFill>
                <a:latin typeface="Trebuchet MS"/>
                <a:cs typeface="Trebuchet MS"/>
              </a:rPr>
              <a:t>06</a:t>
            </a:r>
            <a:endParaRPr sz="6000">
              <a:latin typeface="Trebuchet MS"/>
              <a:cs typeface="Trebuchet MS"/>
            </a:endParaRPr>
          </a:p>
          <a:p>
            <a:pPr marL="73660">
              <a:lnSpc>
                <a:spcPct val="100000"/>
              </a:lnSpc>
              <a:spcBef>
                <a:spcPts val="2340"/>
              </a:spcBef>
            </a:pPr>
            <a:r>
              <a:rPr dirty="0" sz="3000" spc="100">
                <a:solidFill>
                  <a:srgbClr val="000440"/>
                </a:solidFill>
                <a:latin typeface="Trebuchet MS"/>
                <a:cs typeface="Trebuchet MS"/>
              </a:rPr>
              <a:t>ľechnical</a:t>
            </a:r>
            <a:r>
              <a:rPr dirty="0" sz="300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114">
                <a:solidFill>
                  <a:srgbClr val="000440"/>
                </a:solidFill>
                <a:latin typeface="Trebuchet MS"/>
                <a:cs typeface="Trebuchet MS"/>
              </a:rPr>
              <a:t>Stack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6119336" y="1469630"/>
            <a:ext cx="6049010" cy="18611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70"/>
              <a:t>Table</a:t>
            </a:r>
            <a:r>
              <a:rPr dirty="0" sz="6000" spc="-420"/>
              <a:t> </a:t>
            </a:r>
            <a:r>
              <a:rPr dirty="0" sz="6000" spc="170"/>
              <a:t>of</a:t>
            </a:r>
            <a:r>
              <a:rPr dirty="0" sz="6000" spc="-420"/>
              <a:t> </a:t>
            </a:r>
            <a:r>
              <a:rPr dirty="0" sz="6000" spc="114"/>
              <a:t>Content</a:t>
            </a:r>
            <a:endParaRPr sz="6000"/>
          </a:p>
          <a:p>
            <a:pPr marL="4000500">
              <a:lnSpc>
                <a:spcPct val="100000"/>
              </a:lnSpc>
              <a:spcBef>
                <a:spcPts val="50"/>
              </a:spcBef>
            </a:pPr>
            <a:r>
              <a:rPr dirty="0" sz="6000" spc="220"/>
              <a:t>03</a:t>
            </a:r>
            <a:endParaRPr sz="6000"/>
          </a:p>
        </p:txBody>
      </p:sp>
      <p:sp>
        <p:nvSpPr>
          <p:cNvPr id="43" name="object 43" descr=""/>
          <p:cNvSpPr txBox="1"/>
          <p:nvPr/>
        </p:nvSpPr>
        <p:spPr>
          <a:xfrm>
            <a:off x="9906869" y="3271550"/>
            <a:ext cx="2620010" cy="9017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07314" marR="5080" indent="-95250">
              <a:lnSpc>
                <a:spcPts val="3300"/>
              </a:lnSpc>
              <a:spcBef>
                <a:spcPts val="459"/>
              </a:spcBef>
            </a:pPr>
            <a:r>
              <a:rPr dirty="0" sz="3000">
                <a:solidFill>
                  <a:srgbClr val="000440"/>
                </a:solidFill>
                <a:latin typeface="Trebuchet MS"/>
                <a:cs typeface="Trebuchet MS"/>
              </a:rPr>
              <a:t>Architecture</a:t>
            </a:r>
            <a:r>
              <a:rPr dirty="0" sz="3000" spc="3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75">
                <a:solidFill>
                  <a:srgbClr val="000440"/>
                </a:solidFill>
                <a:latin typeface="Trebuchet MS"/>
                <a:cs typeface="Trebuchet MS"/>
              </a:rPr>
              <a:t>&amp; </a:t>
            </a:r>
            <a:r>
              <a:rPr dirty="0" sz="3000" spc="125">
                <a:solidFill>
                  <a:srgbClr val="000440"/>
                </a:solidFill>
                <a:latin typeface="Trebuchet MS"/>
                <a:cs typeface="Trebuchet MS"/>
              </a:rPr>
              <a:t>Design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4006072" y="2038002"/>
            <a:ext cx="2778760" cy="1925955"/>
          </a:xfrm>
          <a:prstGeom prst="rect">
            <a:avLst/>
          </a:prstGeom>
        </p:spPr>
        <p:txBody>
          <a:bodyPr wrap="square" lIns="0" tIns="365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75"/>
              </a:spcBef>
            </a:pPr>
            <a:r>
              <a:rPr dirty="0" sz="6000" spc="295" b="1">
                <a:solidFill>
                  <a:srgbClr val="000440"/>
                </a:solidFill>
                <a:latin typeface="Trebuchet MS"/>
                <a:cs typeface="Trebuchet MS"/>
              </a:rPr>
              <a:t>04</a:t>
            </a:r>
            <a:endParaRPr sz="600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1385"/>
              </a:spcBef>
            </a:pPr>
            <a:r>
              <a:rPr dirty="0" sz="3000" spc="165">
                <a:solidFill>
                  <a:srgbClr val="000440"/>
                </a:solidFill>
                <a:latin typeface="Trebuchet MS"/>
                <a:cs typeface="Trebuchet MS"/>
              </a:rPr>
              <a:t>Class</a:t>
            </a:r>
            <a:r>
              <a:rPr dirty="0" sz="300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110">
                <a:solidFill>
                  <a:srgbClr val="000440"/>
                </a:solidFill>
                <a:latin typeface="Trebuchet MS"/>
                <a:cs typeface="Trebuchet MS"/>
              </a:rPr>
              <a:t>Diagrams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9962673" y="5276809"/>
            <a:ext cx="3533775" cy="2300605"/>
          </a:xfrm>
          <a:custGeom>
            <a:avLst/>
            <a:gdLst/>
            <a:ahLst/>
            <a:cxnLst/>
            <a:rect l="l" t="t" r="r" b="b"/>
            <a:pathLst>
              <a:path w="3533775" h="2300604">
                <a:moveTo>
                  <a:pt x="3533774" y="1877250"/>
                </a:moveTo>
                <a:lnTo>
                  <a:pt x="3527224" y="1920168"/>
                </a:lnTo>
                <a:lnTo>
                  <a:pt x="3515489" y="1965808"/>
                </a:lnTo>
                <a:lnTo>
                  <a:pt x="3499474" y="2009563"/>
                </a:lnTo>
                <a:lnTo>
                  <a:pt x="3479420" y="2051193"/>
                </a:lnTo>
                <a:lnTo>
                  <a:pt x="3455566" y="2090459"/>
                </a:lnTo>
                <a:lnTo>
                  <a:pt x="3428150" y="2127121"/>
                </a:lnTo>
                <a:lnTo>
                  <a:pt x="3397413" y="2160941"/>
                </a:lnTo>
                <a:lnTo>
                  <a:pt x="3363593" y="2191678"/>
                </a:lnTo>
                <a:lnTo>
                  <a:pt x="3326931" y="2219094"/>
                </a:lnTo>
                <a:lnTo>
                  <a:pt x="3287665" y="2242948"/>
                </a:lnTo>
                <a:lnTo>
                  <a:pt x="3246035" y="2263003"/>
                </a:lnTo>
                <a:lnTo>
                  <a:pt x="3202280" y="2279017"/>
                </a:lnTo>
                <a:lnTo>
                  <a:pt x="3156640" y="2290752"/>
                </a:lnTo>
                <a:lnTo>
                  <a:pt x="3109354" y="2297969"/>
                </a:lnTo>
                <a:lnTo>
                  <a:pt x="3060661" y="2300428"/>
                </a:lnTo>
                <a:lnTo>
                  <a:pt x="476237" y="2300428"/>
                </a:lnTo>
                <a:lnTo>
                  <a:pt x="427545" y="2297969"/>
                </a:lnTo>
                <a:lnTo>
                  <a:pt x="380259" y="2290752"/>
                </a:lnTo>
                <a:lnTo>
                  <a:pt x="334619" y="2279017"/>
                </a:lnTo>
                <a:lnTo>
                  <a:pt x="290864" y="2263002"/>
                </a:lnTo>
                <a:lnTo>
                  <a:pt x="249234" y="2242948"/>
                </a:lnTo>
                <a:lnTo>
                  <a:pt x="209968" y="2219093"/>
                </a:lnTo>
                <a:lnTo>
                  <a:pt x="173306" y="2191678"/>
                </a:lnTo>
                <a:lnTo>
                  <a:pt x="139486" y="2160940"/>
                </a:lnTo>
                <a:lnTo>
                  <a:pt x="108749" y="2127121"/>
                </a:lnTo>
                <a:lnTo>
                  <a:pt x="81333" y="2090458"/>
                </a:lnTo>
                <a:lnTo>
                  <a:pt x="57479" y="2051193"/>
                </a:lnTo>
                <a:lnTo>
                  <a:pt x="37425" y="2009563"/>
                </a:lnTo>
                <a:lnTo>
                  <a:pt x="21410" y="1965808"/>
                </a:lnTo>
                <a:lnTo>
                  <a:pt x="9675" y="1920168"/>
                </a:lnTo>
                <a:lnTo>
                  <a:pt x="2458" y="1872882"/>
                </a:lnTo>
                <a:lnTo>
                  <a:pt x="0" y="1824189"/>
                </a:lnTo>
                <a:lnTo>
                  <a:pt x="0" y="476245"/>
                </a:lnTo>
                <a:lnTo>
                  <a:pt x="2458" y="427553"/>
                </a:lnTo>
                <a:lnTo>
                  <a:pt x="9675" y="380267"/>
                </a:lnTo>
                <a:lnTo>
                  <a:pt x="21410" y="334627"/>
                </a:lnTo>
                <a:lnTo>
                  <a:pt x="37425" y="290872"/>
                </a:lnTo>
                <a:lnTo>
                  <a:pt x="57479" y="249242"/>
                </a:lnTo>
                <a:lnTo>
                  <a:pt x="81333" y="209976"/>
                </a:lnTo>
                <a:lnTo>
                  <a:pt x="108749" y="173314"/>
                </a:lnTo>
                <a:lnTo>
                  <a:pt x="139486" y="139494"/>
                </a:lnTo>
                <a:lnTo>
                  <a:pt x="173306" y="108757"/>
                </a:lnTo>
                <a:lnTo>
                  <a:pt x="209968" y="81341"/>
                </a:lnTo>
                <a:lnTo>
                  <a:pt x="249234" y="57487"/>
                </a:lnTo>
                <a:lnTo>
                  <a:pt x="290864" y="37433"/>
                </a:lnTo>
                <a:lnTo>
                  <a:pt x="334619" y="21418"/>
                </a:lnTo>
                <a:lnTo>
                  <a:pt x="380259" y="9683"/>
                </a:lnTo>
                <a:lnTo>
                  <a:pt x="427545" y="2466"/>
                </a:lnTo>
                <a:lnTo>
                  <a:pt x="476237" y="0"/>
                </a:lnTo>
                <a:lnTo>
                  <a:pt x="3060661" y="0"/>
                </a:lnTo>
                <a:lnTo>
                  <a:pt x="3109354" y="2466"/>
                </a:lnTo>
                <a:lnTo>
                  <a:pt x="3156640" y="9683"/>
                </a:lnTo>
                <a:lnTo>
                  <a:pt x="3202280" y="21418"/>
                </a:lnTo>
                <a:lnTo>
                  <a:pt x="3246034" y="37432"/>
                </a:lnTo>
                <a:lnTo>
                  <a:pt x="3287665" y="57486"/>
                </a:lnTo>
                <a:lnTo>
                  <a:pt x="3326930" y="81341"/>
                </a:lnTo>
                <a:lnTo>
                  <a:pt x="3363593" y="108757"/>
                </a:lnTo>
                <a:lnTo>
                  <a:pt x="3397413" y="139494"/>
                </a:lnTo>
                <a:lnTo>
                  <a:pt x="3428150" y="173314"/>
                </a:lnTo>
                <a:lnTo>
                  <a:pt x="3455566" y="209976"/>
                </a:lnTo>
                <a:lnTo>
                  <a:pt x="3479420" y="249242"/>
                </a:lnTo>
                <a:lnTo>
                  <a:pt x="3499474" y="290872"/>
                </a:lnTo>
                <a:lnTo>
                  <a:pt x="3515489" y="334627"/>
                </a:lnTo>
                <a:lnTo>
                  <a:pt x="3527224" y="380267"/>
                </a:lnTo>
                <a:lnTo>
                  <a:pt x="3533774" y="423185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10007121" y="5414318"/>
            <a:ext cx="870585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800" spc="-55" b="1">
                <a:latin typeface="Trebuchet MS"/>
                <a:cs typeface="Trebuchet MS"/>
              </a:rPr>
              <a:t>07</a:t>
            </a:r>
            <a:endParaRPr sz="5800">
              <a:latin typeface="Trebuchet MS"/>
              <a:cs typeface="Trebuchet MS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0597671" y="6271568"/>
            <a:ext cx="2346325" cy="7493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393700" marR="5080" indent="-381635">
              <a:lnSpc>
                <a:spcPts val="2700"/>
              </a:lnSpc>
              <a:spcBef>
                <a:spcPts val="439"/>
              </a:spcBef>
            </a:pPr>
            <a:r>
              <a:rPr dirty="0" sz="2500" spc="-10">
                <a:latin typeface="Trebuchet MS"/>
                <a:cs typeface="Trebuchet MS"/>
              </a:rPr>
              <a:t>Implementation </a:t>
            </a:r>
            <a:r>
              <a:rPr dirty="0" sz="2500" spc="40">
                <a:latin typeface="Trebuchet MS"/>
                <a:cs typeface="Trebuchet MS"/>
              </a:rPr>
              <a:t>Highlights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14433111" y="5334239"/>
            <a:ext cx="3533775" cy="2019300"/>
          </a:xfrm>
          <a:custGeom>
            <a:avLst/>
            <a:gdLst/>
            <a:ahLst/>
            <a:cxnLst/>
            <a:rect l="l" t="t" r="r" b="b"/>
            <a:pathLst>
              <a:path w="3533775" h="2019300">
                <a:moveTo>
                  <a:pt x="3533774" y="1599635"/>
                </a:moveTo>
                <a:lnTo>
                  <a:pt x="3527192" y="1642768"/>
                </a:lnTo>
                <a:lnTo>
                  <a:pt x="3515457" y="1688407"/>
                </a:lnTo>
                <a:lnTo>
                  <a:pt x="3499442" y="1732161"/>
                </a:lnTo>
                <a:lnTo>
                  <a:pt x="3479388" y="1773791"/>
                </a:lnTo>
                <a:lnTo>
                  <a:pt x="3455534" y="1813056"/>
                </a:lnTo>
                <a:lnTo>
                  <a:pt x="3428119" y="1849718"/>
                </a:lnTo>
                <a:lnTo>
                  <a:pt x="3397382" y="1883536"/>
                </a:lnTo>
                <a:lnTo>
                  <a:pt x="3363563" y="1914273"/>
                </a:lnTo>
                <a:lnTo>
                  <a:pt x="3326901" y="1941688"/>
                </a:lnTo>
                <a:lnTo>
                  <a:pt x="3287636" y="1965542"/>
                </a:lnTo>
                <a:lnTo>
                  <a:pt x="3246007" y="1985596"/>
                </a:lnTo>
                <a:lnTo>
                  <a:pt x="3202253" y="2001610"/>
                </a:lnTo>
                <a:lnTo>
                  <a:pt x="3156614" y="2013345"/>
                </a:lnTo>
                <a:lnTo>
                  <a:pt x="3117598" y="2019300"/>
                </a:lnTo>
              </a:path>
              <a:path w="3533775" h="2019300">
                <a:moveTo>
                  <a:pt x="419302" y="2019300"/>
                </a:moveTo>
                <a:lnTo>
                  <a:pt x="380286" y="2013345"/>
                </a:lnTo>
                <a:lnTo>
                  <a:pt x="334647" y="2001610"/>
                </a:lnTo>
                <a:lnTo>
                  <a:pt x="290893" y="1985596"/>
                </a:lnTo>
                <a:lnTo>
                  <a:pt x="249264" y="1965542"/>
                </a:lnTo>
                <a:lnTo>
                  <a:pt x="209998" y="1941688"/>
                </a:lnTo>
                <a:lnTo>
                  <a:pt x="173337" y="1914272"/>
                </a:lnTo>
                <a:lnTo>
                  <a:pt x="139518" y="1883536"/>
                </a:lnTo>
                <a:lnTo>
                  <a:pt x="108781" y="1849717"/>
                </a:lnTo>
                <a:lnTo>
                  <a:pt x="81366" y="1813055"/>
                </a:lnTo>
                <a:lnTo>
                  <a:pt x="57512" y="1773790"/>
                </a:lnTo>
                <a:lnTo>
                  <a:pt x="37458" y="1732161"/>
                </a:lnTo>
                <a:lnTo>
                  <a:pt x="21444" y="1688407"/>
                </a:lnTo>
                <a:lnTo>
                  <a:pt x="9709" y="1642768"/>
                </a:lnTo>
                <a:lnTo>
                  <a:pt x="2492" y="1595483"/>
                </a:lnTo>
                <a:lnTo>
                  <a:pt x="0" y="1546791"/>
                </a:lnTo>
                <a:lnTo>
                  <a:pt x="0" y="476227"/>
                </a:lnTo>
                <a:lnTo>
                  <a:pt x="2492" y="427537"/>
                </a:lnTo>
                <a:lnTo>
                  <a:pt x="9709" y="380252"/>
                </a:lnTo>
                <a:lnTo>
                  <a:pt x="21444" y="334613"/>
                </a:lnTo>
                <a:lnTo>
                  <a:pt x="37458" y="290859"/>
                </a:lnTo>
                <a:lnTo>
                  <a:pt x="57512" y="249230"/>
                </a:lnTo>
                <a:lnTo>
                  <a:pt x="81366" y="209965"/>
                </a:lnTo>
                <a:lnTo>
                  <a:pt x="108781" y="173303"/>
                </a:lnTo>
                <a:lnTo>
                  <a:pt x="139518" y="139484"/>
                </a:lnTo>
                <a:lnTo>
                  <a:pt x="173337" y="108747"/>
                </a:lnTo>
                <a:lnTo>
                  <a:pt x="209998" y="81332"/>
                </a:lnTo>
                <a:lnTo>
                  <a:pt x="249263" y="57478"/>
                </a:lnTo>
                <a:lnTo>
                  <a:pt x="290893" y="37424"/>
                </a:lnTo>
                <a:lnTo>
                  <a:pt x="334646" y="21410"/>
                </a:lnTo>
                <a:lnTo>
                  <a:pt x="380286" y="9675"/>
                </a:lnTo>
                <a:lnTo>
                  <a:pt x="427571" y="2458"/>
                </a:lnTo>
                <a:lnTo>
                  <a:pt x="476262" y="0"/>
                </a:lnTo>
                <a:lnTo>
                  <a:pt x="3060637" y="0"/>
                </a:lnTo>
                <a:lnTo>
                  <a:pt x="3109329" y="2458"/>
                </a:lnTo>
                <a:lnTo>
                  <a:pt x="3156614" y="9675"/>
                </a:lnTo>
                <a:lnTo>
                  <a:pt x="3202253" y="21410"/>
                </a:lnTo>
                <a:lnTo>
                  <a:pt x="3246007" y="37424"/>
                </a:lnTo>
                <a:lnTo>
                  <a:pt x="3287636" y="57477"/>
                </a:lnTo>
                <a:lnTo>
                  <a:pt x="3326901" y="81332"/>
                </a:lnTo>
                <a:lnTo>
                  <a:pt x="3363563" y="108747"/>
                </a:lnTo>
                <a:lnTo>
                  <a:pt x="3397382" y="139483"/>
                </a:lnTo>
                <a:lnTo>
                  <a:pt x="3428119" y="173302"/>
                </a:lnTo>
                <a:lnTo>
                  <a:pt x="3455534" y="209964"/>
                </a:lnTo>
                <a:lnTo>
                  <a:pt x="3479388" y="249229"/>
                </a:lnTo>
                <a:lnTo>
                  <a:pt x="3499442" y="290858"/>
                </a:lnTo>
                <a:lnTo>
                  <a:pt x="3515457" y="334612"/>
                </a:lnTo>
                <a:lnTo>
                  <a:pt x="3527192" y="380252"/>
                </a:lnTo>
                <a:lnTo>
                  <a:pt x="3533774" y="42338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14477559" y="5480637"/>
            <a:ext cx="2948305" cy="1659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830"/>
              </a:lnSpc>
              <a:spcBef>
                <a:spcPts val="100"/>
              </a:spcBef>
            </a:pPr>
            <a:r>
              <a:rPr dirty="0" sz="5800" spc="360" b="1">
                <a:latin typeface="Trebuchet MS"/>
                <a:cs typeface="Trebuchet MS"/>
              </a:rPr>
              <a:t>08</a:t>
            </a:r>
            <a:endParaRPr sz="5800">
              <a:latin typeface="Trebuchet MS"/>
              <a:cs typeface="Trebuchet MS"/>
            </a:endParaRPr>
          </a:p>
          <a:p>
            <a:pPr marL="512445" marR="5080" indent="73025">
              <a:lnSpc>
                <a:spcPts val="2930"/>
              </a:lnSpc>
              <a:spcBef>
                <a:spcPts val="225"/>
              </a:spcBef>
            </a:pPr>
            <a:r>
              <a:rPr dirty="0" sz="2700" spc="125">
                <a:latin typeface="Trebuchet MS"/>
                <a:cs typeface="Trebuchet MS"/>
              </a:rPr>
              <a:t>User</a:t>
            </a:r>
            <a:r>
              <a:rPr dirty="0" sz="2700" spc="-140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Interface </a:t>
            </a:r>
            <a:r>
              <a:rPr dirty="0" sz="2700" spc="100">
                <a:latin typeface="Trebuchet MS"/>
                <a:cs typeface="Trebuchet MS"/>
              </a:rPr>
              <a:t>and</a:t>
            </a:r>
            <a:r>
              <a:rPr dirty="0" sz="2700" spc="-130">
                <a:latin typeface="Trebuchet MS"/>
                <a:cs typeface="Trebuchet MS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conclusion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621" y="-9733"/>
            <a:ext cx="18288635" cy="10297160"/>
            <a:chOff x="-621" y="-9733"/>
            <a:chExt cx="18288635" cy="10297160"/>
          </a:xfrm>
        </p:grpSpPr>
        <p:sp>
          <p:nvSpPr>
            <p:cNvPr id="3" name="object 3" descr=""/>
            <p:cNvSpPr/>
            <p:nvPr/>
          </p:nvSpPr>
          <p:spPr>
            <a:xfrm>
              <a:off x="4753638" y="2721401"/>
              <a:ext cx="13534390" cy="7556500"/>
            </a:xfrm>
            <a:custGeom>
              <a:avLst/>
              <a:gdLst/>
              <a:ahLst/>
              <a:cxnLst/>
              <a:rect l="l" t="t" r="r" b="b"/>
              <a:pathLst>
                <a:path w="13534390" h="7556500">
                  <a:moveTo>
                    <a:pt x="13003538" y="12699"/>
                  </a:moveTo>
                  <a:lnTo>
                    <a:pt x="12315105" y="12699"/>
                  </a:lnTo>
                  <a:lnTo>
                    <a:pt x="12364357" y="0"/>
                  </a:lnTo>
                  <a:lnTo>
                    <a:pt x="12954413" y="0"/>
                  </a:lnTo>
                  <a:lnTo>
                    <a:pt x="13003538" y="12699"/>
                  </a:lnTo>
                  <a:close/>
                </a:path>
                <a:path w="13534390" h="7556500">
                  <a:moveTo>
                    <a:pt x="13150905" y="25399"/>
                  </a:moveTo>
                  <a:lnTo>
                    <a:pt x="12216546" y="25399"/>
                  </a:lnTo>
                  <a:lnTo>
                    <a:pt x="12265835" y="12699"/>
                  </a:lnTo>
                  <a:lnTo>
                    <a:pt x="13101783" y="12699"/>
                  </a:lnTo>
                  <a:lnTo>
                    <a:pt x="13150905" y="25399"/>
                  </a:lnTo>
                  <a:close/>
                </a:path>
                <a:path w="13534390" h="7556500">
                  <a:moveTo>
                    <a:pt x="13249156" y="38099"/>
                  </a:moveTo>
                  <a:lnTo>
                    <a:pt x="12117907" y="38099"/>
                  </a:lnTo>
                  <a:lnTo>
                    <a:pt x="12167237" y="25399"/>
                  </a:lnTo>
                  <a:lnTo>
                    <a:pt x="13200029" y="25399"/>
                  </a:lnTo>
                  <a:lnTo>
                    <a:pt x="13249156" y="38099"/>
                  </a:lnTo>
                  <a:close/>
                </a:path>
                <a:path w="13534390" h="7556500">
                  <a:moveTo>
                    <a:pt x="13534359" y="7556499"/>
                  </a:moveTo>
                  <a:lnTo>
                    <a:pt x="0" y="7556499"/>
                  </a:lnTo>
                  <a:lnTo>
                    <a:pt x="7498" y="7505699"/>
                  </a:lnTo>
                  <a:lnTo>
                    <a:pt x="15938" y="7467599"/>
                  </a:lnTo>
                  <a:lnTo>
                    <a:pt x="25261" y="7416799"/>
                  </a:lnTo>
                  <a:lnTo>
                    <a:pt x="35450" y="7365999"/>
                  </a:lnTo>
                  <a:lnTo>
                    <a:pt x="46490" y="7315199"/>
                  </a:lnTo>
                  <a:lnTo>
                    <a:pt x="58363" y="7264399"/>
                  </a:lnTo>
                  <a:lnTo>
                    <a:pt x="71055" y="7213599"/>
                  </a:lnTo>
                  <a:lnTo>
                    <a:pt x="84547" y="7162799"/>
                  </a:lnTo>
                  <a:lnTo>
                    <a:pt x="98824" y="7124699"/>
                  </a:lnTo>
                  <a:lnTo>
                    <a:pt x="113870" y="7073899"/>
                  </a:lnTo>
                  <a:lnTo>
                    <a:pt x="129668" y="7023099"/>
                  </a:lnTo>
                  <a:lnTo>
                    <a:pt x="146202" y="6972299"/>
                  </a:lnTo>
                  <a:lnTo>
                    <a:pt x="163456" y="6921499"/>
                  </a:lnTo>
                  <a:lnTo>
                    <a:pt x="181413" y="6883399"/>
                  </a:lnTo>
                  <a:lnTo>
                    <a:pt x="200056" y="6832599"/>
                  </a:lnTo>
                  <a:lnTo>
                    <a:pt x="219699" y="6781799"/>
                  </a:lnTo>
                  <a:lnTo>
                    <a:pt x="240251" y="6730999"/>
                  </a:lnTo>
                  <a:lnTo>
                    <a:pt x="261703" y="6692899"/>
                  </a:lnTo>
                  <a:lnTo>
                    <a:pt x="284046" y="6642099"/>
                  </a:lnTo>
                  <a:lnTo>
                    <a:pt x="307268" y="6591299"/>
                  </a:lnTo>
                  <a:lnTo>
                    <a:pt x="331361" y="6553199"/>
                  </a:lnTo>
                  <a:lnTo>
                    <a:pt x="356314" y="6502399"/>
                  </a:lnTo>
                  <a:lnTo>
                    <a:pt x="382118" y="6464299"/>
                  </a:lnTo>
                  <a:lnTo>
                    <a:pt x="408763" y="6413499"/>
                  </a:lnTo>
                  <a:lnTo>
                    <a:pt x="436239" y="6375399"/>
                  </a:lnTo>
                  <a:lnTo>
                    <a:pt x="464536" y="6324599"/>
                  </a:lnTo>
                  <a:lnTo>
                    <a:pt x="493644" y="6286499"/>
                  </a:lnTo>
                  <a:lnTo>
                    <a:pt x="523554" y="6248399"/>
                  </a:lnTo>
                  <a:lnTo>
                    <a:pt x="554256" y="6197599"/>
                  </a:lnTo>
                  <a:lnTo>
                    <a:pt x="585739" y="6159499"/>
                  </a:lnTo>
                  <a:lnTo>
                    <a:pt x="617995" y="6121399"/>
                  </a:lnTo>
                  <a:lnTo>
                    <a:pt x="651012" y="6083299"/>
                  </a:lnTo>
                  <a:lnTo>
                    <a:pt x="685579" y="6045199"/>
                  </a:lnTo>
                  <a:lnTo>
                    <a:pt x="720995" y="6007099"/>
                  </a:lnTo>
                  <a:lnTo>
                    <a:pt x="757238" y="5968999"/>
                  </a:lnTo>
                  <a:lnTo>
                    <a:pt x="794289" y="5930899"/>
                  </a:lnTo>
                  <a:lnTo>
                    <a:pt x="832129" y="5905499"/>
                  </a:lnTo>
                  <a:lnTo>
                    <a:pt x="870737" y="5867399"/>
                  </a:lnTo>
                  <a:lnTo>
                    <a:pt x="910093" y="5841999"/>
                  </a:lnTo>
                  <a:lnTo>
                    <a:pt x="950178" y="5816599"/>
                  </a:lnTo>
                  <a:lnTo>
                    <a:pt x="990972" y="5778499"/>
                  </a:lnTo>
                  <a:lnTo>
                    <a:pt x="1032456" y="5753099"/>
                  </a:lnTo>
                  <a:lnTo>
                    <a:pt x="1117409" y="5702299"/>
                  </a:lnTo>
                  <a:lnTo>
                    <a:pt x="1204881" y="5651499"/>
                  </a:lnTo>
                  <a:lnTo>
                    <a:pt x="1249511" y="5638799"/>
                  </a:lnTo>
                  <a:lnTo>
                    <a:pt x="1340461" y="5587999"/>
                  </a:lnTo>
                  <a:lnTo>
                    <a:pt x="1386741" y="5575299"/>
                  </a:lnTo>
                  <a:lnTo>
                    <a:pt x="1433532" y="5549899"/>
                  </a:lnTo>
                  <a:lnTo>
                    <a:pt x="1528564" y="5524499"/>
                  </a:lnTo>
                  <a:lnTo>
                    <a:pt x="1576766" y="5499099"/>
                  </a:lnTo>
                  <a:lnTo>
                    <a:pt x="2108823" y="5359399"/>
                  </a:lnTo>
                  <a:lnTo>
                    <a:pt x="5575565" y="5359399"/>
                  </a:lnTo>
                  <a:lnTo>
                    <a:pt x="5626222" y="5346699"/>
                  </a:lnTo>
                  <a:lnTo>
                    <a:pt x="5727457" y="5346699"/>
                  </a:lnTo>
                  <a:lnTo>
                    <a:pt x="5778028" y="5333999"/>
                  </a:lnTo>
                  <a:lnTo>
                    <a:pt x="5879058" y="5333999"/>
                  </a:lnTo>
                  <a:lnTo>
                    <a:pt x="5929511" y="5321299"/>
                  </a:lnTo>
                  <a:lnTo>
                    <a:pt x="5979918" y="5321299"/>
                  </a:lnTo>
                  <a:lnTo>
                    <a:pt x="6079793" y="5295899"/>
                  </a:lnTo>
                  <a:lnTo>
                    <a:pt x="6129132" y="5295899"/>
                  </a:lnTo>
                  <a:lnTo>
                    <a:pt x="6276109" y="5257799"/>
                  </a:lnTo>
                  <a:lnTo>
                    <a:pt x="6324770" y="5257799"/>
                  </a:lnTo>
                  <a:lnTo>
                    <a:pt x="6661205" y="5168899"/>
                  </a:lnTo>
                  <a:lnTo>
                    <a:pt x="6708721" y="5143499"/>
                  </a:lnTo>
                  <a:lnTo>
                    <a:pt x="6897597" y="5092699"/>
                  </a:lnTo>
                  <a:lnTo>
                    <a:pt x="6944541" y="5067299"/>
                  </a:lnTo>
                  <a:lnTo>
                    <a:pt x="7038130" y="5041899"/>
                  </a:lnTo>
                  <a:lnTo>
                    <a:pt x="7084783" y="5016499"/>
                  </a:lnTo>
                  <a:lnTo>
                    <a:pt x="7131349" y="5003799"/>
                  </a:lnTo>
                  <a:lnTo>
                    <a:pt x="7177831" y="4978399"/>
                  </a:lnTo>
                  <a:lnTo>
                    <a:pt x="7270561" y="4952999"/>
                  </a:lnTo>
                  <a:lnTo>
                    <a:pt x="7316818" y="4927599"/>
                  </a:lnTo>
                  <a:lnTo>
                    <a:pt x="7363009" y="4914899"/>
                  </a:lnTo>
                  <a:lnTo>
                    <a:pt x="7411700" y="4889499"/>
                  </a:lnTo>
                  <a:lnTo>
                    <a:pt x="7458619" y="4864099"/>
                  </a:lnTo>
                  <a:lnTo>
                    <a:pt x="7503802" y="4838699"/>
                  </a:lnTo>
                  <a:lnTo>
                    <a:pt x="7547283" y="4813299"/>
                  </a:lnTo>
                  <a:lnTo>
                    <a:pt x="7589099" y="4787899"/>
                  </a:lnTo>
                  <a:lnTo>
                    <a:pt x="7629283" y="4762499"/>
                  </a:lnTo>
                  <a:lnTo>
                    <a:pt x="7667872" y="4724399"/>
                  </a:lnTo>
                  <a:lnTo>
                    <a:pt x="7704901" y="4698999"/>
                  </a:lnTo>
                  <a:lnTo>
                    <a:pt x="7740405" y="4660899"/>
                  </a:lnTo>
                  <a:lnTo>
                    <a:pt x="7774419" y="4622799"/>
                  </a:lnTo>
                  <a:lnTo>
                    <a:pt x="7806978" y="4584699"/>
                  </a:lnTo>
                  <a:lnTo>
                    <a:pt x="7838118" y="4546599"/>
                  </a:lnTo>
                  <a:lnTo>
                    <a:pt x="7867874" y="4508499"/>
                  </a:lnTo>
                  <a:lnTo>
                    <a:pt x="7896280" y="4470399"/>
                  </a:lnTo>
                  <a:lnTo>
                    <a:pt x="7923373" y="4432299"/>
                  </a:lnTo>
                  <a:lnTo>
                    <a:pt x="7949188" y="4381499"/>
                  </a:lnTo>
                  <a:lnTo>
                    <a:pt x="7973759" y="4343399"/>
                  </a:lnTo>
                  <a:lnTo>
                    <a:pt x="7997122" y="4292599"/>
                  </a:lnTo>
                  <a:lnTo>
                    <a:pt x="8019312" y="4254499"/>
                  </a:lnTo>
                  <a:lnTo>
                    <a:pt x="8040871" y="4203699"/>
                  </a:lnTo>
                  <a:lnTo>
                    <a:pt x="8062267" y="4152899"/>
                  </a:lnTo>
                  <a:lnTo>
                    <a:pt x="8083506" y="4114799"/>
                  </a:lnTo>
                  <a:lnTo>
                    <a:pt x="8104593" y="4063999"/>
                  </a:lnTo>
                  <a:lnTo>
                    <a:pt x="8125533" y="4013199"/>
                  </a:lnTo>
                  <a:lnTo>
                    <a:pt x="8146332" y="3962399"/>
                  </a:lnTo>
                  <a:lnTo>
                    <a:pt x="8166994" y="3924299"/>
                  </a:lnTo>
                  <a:lnTo>
                    <a:pt x="8187525" y="3873499"/>
                  </a:lnTo>
                  <a:lnTo>
                    <a:pt x="8207931" y="3822699"/>
                  </a:lnTo>
                  <a:lnTo>
                    <a:pt x="8228216" y="3784599"/>
                  </a:lnTo>
                  <a:lnTo>
                    <a:pt x="8248385" y="3733799"/>
                  </a:lnTo>
                  <a:lnTo>
                    <a:pt x="8268445" y="3682999"/>
                  </a:lnTo>
                  <a:lnTo>
                    <a:pt x="8288399" y="3632199"/>
                  </a:lnTo>
                  <a:lnTo>
                    <a:pt x="8308254" y="3594099"/>
                  </a:lnTo>
                  <a:lnTo>
                    <a:pt x="8328015" y="3543299"/>
                  </a:lnTo>
                  <a:lnTo>
                    <a:pt x="8347686" y="3492499"/>
                  </a:lnTo>
                  <a:lnTo>
                    <a:pt x="8367274" y="3454399"/>
                  </a:lnTo>
                  <a:lnTo>
                    <a:pt x="8386783" y="3403599"/>
                  </a:lnTo>
                  <a:lnTo>
                    <a:pt x="8425586" y="3301999"/>
                  </a:lnTo>
                  <a:lnTo>
                    <a:pt x="8444890" y="3263899"/>
                  </a:lnTo>
                  <a:lnTo>
                    <a:pt x="8464137" y="3213099"/>
                  </a:lnTo>
                  <a:lnTo>
                    <a:pt x="8502479" y="3111499"/>
                  </a:lnTo>
                  <a:lnTo>
                    <a:pt x="8521507" y="3073399"/>
                  </a:lnTo>
                  <a:lnTo>
                    <a:pt x="8540199" y="3022599"/>
                  </a:lnTo>
                  <a:lnTo>
                    <a:pt x="8558618" y="2971799"/>
                  </a:lnTo>
                  <a:lnTo>
                    <a:pt x="8576829" y="2920999"/>
                  </a:lnTo>
                  <a:lnTo>
                    <a:pt x="8594895" y="2882899"/>
                  </a:lnTo>
                  <a:lnTo>
                    <a:pt x="8648857" y="2730499"/>
                  </a:lnTo>
                  <a:lnTo>
                    <a:pt x="8666977" y="2692399"/>
                  </a:lnTo>
                  <a:lnTo>
                    <a:pt x="8685270" y="2641599"/>
                  </a:lnTo>
                  <a:lnTo>
                    <a:pt x="8703798" y="2590799"/>
                  </a:lnTo>
                  <a:lnTo>
                    <a:pt x="8722626" y="2539999"/>
                  </a:lnTo>
                  <a:lnTo>
                    <a:pt x="8741818" y="2501899"/>
                  </a:lnTo>
                  <a:lnTo>
                    <a:pt x="8761435" y="2451099"/>
                  </a:lnTo>
                  <a:lnTo>
                    <a:pt x="8781543" y="2400299"/>
                  </a:lnTo>
                  <a:lnTo>
                    <a:pt x="8802204" y="2362199"/>
                  </a:lnTo>
                  <a:lnTo>
                    <a:pt x="8823483" y="2311399"/>
                  </a:lnTo>
                  <a:lnTo>
                    <a:pt x="8845442" y="2273299"/>
                  </a:lnTo>
                  <a:lnTo>
                    <a:pt x="8868145" y="2222499"/>
                  </a:lnTo>
                  <a:lnTo>
                    <a:pt x="8891656" y="2171699"/>
                  </a:lnTo>
                  <a:lnTo>
                    <a:pt x="8916038" y="2133599"/>
                  </a:lnTo>
                  <a:lnTo>
                    <a:pt x="8941355" y="2082799"/>
                  </a:lnTo>
                  <a:lnTo>
                    <a:pt x="8966644" y="2044699"/>
                  </a:lnTo>
                  <a:lnTo>
                    <a:pt x="8992629" y="2006599"/>
                  </a:lnTo>
                  <a:lnTo>
                    <a:pt x="9019303" y="1955799"/>
                  </a:lnTo>
                  <a:lnTo>
                    <a:pt x="9046659" y="1917699"/>
                  </a:lnTo>
                  <a:lnTo>
                    <a:pt x="9074690" y="1879599"/>
                  </a:lnTo>
                  <a:lnTo>
                    <a:pt x="9103388" y="1828799"/>
                  </a:lnTo>
                  <a:lnTo>
                    <a:pt x="9132747" y="1790699"/>
                  </a:lnTo>
                  <a:lnTo>
                    <a:pt x="9162758" y="1752599"/>
                  </a:lnTo>
                  <a:lnTo>
                    <a:pt x="9193415" y="1714499"/>
                  </a:lnTo>
                  <a:lnTo>
                    <a:pt x="9224710" y="1676399"/>
                  </a:lnTo>
                  <a:lnTo>
                    <a:pt x="9256636" y="1638299"/>
                  </a:lnTo>
                  <a:lnTo>
                    <a:pt x="9289185" y="1600199"/>
                  </a:lnTo>
                  <a:lnTo>
                    <a:pt x="9322351" y="1562099"/>
                  </a:lnTo>
                  <a:lnTo>
                    <a:pt x="9356126" y="1523999"/>
                  </a:lnTo>
                  <a:lnTo>
                    <a:pt x="9390502" y="1485899"/>
                  </a:lnTo>
                  <a:lnTo>
                    <a:pt x="9425473" y="1447799"/>
                  </a:lnTo>
                  <a:lnTo>
                    <a:pt x="9461031" y="1409699"/>
                  </a:lnTo>
                  <a:lnTo>
                    <a:pt x="9497169" y="1371599"/>
                  </a:lnTo>
                  <a:lnTo>
                    <a:pt x="9533879" y="1346199"/>
                  </a:lnTo>
                  <a:lnTo>
                    <a:pt x="9571155" y="1308099"/>
                  </a:lnTo>
                  <a:lnTo>
                    <a:pt x="9608988" y="1269999"/>
                  </a:lnTo>
                  <a:lnTo>
                    <a:pt x="9647372" y="1244599"/>
                  </a:lnTo>
                  <a:lnTo>
                    <a:pt x="9686300" y="1206499"/>
                  </a:lnTo>
                  <a:lnTo>
                    <a:pt x="9725763" y="1181099"/>
                  </a:lnTo>
                  <a:lnTo>
                    <a:pt x="9765755" y="1142999"/>
                  </a:lnTo>
                  <a:lnTo>
                    <a:pt x="9847296" y="1092199"/>
                  </a:lnTo>
                  <a:lnTo>
                    <a:pt x="9888831" y="1054099"/>
                  </a:lnTo>
                  <a:lnTo>
                    <a:pt x="9930865" y="1028699"/>
                  </a:lnTo>
                  <a:lnTo>
                    <a:pt x="10358677" y="774699"/>
                  </a:lnTo>
                  <a:lnTo>
                    <a:pt x="10401253" y="736599"/>
                  </a:lnTo>
                  <a:lnTo>
                    <a:pt x="10870023" y="457199"/>
                  </a:lnTo>
                  <a:lnTo>
                    <a:pt x="10912884" y="419099"/>
                  </a:lnTo>
                  <a:lnTo>
                    <a:pt x="10998842" y="368299"/>
                  </a:lnTo>
                  <a:lnTo>
                    <a:pt x="11043708" y="342899"/>
                  </a:lnTo>
                  <a:lnTo>
                    <a:pt x="11135281" y="292099"/>
                  </a:lnTo>
                  <a:lnTo>
                    <a:pt x="11181917" y="279399"/>
                  </a:lnTo>
                  <a:lnTo>
                    <a:pt x="11276710" y="228599"/>
                  </a:lnTo>
                  <a:lnTo>
                    <a:pt x="11373296" y="203199"/>
                  </a:lnTo>
                  <a:lnTo>
                    <a:pt x="11422173" y="177799"/>
                  </a:lnTo>
                  <a:lnTo>
                    <a:pt x="11821419" y="76199"/>
                  </a:lnTo>
                  <a:lnTo>
                    <a:pt x="11870900" y="76199"/>
                  </a:lnTo>
                  <a:lnTo>
                    <a:pt x="11969779" y="50799"/>
                  </a:lnTo>
                  <a:lnTo>
                    <a:pt x="12019179" y="50799"/>
                  </a:lnTo>
                  <a:lnTo>
                    <a:pt x="12068555" y="38099"/>
                  </a:lnTo>
                  <a:lnTo>
                    <a:pt x="13298286" y="38099"/>
                  </a:lnTo>
                  <a:lnTo>
                    <a:pt x="13396563" y="63499"/>
                  </a:lnTo>
                  <a:lnTo>
                    <a:pt x="13445711" y="63499"/>
                  </a:lnTo>
                  <a:lnTo>
                    <a:pt x="13494868" y="76199"/>
                  </a:lnTo>
                  <a:lnTo>
                    <a:pt x="13534359" y="88899"/>
                  </a:lnTo>
                  <a:lnTo>
                    <a:pt x="13534359" y="7556499"/>
                  </a:lnTo>
                  <a:close/>
                </a:path>
                <a:path w="13534390" h="7556500">
                  <a:moveTo>
                    <a:pt x="4217821" y="5270499"/>
                  </a:moveTo>
                  <a:lnTo>
                    <a:pt x="2897739" y="5270499"/>
                  </a:lnTo>
                  <a:lnTo>
                    <a:pt x="3525857" y="5232399"/>
                  </a:lnTo>
                  <a:lnTo>
                    <a:pt x="3872357" y="5232399"/>
                  </a:lnTo>
                  <a:lnTo>
                    <a:pt x="3921796" y="5245099"/>
                  </a:lnTo>
                  <a:lnTo>
                    <a:pt x="4020600" y="5245099"/>
                  </a:lnTo>
                  <a:lnTo>
                    <a:pt x="4069958" y="5257799"/>
                  </a:lnTo>
                  <a:lnTo>
                    <a:pt x="4168571" y="5257799"/>
                  </a:lnTo>
                  <a:lnTo>
                    <a:pt x="4217821" y="5270499"/>
                  </a:lnTo>
                  <a:close/>
                </a:path>
                <a:path w="13534390" h="7556500">
                  <a:moveTo>
                    <a:pt x="4316190" y="5283199"/>
                  </a:moveTo>
                  <a:lnTo>
                    <a:pt x="2798394" y="5283199"/>
                  </a:lnTo>
                  <a:lnTo>
                    <a:pt x="2848047" y="5270499"/>
                  </a:lnTo>
                  <a:lnTo>
                    <a:pt x="4267028" y="5270499"/>
                  </a:lnTo>
                  <a:lnTo>
                    <a:pt x="4316190" y="5283199"/>
                  </a:lnTo>
                  <a:close/>
                </a:path>
                <a:path w="13534390" h="7556500">
                  <a:moveTo>
                    <a:pt x="4414365" y="5295899"/>
                  </a:moveTo>
                  <a:lnTo>
                    <a:pt x="2649691" y="5295899"/>
                  </a:lnTo>
                  <a:lnTo>
                    <a:pt x="2699213" y="5283199"/>
                  </a:lnTo>
                  <a:lnTo>
                    <a:pt x="4365303" y="5283199"/>
                  </a:lnTo>
                  <a:lnTo>
                    <a:pt x="4414365" y="5295899"/>
                  </a:lnTo>
                  <a:close/>
                </a:path>
                <a:path w="13534390" h="7556500">
                  <a:moveTo>
                    <a:pt x="4512323" y="5308599"/>
                  </a:moveTo>
                  <a:lnTo>
                    <a:pt x="2501434" y="5308599"/>
                  </a:lnTo>
                  <a:lnTo>
                    <a:pt x="2550799" y="5295899"/>
                  </a:lnTo>
                  <a:lnTo>
                    <a:pt x="4463373" y="5295899"/>
                  </a:lnTo>
                  <a:lnTo>
                    <a:pt x="4512323" y="5308599"/>
                  </a:lnTo>
                  <a:close/>
                </a:path>
                <a:path w="13534390" h="7556500">
                  <a:moveTo>
                    <a:pt x="4613086" y="5321299"/>
                  </a:moveTo>
                  <a:lnTo>
                    <a:pt x="2402880" y="5321299"/>
                  </a:lnTo>
                  <a:lnTo>
                    <a:pt x="2452127" y="5308599"/>
                  </a:lnTo>
                  <a:lnTo>
                    <a:pt x="4562679" y="5308599"/>
                  </a:lnTo>
                  <a:lnTo>
                    <a:pt x="4613086" y="5321299"/>
                  </a:lnTo>
                  <a:close/>
                </a:path>
                <a:path w="13534390" h="7556500">
                  <a:moveTo>
                    <a:pt x="4714034" y="5333999"/>
                  </a:moveTo>
                  <a:lnTo>
                    <a:pt x="2304579" y="5333999"/>
                  </a:lnTo>
                  <a:lnTo>
                    <a:pt x="2353696" y="5321299"/>
                  </a:lnTo>
                  <a:lnTo>
                    <a:pt x="4663539" y="5321299"/>
                  </a:lnTo>
                  <a:lnTo>
                    <a:pt x="4714034" y="5333999"/>
                  </a:lnTo>
                  <a:close/>
                </a:path>
                <a:path w="13534390" h="7556500">
                  <a:moveTo>
                    <a:pt x="4967032" y="5359399"/>
                  </a:moveTo>
                  <a:lnTo>
                    <a:pt x="2157649" y="5359399"/>
                  </a:lnTo>
                  <a:lnTo>
                    <a:pt x="2255530" y="5333999"/>
                  </a:lnTo>
                  <a:lnTo>
                    <a:pt x="4764569" y="5333999"/>
                  </a:lnTo>
                  <a:lnTo>
                    <a:pt x="4815140" y="5346699"/>
                  </a:lnTo>
                  <a:lnTo>
                    <a:pt x="4916375" y="5346699"/>
                  </a:lnTo>
                  <a:lnTo>
                    <a:pt x="4967032" y="5359399"/>
                  </a:lnTo>
                  <a:close/>
                </a:path>
              </a:pathLst>
            </a:custGeom>
            <a:solidFill>
              <a:srgbClr val="B0E7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757264" y="1028731"/>
              <a:ext cx="7502525" cy="8229600"/>
            </a:xfrm>
            <a:custGeom>
              <a:avLst/>
              <a:gdLst/>
              <a:ahLst/>
              <a:cxnLst/>
              <a:rect l="l" t="t" r="r" b="b"/>
              <a:pathLst>
                <a:path w="7502525" h="8229600">
                  <a:moveTo>
                    <a:pt x="476246" y="0"/>
                  </a:moveTo>
                  <a:lnTo>
                    <a:pt x="7025732" y="0"/>
                  </a:lnTo>
                  <a:lnTo>
                    <a:pt x="7074425" y="2458"/>
                  </a:lnTo>
                  <a:lnTo>
                    <a:pt x="7121712" y="9675"/>
                  </a:lnTo>
                  <a:lnTo>
                    <a:pt x="7167353" y="21411"/>
                  </a:lnTo>
                  <a:lnTo>
                    <a:pt x="7211109" y="37425"/>
                  </a:lnTo>
                  <a:lnTo>
                    <a:pt x="7252739" y="57480"/>
                  </a:lnTo>
                  <a:lnTo>
                    <a:pt x="7292006" y="81335"/>
                  </a:lnTo>
                  <a:lnTo>
                    <a:pt x="7328669" y="108751"/>
                  </a:lnTo>
                  <a:lnTo>
                    <a:pt x="7362489" y="139489"/>
                  </a:lnTo>
                  <a:lnTo>
                    <a:pt x="7393227" y="173309"/>
                  </a:lnTo>
                  <a:lnTo>
                    <a:pt x="7420643" y="209972"/>
                  </a:lnTo>
                  <a:lnTo>
                    <a:pt x="7444499" y="249238"/>
                  </a:lnTo>
                  <a:lnTo>
                    <a:pt x="7464553" y="290869"/>
                  </a:lnTo>
                  <a:lnTo>
                    <a:pt x="7480568" y="334625"/>
                  </a:lnTo>
                  <a:lnTo>
                    <a:pt x="7492304" y="380266"/>
                  </a:lnTo>
                  <a:lnTo>
                    <a:pt x="7499521" y="427552"/>
                  </a:lnTo>
                  <a:lnTo>
                    <a:pt x="7501979" y="476246"/>
                  </a:lnTo>
                  <a:lnTo>
                    <a:pt x="7501979" y="7753292"/>
                  </a:lnTo>
                  <a:lnTo>
                    <a:pt x="7499521" y="7801986"/>
                  </a:lnTo>
                  <a:lnTo>
                    <a:pt x="7492304" y="7849273"/>
                  </a:lnTo>
                  <a:lnTo>
                    <a:pt x="7480568" y="7894913"/>
                  </a:lnTo>
                  <a:lnTo>
                    <a:pt x="7464553" y="7938669"/>
                  </a:lnTo>
                  <a:lnTo>
                    <a:pt x="7444499" y="7980300"/>
                  </a:lnTo>
                  <a:lnTo>
                    <a:pt x="7420643" y="8019566"/>
                  </a:lnTo>
                  <a:lnTo>
                    <a:pt x="7393227" y="8056229"/>
                  </a:lnTo>
                  <a:lnTo>
                    <a:pt x="7362489" y="8090049"/>
                  </a:lnTo>
                  <a:lnTo>
                    <a:pt x="7328669" y="8120787"/>
                  </a:lnTo>
                  <a:lnTo>
                    <a:pt x="7292006" y="8148203"/>
                  </a:lnTo>
                  <a:lnTo>
                    <a:pt x="7252739" y="8172058"/>
                  </a:lnTo>
                  <a:lnTo>
                    <a:pt x="7211108" y="8192112"/>
                  </a:lnTo>
                  <a:lnTo>
                    <a:pt x="7167353" y="8208127"/>
                  </a:lnTo>
                  <a:lnTo>
                    <a:pt x="7121712" y="8219863"/>
                  </a:lnTo>
                  <a:lnTo>
                    <a:pt x="7074425" y="8227080"/>
                  </a:lnTo>
                  <a:lnTo>
                    <a:pt x="7025732" y="8229538"/>
                  </a:lnTo>
                  <a:lnTo>
                    <a:pt x="476246" y="8229538"/>
                  </a:lnTo>
                  <a:lnTo>
                    <a:pt x="427552" y="8227080"/>
                  </a:lnTo>
                  <a:lnTo>
                    <a:pt x="380266" y="8219863"/>
                  </a:lnTo>
                  <a:lnTo>
                    <a:pt x="334625" y="8208127"/>
                  </a:lnTo>
                  <a:lnTo>
                    <a:pt x="290869" y="8192113"/>
                  </a:lnTo>
                  <a:lnTo>
                    <a:pt x="249239" y="8172058"/>
                  </a:lnTo>
                  <a:lnTo>
                    <a:pt x="209972" y="8148203"/>
                  </a:lnTo>
                  <a:lnTo>
                    <a:pt x="173309" y="8120787"/>
                  </a:lnTo>
                  <a:lnTo>
                    <a:pt x="139489" y="8090049"/>
                  </a:lnTo>
                  <a:lnTo>
                    <a:pt x="108751" y="8056229"/>
                  </a:lnTo>
                  <a:lnTo>
                    <a:pt x="81335" y="8019566"/>
                  </a:lnTo>
                  <a:lnTo>
                    <a:pt x="57480" y="7980299"/>
                  </a:lnTo>
                  <a:lnTo>
                    <a:pt x="37425" y="7938669"/>
                  </a:lnTo>
                  <a:lnTo>
                    <a:pt x="21411" y="7894913"/>
                  </a:lnTo>
                  <a:lnTo>
                    <a:pt x="9675" y="7849272"/>
                  </a:lnTo>
                  <a:lnTo>
                    <a:pt x="2458" y="7801986"/>
                  </a:lnTo>
                  <a:lnTo>
                    <a:pt x="0" y="7753292"/>
                  </a:lnTo>
                  <a:lnTo>
                    <a:pt x="0" y="476246"/>
                  </a:lnTo>
                  <a:lnTo>
                    <a:pt x="2458" y="427553"/>
                  </a:lnTo>
                  <a:lnTo>
                    <a:pt x="9675" y="380266"/>
                  </a:lnTo>
                  <a:lnTo>
                    <a:pt x="21411" y="334625"/>
                  </a:lnTo>
                  <a:lnTo>
                    <a:pt x="37425" y="290869"/>
                  </a:lnTo>
                  <a:lnTo>
                    <a:pt x="57480" y="249239"/>
                  </a:lnTo>
                  <a:lnTo>
                    <a:pt x="81335" y="209972"/>
                  </a:lnTo>
                  <a:lnTo>
                    <a:pt x="108751" y="173309"/>
                  </a:lnTo>
                  <a:lnTo>
                    <a:pt x="139489" y="139489"/>
                  </a:lnTo>
                  <a:lnTo>
                    <a:pt x="173309" y="108751"/>
                  </a:lnTo>
                  <a:lnTo>
                    <a:pt x="209972" y="81335"/>
                  </a:lnTo>
                  <a:lnTo>
                    <a:pt x="249238" y="57480"/>
                  </a:lnTo>
                  <a:lnTo>
                    <a:pt x="290869" y="37425"/>
                  </a:lnTo>
                  <a:lnTo>
                    <a:pt x="334625" y="21411"/>
                  </a:lnTo>
                  <a:lnTo>
                    <a:pt x="380265" y="9675"/>
                  </a:lnTo>
                  <a:lnTo>
                    <a:pt x="427552" y="2458"/>
                  </a:lnTo>
                  <a:lnTo>
                    <a:pt x="47624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8282520"/>
              <a:ext cx="7820025" cy="1993900"/>
            </a:xfrm>
            <a:custGeom>
              <a:avLst/>
              <a:gdLst/>
              <a:ahLst/>
              <a:cxnLst/>
              <a:rect l="l" t="t" r="r" b="b"/>
              <a:pathLst>
                <a:path w="7820025" h="1993900">
                  <a:moveTo>
                    <a:pt x="7820025" y="0"/>
                  </a:moveTo>
                  <a:lnTo>
                    <a:pt x="7777366" y="0"/>
                  </a:lnTo>
                  <a:lnTo>
                    <a:pt x="7777366" y="25400"/>
                  </a:lnTo>
                  <a:lnTo>
                    <a:pt x="7777366" y="304800"/>
                  </a:lnTo>
                  <a:lnTo>
                    <a:pt x="7777366" y="330200"/>
                  </a:lnTo>
                  <a:lnTo>
                    <a:pt x="7777366" y="609600"/>
                  </a:lnTo>
                  <a:lnTo>
                    <a:pt x="7494829" y="609600"/>
                  </a:lnTo>
                  <a:lnTo>
                    <a:pt x="7494829" y="330200"/>
                  </a:lnTo>
                  <a:lnTo>
                    <a:pt x="7777366" y="330200"/>
                  </a:lnTo>
                  <a:lnTo>
                    <a:pt x="7777366" y="304800"/>
                  </a:lnTo>
                  <a:lnTo>
                    <a:pt x="7494829" y="304800"/>
                  </a:lnTo>
                  <a:lnTo>
                    <a:pt x="7494829" y="25400"/>
                  </a:lnTo>
                  <a:lnTo>
                    <a:pt x="7777366" y="25400"/>
                  </a:lnTo>
                  <a:lnTo>
                    <a:pt x="7777366" y="0"/>
                  </a:lnTo>
                  <a:lnTo>
                    <a:pt x="7466266" y="0"/>
                  </a:lnTo>
                  <a:lnTo>
                    <a:pt x="7466266" y="25400"/>
                  </a:lnTo>
                  <a:lnTo>
                    <a:pt x="7466266" y="304800"/>
                  </a:lnTo>
                  <a:lnTo>
                    <a:pt x="7466266" y="330200"/>
                  </a:lnTo>
                  <a:lnTo>
                    <a:pt x="7466266" y="609600"/>
                  </a:lnTo>
                  <a:lnTo>
                    <a:pt x="7183729" y="609600"/>
                  </a:lnTo>
                  <a:lnTo>
                    <a:pt x="7183729" y="330200"/>
                  </a:lnTo>
                  <a:lnTo>
                    <a:pt x="7466266" y="330200"/>
                  </a:lnTo>
                  <a:lnTo>
                    <a:pt x="7466266" y="304800"/>
                  </a:lnTo>
                  <a:lnTo>
                    <a:pt x="7183729" y="304800"/>
                  </a:lnTo>
                  <a:lnTo>
                    <a:pt x="7183729" y="25400"/>
                  </a:lnTo>
                  <a:lnTo>
                    <a:pt x="7466266" y="25400"/>
                  </a:lnTo>
                  <a:lnTo>
                    <a:pt x="7466266" y="0"/>
                  </a:lnTo>
                  <a:lnTo>
                    <a:pt x="7155180" y="0"/>
                  </a:lnTo>
                  <a:lnTo>
                    <a:pt x="7155180" y="25400"/>
                  </a:lnTo>
                  <a:lnTo>
                    <a:pt x="7155180" y="304800"/>
                  </a:lnTo>
                  <a:lnTo>
                    <a:pt x="7155180" y="330200"/>
                  </a:lnTo>
                  <a:lnTo>
                    <a:pt x="7155180" y="609600"/>
                  </a:lnTo>
                  <a:lnTo>
                    <a:pt x="6872630" y="609600"/>
                  </a:lnTo>
                  <a:lnTo>
                    <a:pt x="6872630" y="330200"/>
                  </a:lnTo>
                  <a:lnTo>
                    <a:pt x="7155180" y="330200"/>
                  </a:lnTo>
                  <a:lnTo>
                    <a:pt x="7155180" y="304800"/>
                  </a:lnTo>
                  <a:lnTo>
                    <a:pt x="6872630" y="304800"/>
                  </a:lnTo>
                  <a:lnTo>
                    <a:pt x="6872630" y="25400"/>
                  </a:lnTo>
                  <a:lnTo>
                    <a:pt x="7155180" y="25400"/>
                  </a:lnTo>
                  <a:lnTo>
                    <a:pt x="7155180" y="0"/>
                  </a:lnTo>
                  <a:lnTo>
                    <a:pt x="6844081" y="0"/>
                  </a:lnTo>
                  <a:lnTo>
                    <a:pt x="6844081" y="25400"/>
                  </a:lnTo>
                  <a:lnTo>
                    <a:pt x="6844081" y="304800"/>
                  </a:lnTo>
                  <a:lnTo>
                    <a:pt x="6844081" y="330200"/>
                  </a:lnTo>
                  <a:lnTo>
                    <a:pt x="6844081" y="609600"/>
                  </a:lnTo>
                  <a:lnTo>
                    <a:pt x="6561544" y="609600"/>
                  </a:lnTo>
                  <a:lnTo>
                    <a:pt x="6561544" y="330200"/>
                  </a:lnTo>
                  <a:lnTo>
                    <a:pt x="6844081" y="330200"/>
                  </a:lnTo>
                  <a:lnTo>
                    <a:pt x="6844081" y="304800"/>
                  </a:lnTo>
                  <a:lnTo>
                    <a:pt x="6561544" y="304800"/>
                  </a:lnTo>
                  <a:lnTo>
                    <a:pt x="6561544" y="25400"/>
                  </a:lnTo>
                  <a:lnTo>
                    <a:pt x="6844081" y="25400"/>
                  </a:lnTo>
                  <a:lnTo>
                    <a:pt x="6844081" y="0"/>
                  </a:lnTo>
                  <a:lnTo>
                    <a:pt x="6532981" y="0"/>
                  </a:lnTo>
                  <a:lnTo>
                    <a:pt x="6532981" y="25400"/>
                  </a:lnTo>
                  <a:lnTo>
                    <a:pt x="6532981" y="304800"/>
                  </a:lnTo>
                  <a:lnTo>
                    <a:pt x="6532981" y="330200"/>
                  </a:lnTo>
                  <a:lnTo>
                    <a:pt x="6532981" y="609600"/>
                  </a:lnTo>
                  <a:lnTo>
                    <a:pt x="6250457" y="609600"/>
                  </a:lnTo>
                  <a:lnTo>
                    <a:pt x="6250457" y="330200"/>
                  </a:lnTo>
                  <a:lnTo>
                    <a:pt x="6532981" y="330200"/>
                  </a:lnTo>
                  <a:lnTo>
                    <a:pt x="6532981" y="304800"/>
                  </a:lnTo>
                  <a:lnTo>
                    <a:pt x="6250457" y="304800"/>
                  </a:lnTo>
                  <a:lnTo>
                    <a:pt x="6250457" y="25400"/>
                  </a:lnTo>
                  <a:lnTo>
                    <a:pt x="6532981" y="25400"/>
                  </a:lnTo>
                  <a:lnTo>
                    <a:pt x="6532981" y="0"/>
                  </a:lnTo>
                  <a:lnTo>
                    <a:pt x="6221895" y="0"/>
                  </a:lnTo>
                  <a:lnTo>
                    <a:pt x="6221895" y="25400"/>
                  </a:lnTo>
                  <a:lnTo>
                    <a:pt x="6221895" y="304800"/>
                  </a:lnTo>
                  <a:lnTo>
                    <a:pt x="6221895" y="330200"/>
                  </a:lnTo>
                  <a:lnTo>
                    <a:pt x="6221895" y="609600"/>
                  </a:lnTo>
                  <a:lnTo>
                    <a:pt x="5939358" y="609600"/>
                  </a:lnTo>
                  <a:lnTo>
                    <a:pt x="5939358" y="330200"/>
                  </a:lnTo>
                  <a:lnTo>
                    <a:pt x="6221895" y="330200"/>
                  </a:lnTo>
                  <a:lnTo>
                    <a:pt x="6221895" y="304800"/>
                  </a:lnTo>
                  <a:lnTo>
                    <a:pt x="5939358" y="304800"/>
                  </a:lnTo>
                  <a:lnTo>
                    <a:pt x="5939358" y="25400"/>
                  </a:lnTo>
                  <a:lnTo>
                    <a:pt x="6221895" y="25400"/>
                  </a:lnTo>
                  <a:lnTo>
                    <a:pt x="6221895" y="0"/>
                  </a:lnTo>
                  <a:lnTo>
                    <a:pt x="5910808" y="0"/>
                  </a:lnTo>
                  <a:lnTo>
                    <a:pt x="5910808" y="25400"/>
                  </a:lnTo>
                  <a:lnTo>
                    <a:pt x="5910808" y="304800"/>
                  </a:lnTo>
                  <a:lnTo>
                    <a:pt x="5910808" y="330200"/>
                  </a:lnTo>
                  <a:lnTo>
                    <a:pt x="5910808" y="609600"/>
                  </a:lnTo>
                  <a:lnTo>
                    <a:pt x="5628271" y="609600"/>
                  </a:lnTo>
                  <a:lnTo>
                    <a:pt x="5628271" y="330200"/>
                  </a:lnTo>
                  <a:lnTo>
                    <a:pt x="5910808" y="330200"/>
                  </a:lnTo>
                  <a:lnTo>
                    <a:pt x="5910808" y="304800"/>
                  </a:lnTo>
                  <a:lnTo>
                    <a:pt x="5628271" y="304800"/>
                  </a:lnTo>
                  <a:lnTo>
                    <a:pt x="5628271" y="25400"/>
                  </a:lnTo>
                  <a:lnTo>
                    <a:pt x="5910808" y="25400"/>
                  </a:lnTo>
                  <a:lnTo>
                    <a:pt x="5910808" y="0"/>
                  </a:lnTo>
                  <a:lnTo>
                    <a:pt x="5599709" y="0"/>
                  </a:lnTo>
                  <a:lnTo>
                    <a:pt x="5599709" y="25400"/>
                  </a:lnTo>
                  <a:lnTo>
                    <a:pt x="5599709" y="304800"/>
                  </a:lnTo>
                  <a:lnTo>
                    <a:pt x="5599709" y="330200"/>
                  </a:lnTo>
                  <a:lnTo>
                    <a:pt x="5599709" y="609600"/>
                  </a:lnTo>
                  <a:lnTo>
                    <a:pt x="5317172" y="609600"/>
                  </a:lnTo>
                  <a:lnTo>
                    <a:pt x="5317172" y="330200"/>
                  </a:lnTo>
                  <a:lnTo>
                    <a:pt x="5599709" y="330200"/>
                  </a:lnTo>
                  <a:lnTo>
                    <a:pt x="5599709" y="304800"/>
                  </a:lnTo>
                  <a:lnTo>
                    <a:pt x="5317172" y="304800"/>
                  </a:lnTo>
                  <a:lnTo>
                    <a:pt x="5317172" y="25400"/>
                  </a:lnTo>
                  <a:lnTo>
                    <a:pt x="5599709" y="25400"/>
                  </a:lnTo>
                  <a:lnTo>
                    <a:pt x="5599709" y="0"/>
                  </a:lnTo>
                  <a:lnTo>
                    <a:pt x="5288610" y="0"/>
                  </a:lnTo>
                  <a:lnTo>
                    <a:pt x="5288610" y="25400"/>
                  </a:lnTo>
                  <a:lnTo>
                    <a:pt x="5288610" y="304800"/>
                  </a:lnTo>
                  <a:lnTo>
                    <a:pt x="5288610" y="330200"/>
                  </a:lnTo>
                  <a:lnTo>
                    <a:pt x="5288610" y="609600"/>
                  </a:lnTo>
                  <a:lnTo>
                    <a:pt x="5006073" y="609600"/>
                  </a:lnTo>
                  <a:lnTo>
                    <a:pt x="5006073" y="330200"/>
                  </a:lnTo>
                  <a:lnTo>
                    <a:pt x="5288610" y="330200"/>
                  </a:lnTo>
                  <a:lnTo>
                    <a:pt x="5288610" y="304800"/>
                  </a:lnTo>
                  <a:lnTo>
                    <a:pt x="5006073" y="304800"/>
                  </a:lnTo>
                  <a:lnTo>
                    <a:pt x="5006073" y="25400"/>
                  </a:lnTo>
                  <a:lnTo>
                    <a:pt x="5288610" y="25400"/>
                  </a:lnTo>
                  <a:lnTo>
                    <a:pt x="5288610" y="0"/>
                  </a:lnTo>
                  <a:lnTo>
                    <a:pt x="4977523" y="0"/>
                  </a:lnTo>
                  <a:lnTo>
                    <a:pt x="4977523" y="25400"/>
                  </a:lnTo>
                  <a:lnTo>
                    <a:pt x="4977523" y="304800"/>
                  </a:lnTo>
                  <a:lnTo>
                    <a:pt x="4977523" y="330200"/>
                  </a:lnTo>
                  <a:lnTo>
                    <a:pt x="4977523" y="609600"/>
                  </a:lnTo>
                  <a:lnTo>
                    <a:pt x="4694987" y="609600"/>
                  </a:lnTo>
                  <a:lnTo>
                    <a:pt x="4694987" y="330200"/>
                  </a:lnTo>
                  <a:lnTo>
                    <a:pt x="4977523" y="330200"/>
                  </a:lnTo>
                  <a:lnTo>
                    <a:pt x="4977523" y="304800"/>
                  </a:lnTo>
                  <a:lnTo>
                    <a:pt x="4694987" y="304800"/>
                  </a:lnTo>
                  <a:lnTo>
                    <a:pt x="4694987" y="25400"/>
                  </a:lnTo>
                  <a:lnTo>
                    <a:pt x="4977523" y="25400"/>
                  </a:lnTo>
                  <a:lnTo>
                    <a:pt x="4977523" y="0"/>
                  </a:lnTo>
                  <a:lnTo>
                    <a:pt x="4666437" y="0"/>
                  </a:lnTo>
                  <a:lnTo>
                    <a:pt x="4666437" y="25400"/>
                  </a:lnTo>
                  <a:lnTo>
                    <a:pt x="4666437" y="304800"/>
                  </a:lnTo>
                  <a:lnTo>
                    <a:pt x="4666437" y="330200"/>
                  </a:lnTo>
                  <a:lnTo>
                    <a:pt x="4666437" y="609600"/>
                  </a:lnTo>
                  <a:lnTo>
                    <a:pt x="4383900" y="609600"/>
                  </a:lnTo>
                  <a:lnTo>
                    <a:pt x="4383900" y="330200"/>
                  </a:lnTo>
                  <a:lnTo>
                    <a:pt x="4666437" y="330200"/>
                  </a:lnTo>
                  <a:lnTo>
                    <a:pt x="4666437" y="304800"/>
                  </a:lnTo>
                  <a:lnTo>
                    <a:pt x="4383900" y="304800"/>
                  </a:lnTo>
                  <a:lnTo>
                    <a:pt x="4383900" y="25400"/>
                  </a:lnTo>
                  <a:lnTo>
                    <a:pt x="4666437" y="25400"/>
                  </a:lnTo>
                  <a:lnTo>
                    <a:pt x="4666437" y="0"/>
                  </a:lnTo>
                  <a:lnTo>
                    <a:pt x="4355338" y="0"/>
                  </a:lnTo>
                  <a:lnTo>
                    <a:pt x="4355338" y="25400"/>
                  </a:lnTo>
                  <a:lnTo>
                    <a:pt x="4355338" y="304800"/>
                  </a:lnTo>
                  <a:lnTo>
                    <a:pt x="4355338" y="330200"/>
                  </a:lnTo>
                  <a:lnTo>
                    <a:pt x="4355338" y="609600"/>
                  </a:lnTo>
                  <a:lnTo>
                    <a:pt x="4072801" y="609600"/>
                  </a:lnTo>
                  <a:lnTo>
                    <a:pt x="4072801" y="330200"/>
                  </a:lnTo>
                  <a:lnTo>
                    <a:pt x="4355338" y="330200"/>
                  </a:lnTo>
                  <a:lnTo>
                    <a:pt x="4355338" y="304800"/>
                  </a:lnTo>
                  <a:lnTo>
                    <a:pt x="4072801" y="304800"/>
                  </a:lnTo>
                  <a:lnTo>
                    <a:pt x="4072801" y="25400"/>
                  </a:lnTo>
                  <a:lnTo>
                    <a:pt x="4355338" y="25400"/>
                  </a:lnTo>
                  <a:lnTo>
                    <a:pt x="4355338" y="0"/>
                  </a:lnTo>
                  <a:lnTo>
                    <a:pt x="4044251" y="0"/>
                  </a:lnTo>
                  <a:lnTo>
                    <a:pt x="4044251" y="25400"/>
                  </a:lnTo>
                  <a:lnTo>
                    <a:pt x="4044251" y="304800"/>
                  </a:lnTo>
                  <a:lnTo>
                    <a:pt x="4044251" y="330200"/>
                  </a:lnTo>
                  <a:lnTo>
                    <a:pt x="4044251" y="609600"/>
                  </a:lnTo>
                  <a:lnTo>
                    <a:pt x="3761714" y="609600"/>
                  </a:lnTo>
                  <a:lnTo>
                    <a:pt x="3761714" y="330200"/>
                  </a:lnTo>
                  <a:lnTo>
                    <a:pt x="4044251" y="330200"/>
                  </a:lnTo>
                  <a:lnTo>
                    <a:pt x="4044251" y="304800"/>
                  </a:lnTo>
                  <a:lnTo>
                    <a:pt x="3761714" y="304800"/>
                  </a:lnTo>
                  <a:lnTo>
                    <a:pt x="3761714" y="25400"/>
                  </a:lnTo>
                  <a:lnTo>
                    <a:pt x="4044251" y="25400"/>
                  </a:lnTo>
                  <a:lnTo>
                    <a:pt x="4044251" y="0"/>
                  </a:lnTo>
                  <a:lnTo>
                    <a:pt x="3733165" y="0"/>
                  </a:lnTo>
                  <a:lnTo>
                    <a:pt x="3733165" y="25400"/>
                  </a:lnTo>
                  <a:lnTo>
                    <a:pt x="3733165" y="304800"/>
                  </a:lnTo>
                  <a:lnTo>
                    <a:pt x="3733165" y="330200"/>
                  </a:lnTo>
                  <a:lnTo>
                    <a:pt x="3733165" y="609600"/>
                  </a:lnTo>
                  <a:lnTo>
                    <a:pt x="3450615" y="609600"/>
                  </a:lnTo>
                  <a:lnTo>
                    <a:pt x="3450615" y="330200"/>
                  </a:lnTo>
                  <a:lnTo>
                    <a:pt x="3733165" y="330200"/>
                  </a:lnTo>
                  <a:lnTo>
                    <a:pt x="3733165" y="304800"/>
                  </a:lnTo>
                  <a:lnTo>
                    <a:pt x="3450615" y="304800"/>
                  </a:lnTo>
                  <a:lnTo>
                    <a:pt x="3450615" y="25400"/>
                  </a:lnTo>
                  <a:lnTo>
                    <a:pt x="3733165" y="25400"/>
                  </a:lnTo>
                  <a:lnTo>
                    <a:pt x="3733165" y="0"/>
                  </a:lnTo>
                  <a:lnTo>
                    <a:pt x="3422053" y="0"/>
                  </a:lnTo>
                  <a:lnTo>
                    <a:pt x="3422053" y="25400"/>
                  </a:lnTo>
                  <a:lnTo>
                    <a:pt x="3422053" y="304800"/>
                  </a:lnTo>
                  <a:lnTo>
                    <a:pt x="3422053" y="330200"/>
                  </a:lnTo>
                  <a:lnTo>
                    <a:pt x="3422053" y="609600"/>
                  </a:lnTo>
                  <a:lnTo>
                    <a:pt x="3139529" y="609600"/>
                  </a:lnTo>
                  <a:lnTo>
                    <a:pt x="3139529" y="330200"/>
                  </a:lnTo>
                  <a:lnTo>
                    <a:pt x="3422053" y="330200"/>
                  </a:lnTo>
                  <a:lnTo>
                    <a:pt x="3422053" y="304800"/>
                  </a:lnTo>
                  <a:lnTo>
                    <a:pt x="3139529" y="304800"/>
                  </a:lnTo>
                  <a:lnTo>
                    <a:pt x="3139529" y="25400"/>
                  </a:lnTo>
                  <a:lnTo>
                    <a:pt x="3422053" y="25400"/>
                  </a:lnTo>
                  <a:lnTo>
                    <a:pt x="3422053" y="0"/>
                  </a:lnTo>
                  <a:lnTo>
                    <a:pt x="3110966" y="0"/>
                  </a:lnTo>
                  <a:lnTo>
                    <a:pt x="3110966" y="25400"/>
                  </a:lnTo>
                  <a:lnTo>
                    <a:pt x="3110966" y="304800"/>
                  </a:lnTo>
                  <a:lnTo>
                    <a:pt x="3110966" y="330200"/>
                  </a:lnTo>
                  <a:lnTo>
                    <a:pt x="3110966" y="609600"/>
                  </a:lnTo>
                  <a:lnTo>
                    <a:pt x="2828429" y="609600"/>
                  </a:lnTo>
                  <a:lnTo>
                    <a:pt x="2828429" y="330200"/>
                  </a:lnTo>
                  <a:lnTo>
                    <a:pt x="3110966" y="330200"/>
                  </a:lnTo>
                  <a:lnTo>
                    <a:pt x="3110966" y="304800"/>
                  </a:lnTo>
                  <a:lnTo>
                    <a:pt x="2828429" y="304800"/>
                  </a:lnTo>
                  <a:lnTo>
                    <a:pt x="2828429" y="25400"/>
                  </a:lnTo>
                  <a:lnTo>
                    <a:pt x="3110966" y="25400"/>
                  </a:lnTo>
                  <a:lnTo>
                    <a:pt x="3110966" y="0"/>
                  </a:lnTo>
                  <a:lnTo>
                    <a:pt x="2799880" y="0"/>
                  </a:lnTo>
                  <a:lnTo>
                    <a:pt x="2799880" y="25400"/>
                  </a:lnTo>
                  <a:lnTo>
                    <a:pt x="2799880" y="304800"/>
                  </a:lnTo>
                  <a:lnTo>
                    <a:pt x="2799880" y="330200"/>
                  </a:lnTo>
                  <a:lnTo>
                    <a:pt x="2799880" y="609600"/>
                  </a:lnTo>
                  <a:lnTo>
                    <a:pt x="2517343" y="609600"/>
                  </a:lnTo>
                  <a:lnTo>
                    <a:pt x="2517343" y="330200"/>
                  </a:lnTo>
                  <a:lnTo>
                    <a:pt x="2799880" y="330200"/>
                  </a:lnTo>
                  <a:lnTo>
                    <a:pt x="2799880" y="304800"/>
                  </a:lnTo>
                  <a:lnTo>
                    <a:pt x="2517343" y="304800"/>
                  </a:lnTo>
                  <a:lnTo>
                    <a:pt x="2517343" y="25400"/>
                  </a:lnTo>
                  <a:lnTo>
                    <a:pt x="2799880" y="25400"/>
                  </a:lnTo>
                  <a:lnTo>
                    <a:pt x="2799880" y="0"/>
                  </a:lnTo>
                  <a:lnTo>
                    <a:pt x="2488781" y="0"/>
                  </a:lnTo>
                  <a:lnTo>
                    <a:pt x="2488781" y="25400"/>
                  </a:lnTo>
                  <a:lnTo>
                    <a:pt x="2488781" y="304800"/>
                  </a:lnTo>
                  <a:lnTo>
                    <a:pt x="2488781" y="330200"/>
                  </a:lnTo>
                  <a:lnTo>
                    <a:pt x="2488781" y="609600"/>
                  </a:lnTo>
                  <a:lnTo>
                    <a:pt x="2206256" y="609600"/>
                  </a:lnTo>
                  <a:lnTo>
                    <a:pt x="2206256" y="330200"/>
                  </a:lnTo>
                  <a:lnTo>
                    <a:pt x="2488781" y="330200"/>
                  </a:lnTo>
                  <a:lnTo>
                    <a:pt x="2488781" y="304800"/>
                  </a:lnTo>
                  <a:lnTo>
                    <a:pt x="2206256" y="304800"/>
                  </a:lnTo>
                  <a:lnTo>
                    <a:pt x="2206256" y="25400"/>
                  </a:lnTo>
                  <a:lnTo>
                    <a:pt x="2488781" y="25400"/>
                  </a:lnTo>
                  <a:lnTo>
                    <a:pt x="2488781" y="0"/>
                  </a:lnTo>
                  <a:lnTo>
                    <a:pt x="2177694" y="0"/>
                  </a:lnTo>
                  <a:lnTo>
                    <a:pt x="2177694" y="25400"/>
                  </a:lnTo>
                  <a:lnTo>
                    <a:pt x="2177694" y="304800"/>
                  </a:lnTo>
                  <a:lnTo>
                    <a:pt x="2177694" y="330200"/>
                  </a:lnTo>
                  <a:lnTo>
                    <a:pt x="2177694" y="609600"/>
                  </a:lnTo>
                  <a:lnTo>
                    <a:pt x="2177694" y="647700"/>
                  </a:lnTo>
                  <a:lnTo>
                    <a:pt x="2177694" y="927100"/>
                  </a:lnTo>
                  <a:lnTo>
                    <a:pt x="1895157" y="927100"/>
                  </a:lnTo>
                  <a:lnTo>
                    <a:pt x="1895157" y="647700"/>
                  </a:lnTo>
                  <a:lnTo>
                    <a:pt x="2177694" y="647700"/>
                  </a:lnTo>
                  <a:lnTo>
                    <a:pt x="2177694" y="609600"/>
                  </a:lnTo>
                  <a:lnTo>
                    <a:pt x="1895157" y="609600"/>
                  </a:lnTo>
                  <a:lnTo>
                    <a:pt x="1895157" y="330200"/>
                  </a:lnTo>
                  <a:lnTo>
                    <a:pt x="2177694" y="330200"/>
                  </a:lnTo>
                  <a:lnTo>
                    <a:pt x="2177694" y="304800"/>
                  </a:lnTo>
                  <a:lnTo>
                    <a:pt x="1895157" y="304800"/>
                  </a:lnTo>
                  <a:lnTo>
                    <a:pt x="1895157" y="25400"/>
                  </a:lnTo>
                  <a:lnTo>
                    <a:pt x="2177694" y="25400"/>
                  </a:lnTo>
                  <a:lnTo>
                    <a:pt x="2177694" y="0"/>
                  </a:lnTo>
                  <a:lnTo>
                    <a:pt x="1866595" y="0"/>
                  </a:lnTo>
                  <a:lnTo>
                    <a:pt x="1866595" y="25400"/>
                  </a:lnTo>
                  <a:lnTo>
                    <a:pt x="1866595" y="304800"/>
                  </a:lnTo>
                  <a:lnTo>
                    <a:pt x="1866595" y="330200"/>
                  </a:lnTo>
                  <a:lnTo>
                    <a:pt x="1866595" y="609600"/>
                  </a:lnTo>
                  <a:lnTo>
                    <a:pt x="1866595" y="647700"/>
                  </a:lnTo>
                  <a:lnTo>
                    <a:pt x="1866595" y="927100"/>
                  </a:lnTo>
                  <a:lnTo>
                    <a:pt x="1584058" y="927100"/>
                  </a:lnTo>
                  <a:lnTo>
                    <a:pt x="1584058" y="647700"/>
                  </a:lnTo>
                  <a:lnTo>
                    <a:pt x="1866595" y="647700"/>
                  </a:lnTo>
                  <a:lnTo>
                    <a:pt x="1866595" y="609600"/>
                  </a:lnTo>
                  <a:lnTo>
                    <a:pt x="1584058" y="609600"/>
                  </a:lnTo>
                  <a:lnTo>
                    <a:pt x="1584058" y="330200"/>
                  </a:lnTo>
                  <a:lnTo>
                    <a:pt x="1866595" y="330200"/>
                  </a:lnTo>
                  <a:lnTo>
                    <a:pt x="1866595" y="304800"/>
                  </a:lnTo>
                  <a:lnTo>
                    <a:pt x="1584058" y="304800"/>
                  </a:lnTo>
                  <a:lnTo>
                    <a:pt x="1584058" y="25400"/>
                  </a:lnTo>
                  <a:lnTo>
                    <a:pt x="1866595" y="25400"/>
                  </a:lnTo>
                  <a:lnTo>
                    <a:pt x="1866595" y="0"/>
                  </a:lnTo>
                  <a:lnTo>
                    <a:pt x="1555508" y="0"/>
                  </a:lnTo>
                  <a:lnTo>
                    <a:pt x="1555508" y="25400"/>
                  </a:lnTo>
                  <a:lnTo>
                    <a:pt x="1555508" y="304800"/>
                  </a:lnTo>
                  <a:lnTo>
                    <a:pt x="1555508" y="330200"/>
                  </a:lnTo>
                  <a:lnTo>
                    <a:pt x="1555508" y="609600"/>
                  </a:lnTo>
                  <a:lnTo>
                    <a:pt x="1555508" y="647700"/>
                  </a:lnTo>
                  <a:lnTo>
                    <a:pt x="1555508" y="927100"/>
                  </a:lnTo>
                  <a:lnTo>
                    <a:pt x="1272971" y="927100"/>
                  </a:lnTo>
                  <a:lnTo>
                    <a:pt x="1272971" y="647700"/>
                  </a:lnTo>
                  <a:lnTo>
                    <a:pt x="1555508" y="647700"/>
                  </a:lnTo>
                  <a:lnTo>
                    <a:pt x="1555508" y="609600"/>
                  </a:lnTo>
                  <a:lnTo>
                    <a:pt x="1272971" y="609600"/>
                  </a:lnTo>
                  <a:lnTo>
                    <a:pt x="1272971" y="330200"/>
                  </a:lnTo>
                  <a:lnTo>
                    <a:pt x="1555508" y="330200"/>
                  </a:lnTo>
                  <a:lnTo>
                    <a:pt x="1555508" y="304800"/>
                  </a:lnTo>
                  <a:lnTo>
                    <a:pt x="1272971" y="304800"/>
                  </a:lnTo>
                  <a:lnTo>
                    <a:pt x="1272971" y="25400"/>
                  </a:lnTo>
                  <a:lnTo>
                    <a:pt x="1555508" y="25400"/>
                  </a:lnTo>
                  <a:lnTo>
                    <a:pt x="1555508" y="0"/>
                  </a:lnTo>
                  <a:lnTo>
                    <a:pt x="1244409" y="0"/>
                  </a:lnTo>
                  <a:lnTo>
                    <a:pt x="1244409" y="25400"/>
                  </a:lnTo>
                  <a:lnTo>
                    <a:pt x="1244409" y="304800"/>
                  </a:lnTo>
                  <a:lnTo>
                    <a:pt x="1244409" y="330200"/>
                  </a:lnTo>
                  <a:lnTo>
                    <a:pt x="1244409" y="609600"/>
                  </a:lnTo>
                  <a:lnTo>
                    <a:pt x="1244409" y="647700"/>
                  </a:lnTo>
                  <a:lnTo>
                    <a:pt x="1244409" y="927100"/>
                  </a:lnTo>
                  <a:lnTo>
                    <a:pt x="961885" y="927100"/>
                  </a:lnTo>
                  <a:lnTo>
                    <a:pt x="961885" y="647700"/>
                  </a:lnTo>
                  <a:lnTo>
                    <a:pt x="1244409" y="647700"/>
                  </a:lnTo>
                  <a:lnTo>
                    <a:pt x="1244409" y="609600"/>
                  </a:lnTo>
                  <a:lnTo>
                    <a:pt x="961885" y="609600"/>
                  </a:lnTo>
                  <a:lnTo>
                    <a:pt x="961885" y="330200"/>
                  </a:lnTo>
                  <a:lnTo>
                    <a:pt x="1244409" y="330200"/>
                  </a:lnTo>
                  <a:lnTo>
                    <a:pt x="1244409" y="304800"/>
                  </a:lnTo>
                  <a:lnTo>
                    <a:pt x="961885" y="304800"/>
                  </a:lnTo>
                  <a:lnTo>
                    <a:pt x="961885" y="25400"/>
                  </a:lnTo>
                  <a:lnTo>
                    <a:pt x="1244409" y="25400"/>
                  </a:lnTo>
                  <a:lnTo>
                    <a:pt x="1244409" y="0"/>
                  </a:lnTo>
                  <a:lnTo>
                    <a:pt x="933323" y="0"/>
                  </a:lnTo>
                  <a:lnTo>
                    <a:pt x="933323" y="25400"/>
                  </a:lnTo>
                  <a:lnTo>
                    <a:pt x="933323" y="304800"/>
                  </a:lnTo>
                  <a:lnTo>
                    <a:pt x="933323" y="330200"/>
                  </a:lnTo>
                  <a:lnTo>
                    <a:pt x="933323" y="609600"/>
                  </a:lnTo>
                  <a:lnTo>
                    <a:pt x="933323" y="647700"/>
                  </a:lnTo>
                  <a:lnTo>
                    <a:pt x="933323" y="927100"/>
                  </a:lnTo>
                  <a:lnTo>
                    <a:pt x="650786" y="927100"/>
                  </a:lnTo>
                  <a:lnTo>
                    <a:pt x="650786" y="647700"/>
                  </a:lnTo>
                  <a:lnTo>
                    <a:pt x="933323" y="647700"/>
                  </a:lnTo>
                  <a:lnTo>
                    <a:pt x="933323" y="609600"/>
                  </a:lnTo>
                  <a:lnTo>
                    <a:pt x="650786" y="609600"/>
                  </a:lnTo>
                  <a:lnTo>
                    <a:pt x="650786" y="330200"/>
                  </a:lnTo>
                  <a:lnTo>
                    <a:pt x="933323" y="330200"/>
                  </a:lnTo>
                  <a:lnTo>
                    <a:pt x="933323" y="304800"/>
                  </a:lnTo>
                  <a:lnTo>
                    <a:pt x="650786" y="304800"/>
                  </a:lnTo>
                  <a:lnTo>
                    <a:pt x="650786" y="25400"/>
                  </a:lnTo>
                  <a:lnTo>
                    <a:pt x="933323" y="25400"/>
                  </a:lnTo>
                  <a:lnTo>
                    <a:pt x="933323" y="0"/>
                  </a:lnTo>
                  <a:lnTo>
                    <a:pt x="622236" y="0"/>
                  </a:lnTo>
                  <a:lnTo>
                    <a:pt x="622236" y="25400"/>
                  </a:lnTo>
                  <a:lnTo>
                    <a:pt x="622236" y="304800"/>
                  </a:lnTo>
                  <a:lnTo>
                    <a:pt x="622236" y="330200"/>
                  </a:lnTo>
                  <a:lnTo>
                    <a:pt x="622236" y="609600"/>
                  </a:lnTo>
                  <a:lnTo>
                    <a:pt x="622236" y="647700"/>
                  </a:lnTo>
                  <a:lnTo>
                    <a:pt x="622236" y="927100"/>
                  </a:lnTo>
                  <a:lnTo>
                    <a:pt x="339686" y="927100"/>
                  </a:lnTo>
                  <a:lnTo>
                    <a:pt x="339686" y="647700"/>
                  </a:lnTo>
                  <a:lnTo>
                    <a:pt x="622236" y="647700"/>
                  </a:lnTo>
                  <a:lnTo>
                    <a:pt x="622236" y="609600"/>
                  </a:lnTo>
                  <a:lnTo>
                    <a:pt x="339686" y="609600"/>
                  </a:lnTo>
                  <a:lnTo>
                    <a:pt x="339686" y="330200"/>
                  </a:lnTo>
                  <a:lnTo>
                    <a:pt x="622236" y="330200"/>
                  </a:lnTo>
                  <a:lnTo>
                    <a:pt x="622236" y="304800"/>
                  </a:lnTo>
                  <a:lnTo>
                    <a:pt x="339686" y="304800"/>
                  </a:lnTo>
                  <a:lnTo>
                    <a:pt x="339686" y="25400"/>
                  </a:lnTo>
                  <a:lnTo>
                    <a:pt x="622236" y="25400"/>
                  </a:lnTo>
                  <a:lnTo>
                    <a:pt x="622236" y="0"/>
                  </a:lnTo>
                  <a:lnTo>
                    <a:pt x="311188" y="0"/>
                  </a:lnTo>
                  <a:lnTo>
                    <a:pt x="311188" y="25400"/>
                  </a:lnTo>
                  <a:lnTo>
                    <a:pt x="311188" y="304800"/>
                  </a:lnTo>
                  <a:lnTo>
                    <a:pt x="311188" y="330200"/>
                  </a:lnTo>
                  <a:lnTo>
                    <a:pt x="311188" y="609600"/>
                  </a:lnTo>
                  <a:lnTo>
                    <a:pt x="311188" y="647700"/>
                  </a:lnTo>
                  <a:lnTo>
                    <a:pt x="311188" y="927100"/>
                  </a:lnTo>
                  <a:lnTo>
                    <a:pt x="28651" y="927100"/>
                  </a:lnTo>
                  <a:lnTo>
                    <a:pt x="28651" y="647700"/>
                  </a:lnTo>
                  <a:lnTo>
                    <a:pt x="311188" y="647700"/>
                  </a:lnTo>
                  <a:lnTo>
                    <a:pt x="311188" y="609600"/>
                  </a:lnTo>
                  <a:lnTo>
                    <a:pt x="28651" y="609600"/>
                  </a:lnTo>
                  <a:lnTo>
                    <a:pt x="28651" y="330200"/>
                  </a:lnTo>
                  <a:lnTo>
                    <a:pt x="311188" y="330200"/>
                  </a:lnTo>
                  <a:lnTo>
                    <a:pt x="311188" y="304800"/>
                  </a:lnTo>
                  <a:lnTo>
                    <a:pt x="28651" y="304800"/>
                  </a:lnTo>
                  <a:lnTo>
                    <a:pt x="28651" y="25400"/>
                  </a:lnTo>
                  <a:lnTo>
                    <a:pt x="311188" y="25400"/>
                  </a:lnTo>
                  <a:lnTo>
                    <a:pt x="311188" y="0"/>
                  </a:lnTo>
                  <a:lnTo>
                    <a:pt x="0" y="0"/>
                  </a:lnTo>
                  <a:lnTo>
                    <a:pt x="0" y="25400"/>
                  </a:lnTo>
                  <a:lnTo>
                    <a:pt x="0" y="304800"/>
                  </a:lnTo>
                  <a:lnTo>
                    <a:pt x="0" y="330200"/>
                  </a:lnTo>
                  <a:lnTo>
                    <a:pt x="0" y="609600"/>
                  </a:lnTo>
                  <a:lnTo>
                    <a:pt x="12" y="647700"/>
                  </a:lnTo>
                  <a:lnTo>
                    <a:pt x="12" y="927100"/>
                  </a:lnTo>
                  <a:lnTo>
                    <a:pt x="12" y="952500"/>
                  </a:lnTo>
                  <a:lnTo>
                    <a:pt x="12" y="1231900"/>
                  </a:lnTo>
                  <a:lnTo>
                    <a:pt x="25" y="1231900"/>
                  </a:lnTo>
                  <a:lnTo>
                    <a:pt x="25" y="1892300"/>
                  </a:lnTo>
                  <a:lnTo>
                    <a:pt x="38" y="1993900"/>
                  </a:lnTo>
                  <a:lnTo>
                    <a:pt x="28651" y="1993900"/>
                  </a:lnTo>
                  <a:lnTo>
                    <a:pt x="28651" y="1892300"/>
                  </a:lnTo>
                  <a:lnTo>
                    <a:pt x="7820025" y="1892300"/>
                  </a:lnTo>
                  <a:lnTo>
                    <a:pt x="7820025" y="1854200"/>
                  </a:lnTo>
                  <a:lnTo>
                    <a:pt x="28651" y="1854200"/>
                  </a:lnTo>
                  <a:lnTo>
                    <a:pt x="28651" y="1574800"/>
                  </a:lnTo>
                  <a:lnTo>
                    <a:pt x="7820025" y="1574800"/>
                  </a:lnTo>
                  <a:lnTo>
                    <a:pt x="7820025" y="1549400"/>
                  </a:lnTo>
                  <a:lnTo>
                    <a:pt x="28651" y="1549400"/>
                  </a:lnTo>
                  <a:lnTo>
                    <a:pt x="28651" y="1270000"/>
                  </a:lnTo>
                  <a:lnTo>
                    <a:pt x="7820025" y="1270000"/>
                  </a:lnTo>
                  <a:lnTo>
                    <a:pt x="7820025" y="1231900"/>
                  </a:lnTo>
                  <a:lnTo>
                    <a:pt x="28651" y="1231900"/>
                  </a:lnTo>
                  <a:lnTo>
                    <a:pt x="28651" y="952500"/>
                  </a:lnTo>
                  <a:lnTo>
                    <a:pt x="7820025" y="952500"/>
                  </a:lnTo>
                  <a:lnTo>
                    <a:pt x="7820025" y="927100"/>
                  </a:lnTo>
                  <a:lnTo>
                    <a:pt x="2206256" y="927100"/>
                  </a:lnTo>
                  <a:lnTo>
                    <a:pt x="2206256" y="647700"/>
                  </a:lnTo>
                  <a:lnTo>
                    <a:pt x="7820025" y="647700"/>
                  </a:lnTo>
                  <a:lnTo>
                    <a:pt x="7820025" y="609600"/>
                  </a:lnTo>
                  <a:lnTo>
                    <a:pt x="7805915" y="609600"/>
                  </a:lnTo>
                  <a:lnTo>
                    <a:pt x="7805915" y="330200"/>
                  </a:lnTo>
                  <a:lnTo>
                    <a:pt x="7820025" y="330200"/>
                  </a:lnTo>
                  <a:lnTo>
                    <a:pt x="7820025" y="304800"/>
                  </a:lnTo>
                  <a:lnTo>
                    <a:pt x="7805915" y="304800"/>
                  </a:lnTo>
                  <a:lnTo>
                    <a:pt x="7805915" y="25400"/>
                  </a:lnTo>
                  <a:lnTo>
                    <a:pt x="7820025" y="25400"/>
                  </a:lnTo>
                  <a:lnTo>
                    <a:pt x="7820025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11188" y="8930220"/>
              <a:ext cx="7494905" cy="1206500"/>
            </a:xfrm>
            <a:custGeom>
              <a:avLst/>
              <a:gdLst/>
              <a:ahLst/>
              <a:cxnLst/>
              <a:rect l="l" t="t" r="r" b="b"/>
              <a:pathLst>
                <a:path w="7494905" h="1206500">
                  <a:moveTo>
                    <a:pt x="28498" y="927100"/>
                  </a:moveTo>
                  <a:lnTo>
                    <a:pt x="0" y="927100"/>
                  </a:lnTo>
                  <a:lnTo>
                    <a:pt x="0" y="1206500"/>
                  </a:lnTo>
                  <a:lnTo>
                    <a:pt x="28498" y="1206500"/>
                  </a:lnTo>
                  <a:lnTo>
                    <a:pt x="28498" y="927100"/>
                  </a:lnTo>
                  <a:close/>
                </a:path>
                <a:path w="7494905" h="1206500">
                  <a:moveTo>
                    <a:pt x="28498" y="622300"/>
                  </a:moveTo>
                  <a:lnTo>
                    <a:pt x="0" y="622300"/>
                  </a:lnTo>
                  <a:lnTo>
                    <a:pt x="0" y="901700"/>
                  </a:lnTo>
                  <a:lnTo>
                    <a:pt x="28498" y="901700"/>
                  </a:lnTo>
                  <a:lnTo>
                    <a:pt x="28498" y="622300"/>
                  </a:lnTo>
                  <a:close/>
                </a:path>
                <a:path w="7494905" h="1206500">
                  <a:moveTo>
                    <a:pt x="28498" y="304800"/>
                  </a:moveTo>
                  <a:lnTo>
                    <a:pt x="0" y="304800"/>
                  </a:lnTo>
                  <a:lnTo>
                    <a:pt x="0" y="584200"/>
                  </a:lnTo>
                  <a:lnTo>
                    <a:pt x="28498" y="584200"/>
                  </a:lnTo>
                  <a:lnTo>
                    <a:pt x="28498" y="304800"/>
                  </a:lnTo>
                  <a:close/>
                </a:path>
                <a:path w="7494905" h="1206500">
                  <a:moveTo>
                    <a:pt x="339598" y="927100"/>
                  </a:moveTo>
                  <a:lnTo>
                    <a:pt x="311048" y="927100"/>
                  </a:lnTo>
                  <a:lnTo>
                    <a:pt x="311048" y="1206500"/>
                  </a:lnTo>
                  <a:lnTo>
                    <a:pt x="339598" y="1206500"/>
                  </a:lnTo>
                  <a:lnTo>
                    <a:pt x="339598" y="927100"/>
                  </a:lnTo>
                  <a:close/>
                </a:path>
                <a:path w="7494905" h="1206500">
                  <a:moveTo>
                    <a:pt x="339598" y="622300"/>
                  </a:moveTo>
                  <a:lnTo>
                    <a:pt x="311048" y="622300"/>
                  </a:lnTo>
                  <a:lnTo>
                    <a:pt x="311048" y="901700"/>
                  </a:lnTo>
                  <a:lnTo>
                    <a:pt x="339598" y="901700"/>
                  </a:lnTo>
                  <a:lnTo>
                    <a:pt x="339598" y="622300"/>
                  </a:lnTo>
                  <a:close/>
                </a:path>
                <a:path w="7494905" h="1206500">
                  <a:moveTo>
                    <a:pt x="339598" y="304800"/>
                  </a:moveTo>
                  <a:lnTo>
                    <a:pt x="311048" y="304800"/>
                  </a:lnTo>
                  <a:lnTo>
                    <a:pt x="311048" y="584200"/>
                  </a:lnTo>
                  <a:lnTo>
                    <a:pt x="339598" y="584200"/>
                  </a:lnTo>
                  <a:lnTo>
                    <a:pt x="339598" y="304800"/>
                  </a:lnTo>
                  <a:close/>
                </a:path>
                <a:path w="7494905" h="1206500">
                  <a:moveTo>
                    <a:pt x="650697" y="622300"/>
                  </a:moveTo>
                  <a:lnTo>
                    <a:pt x="622134" y="622300"/>
                  </a:lnTo>
                  <a:lnTo>
                    <a:pt x="622134" y="901700"/>
                  </a:lnTo>
                  <a:lnTo>
                    <a:pt x="650697" y="901700"/>
                  </a:lnTo>
                  <a:lnTo>
                    <a:pt x="650697" y="622300"/>
                  </a:lnTo>
                  <a:close/>
                </a:path>
                <a:path w="7494905" h="1206500">
                  <a:moveTo>
                    <a:pt x="650697" y="304800"/>
                  </a:moveTo>
                  <a:lnTo>
                    <a:pt x="622134" y="304800"/>
                  </a:lnTo>
                  <a:lnTo>
                    <a:pt x="622134" y="584200"/>
                  </a:lnTo>
                  <a:lnTo>
                    <a:pt x="650697" y="584200"/>
                  </a:lnTo>
                  <a:lnTo>
                    <a:pt x="650697" y="304800"/>
                  </a:lnTo>
                  <a:close/>
                </a:path>
                <a:path w="7494905" h="1206500">
                  <a:moveTo>
                    <a:pt x="961783" y="622300"/>
                  </a:moveTo>
                  <a:lnTo>
                    <a:pt x="933221" y="622300"/>
                  </a:lnTo>
                  <a:lnTo>
                    <a:pt x="933221" y="901700"/>
                  </a:lnTo>
                  <a:lnTo>
                    <a:pt x="961783" y="901700"/>
                  </a:lnTo>
                  <a:lnTo>
                    <a:pt x="961783" y="622300"/>
                  </a:lnTo>
                  <a:close/>
                </a:path>
                <a:path w="7494905" h="1206500">
                  <a:moveTo>
                    <a:pt x="961783" y="304800"/>
                  </a:moveTo>
                  <a:lnTo>
                    <a:pt x="933221" y="304800"/>
                  </a:lnTo>
                  <a:lnTo>
                    <a:pt x="933221" y="584200"/>
                  </a:lnTo>
                  <a:lnTo>
                    <a:pt x="961783" y="584200"/>
                  </a:lnTo>
                  <a:lnTo>
                    <a:pt x="961783" y="304800"/>
                  </a:lnTo>
                  <a:close/>
                </a:path>
                <a:path w="7494905" h="1206500">
                  <a:moveTo>
                    <a:pt x="1272870" y="622300"/>
                  </a:moveTo>
                  <a:lnTo>
                    <a:pt x="1244320" y="622300"/>
                  </a:lnTo>
                  <a:lnTo>
                    <a:pt x="1244320" y="901700"/>
                  </a:lnTo>
                  <a:lnTo>
                    <a:pt x="1272870" y="901700"/>
                  </a:lnTo>
                  <a:lnTo>
                    <a:pt x="1272870" y="622300"/>
                  </a:lnTo>
                  <a:close/>
                </a:path>
                <a:path w="7494905" h="1206500">
                  <a:moveTo>
                    <a:pt x="1272870" y="304800"/>
                  </a:moveTo>
                  <a:lnTo>
                    <a:pt x="1244320" y="304800"/>
                  </a:lnTo>
                  <a:lnTo>
                    <a:pt x="1244320" y="584200"/>
                  </a:lnTo>
                  <a:lnTo>
                    <a:pt x="1272870" y="584200"/>
                  </a:lnTo>
                  <a:lnTo>
                    <a:pt x="1272870" y="304800"/>
                  </a:lnTo>
                  <a:close/>
                </a:path>
                <a:path w="7494905" h="1206500">
                  <a:moveTo>
                    <a:pt x="1583969" y="622300"/>
                  </a:moveTo>
                  <a:lnTo>
                    <a:pt x="1555407" y="622300"/>
                  </a:lnTo>
                  <a:lnTo>
                    <a:pt x="1555407" y="901700"/>
                  </a:lnTo>
                  <a:lnTo>
                    <a:pt x="1583969" y="901700"/>
                  </a:lnTo>
                  <a:lnTo>
                    <a:pt x="1583969" y="622300"/>
                  </a:lnTo>
                  <a:close/>
                </a:path>
                <a:path w="7494905" h="1206500">
                  <a:moveTo>
                    <a:pt x="1583969" y="304800"/>
                  </a:moveTo>
                  <a:lnTo>
                    <a:pt x="1555407" y="304800"/>
                  </a:lnTo>
                  <a:lnTo>
                    <a:pt x="1555407" y="584200"/>
                  </a:lnTo>
                  <a:lnTo>
                    <a:pt x="1583969" y="584200"/>
                  </a:lnTo>
                  <a:lnTo>
                    <a:pt x="1583969" y="304800"/>
                  </a:lnTo>
                  <a:close/>
                </a:path>
                <a:path w="7494905" h="1206500">
                  <a:moveTo>
                    <a:pt x="1895068" y="622300"/>
                  </a:moveTo>
                  <a:lnTo>
                    <a:pt x="1866506" y="622300"/>
                  </a:lnTo>
                  <a:lnTo>
                    <a:pt x="1866506" y="901700"/>
                  </a:lnTo>
                  <a:lnTo>
                    <a:pt x="1895068" y="901700"/>
                  </a:lnTo>
                  <a:lnTo>
                    <a:pt x="1895068" y="622300"/>
                  </a:lnTo>
                  <a:close/>
                </a:path>
                <a:path w="7494905" h="1206500">
                  <a:moveTo>
                    <a:pt x="1895068" y="304800"/>
                  </a:moveTo>
                  <a:lnTo>
                    <a:pt x="1866506" y="304800"/>
                  </a:lnTo>
                  <a:lnTo>
                    <a:pt x="1866506" y="584200"/>
                  </a:lnTo>
                  <a:lnTo>
                    <a:pt x="1895068" y="584200"/>
                  </a:lnTo>
                  <a:lnTo>
                    <a:pt x="1895068" y="304800"/>
                  </a:lnTo>
                  <a:close/>
                </a:path>
                <a:path w="7494905" h="1206500">
                  <a:moveTo>
                    <a:pt x="1895068" y="0"/>
                  </a:moveTo>
                  <a:lnTo>
                    <a:pt x="1866506" y="0"/>
                  </a:lnTo>
                  <a:lnTo>
                    <a:pt x="1866506" y="279400"/>
                  </a:lnTo>
                  <a:lnTo>
                    <a:pt x="1895068" y="279400"/>
                  </a:lnTo>
                  <a:lnTo>
                    <a:pt x="1895068" y="0"/>
                  </a:lnTo>
                  <a:close/>
                </a:path>
                <a:path w="7494905" h="1206500">
                  <a:moveTo>
                    <a:pt x="2206155" y="622300"/>
                  </a:moveTo>
                  <a:lnTo>
                    <a:pt x="2177592" y="622300"/>
                  </a:lnTo>
                  <a:lnTo>
                    <a:pt x="2177592" y="901700"/>
                  </a:lnTo>
                  <a:lnTo>
                    <a:pt x="2206155" y="901700"/>
                  </a:lnTo>
                  <a:lnTo>
                    <a:pt x="2206155" y="622300"/>
                  </a:lnTo>
                  <a:close/>
                </a:path>
                <a:path w="7494905" h="1206500">
                  <a:moveTo>
                    <a:pt x="2206155" y="304800"/>
                  </a:moveTo>
                  <a:lnTo>
                    <a:pt x="2177592" y="304800"/>
                  </a:lnTo>
                  <a:lnTo>
                    <a:pt x="2177592" y="584200"/>
                  </a:lnTo>
                  <a:lnTo>
                    <a:pt x="2206155" y="584200"/>
                  </a:lnTo>
                  <a:lnTo>
                    <a:pt x="2206155" y="304800"/>
                  </a:lnTo>
                  <a:close/>
                </a:path>
                <a:path w="7494905" h="1206500">
                  <a:moveTo>
                    <a:pt x="2206155" y="0"/>
                  </a:moveTo>
                  <a:lnTo>
                    <a:pt x="2177592" y="0"/>
                  </a:lnTo>
                  <a:lnTo>
                    <a:pt x="2177592" y="279400"/>
                  </a:lnTo>
                  <a:lnTo>
                    <a:pt x="2206155" y="279400"/>
                  </a:lnTo>
                  <a:lnTo>
                    <a:pt x="2206155" y="0"/>
                  </a:lnTo>
                  <a:close/>
                </a:path>
                <a:path w="7494905" h="1206500">
                  <a:moveTo>
                    <a:pt x="2517241" y="622300"/>
                  </a:moveTo>
                  <a:lnTo>
                    <a:pt x="2488692" y="622300"/>
                  </a:lnTo>
                  <a:lnTo>
                    <a:pt x="2488692" y="901700"/>
                  </a:lnTo>
                  <a:lnTo>
                    <a:pt x="2517241" y="901700"/>
                  </a:lnTo>
                  <a:lnTo>
                    <a:pt x="2517241" y="622300"/>
                  </a:lnTo>
                  <a:close/>
                </a:path>
                <a:path w="7494905" h="1206500">
                  <a:moveTo>
                    <a:pt x="2517241" y="304800"/>
                  </a:moveTo>
                  <a:lnTo>
                    <a:pt x="2488692" y="304800"/>
                  </a:lnTo>
                  <a:lnTo>
                    <a:pt x="2488692" y="584200"/>
                  </a:lnTo>
                  <a:lnTo>
                    <a:pt x="2517241" y="584200"/>
                  </a:lnTo>
                  <a:lnTo>
                    <a:pt x="2517241" y="304800"/>
                  </a:lnTo>
                  <a:close/>
                </a:path>
                <a:path w="7494905" h="1206500">
                  <a:moveTo>
                    <a:pt x="2517241" y="0"/>
                  </a:moveTo>
                  <a:lnTo>
                    <a:pt x="2488692" y="0"/>
                  </a:lnTo>
                  <a:lnTo>
                    <a:pt x="2488692" y="279400"/>
                  </a:lnTo>
                  <a:lnTo>
                    <a:pt x="2517241" y="279400"/>
                  </a:lnTo>
                  <a:lnTo>
                    <a:pt x="2517241" y="0"/>
                  </a:lnTo>
                  <a:close/>
                </a:path>
                <a:path w="7494905" h="1206500">
                  <a:moveTo>
                    <a:pt x="2828340" y="622300"/>
                  </a:moveTo>
                  <a:lnTo>
                    <a:pt x="2799778" y="622300"/>
                  </a:lnTo>
                  <a:lnTo>
                    <a:pt x="2799778" y="901700"/>
                  </a:lnTo>
                  <a:lnTo>
                    <a:pt x="2828340" y="901700"/>
                  </a:lnTo>
                  <a:lnTo>
                    <a:pt x="2828340" y="622300"/>
                  </a:lnTo>
                  <a:close/>
                </a:path>
                <a:path w="7494905" h="1206500">
                  <a:moveTo>
                    <a:pt x="2828340" y="304800"/>
                  </a:moveTo>
                  <a:lnTo>
                    <a:pt x="2799778" y="304800"/>
                  </a:lnTo>
                  <a:lnTo>
                    <a:pt x="2799778" y="584200"/>
                  </a:lnTo>
                  <a:lnTo>
                    <a:pt x="2828340" y="584200"/>
                  </a:lnTo>
                  <a:lnTo>
                    <a:pt x="2828340" y="304800"/>
                  </a:lnTo>
                  <a:close/>
                </a:path>
                <a:path w="7494905" h="1206500">
                  <a:moveTo>
                    <a:pt x="2828340" y="0"/>
                  </a:moveTo>
                  <a:lnTo>
                    <a:pt x="2799778" y="0"/>
                  </a:lnTo>
                  <a:lnTo>
                    <a:pt x="2799778" y="279400"/>
                  </a:lnTo>
                  <a:lnTo>
                    <a:pt x="2828340" y="279400"/>
                  </a:lnTo>
                  <a:lnTo>
                    <a:pt x="2828340" y="0"/>
                  </a:lnTo>
                  <a:close/>
                </a:path>
                <a:path w="7494905" h="1206500">
                  <a:moveTo>
                    <a:pt x="3139427" y="622300"/>
                  </a:moveTo>
                  <a:lnTo>
                    <a:pt x="3110865" y="622300"/>
                  </a:lnTo>
                  <a:lnTo>
                    <a:pt x="3110865" y="901700"/>
                  </a:lnTo>
                  <a:lnTo>
                    <a:pt x="3139427" y="901700"/>
                  </a:lnTo>
                  <a:lnTo>
                    <a:pt x="3139427" y="622300"/>
                  </a:lnTo>
                  <a:close/>
                </a:path>
                <a:path w="7494905" h="1206500">
                  <a:moveTo>
                    <a:pt x="3139427" y="304800"/>
                  </a:moveTo>
                  <a:lnTo>
                    <a:pt x="3110865" y="304800"/>
                  </a:lnTo>
                  <a:lnTo>
                    <a:pt x="3110865" y="584200"/>
                  </a:lnTo>
                  <a:lnTo>
                    <a:pt x="3139427" y="584200"/>
                  </a:lnTo>
                  <a:lnTo>
                    <a:pt x="3139427" y="304800"/>
                  </a:lnTo>
                  <a:close/>
                </a:path>
                <a:path w="7494905" h="1206500">
                  <a:moveTo>
                    <a:pt x="3139427" y="0"/>
                  </a:moveTo>
                  <a:lnTo>
                    <a:pt x="3110865" y="0"/>
                  </a:lnTo>
                  <a:lnTo>
                    <a:pt x="3110865" y="279400"/>
                  </a:lnTo>
                  <a:lnTo>
                    <a:pt x="3139427" y="279400"/>
                  </a:lnTo>
                  <a:lnTo>
                    <a:pt x="3139427" y="0"/>
                  </a:lnTo>
                  <a:close/>
                </a:path>
                <a:path w="7494905" h="1206500">
                  <a:moveTo>
                    <a:pt x="3450526" y="622300"/>
                  </a:moveTo>
                  <a:lnTo>
                    <a:pt x="3421977" y="622300"/>
                  </a:lnTo>
                  <a:lnTo>
                    <a:pt x="3421977" y="901700"/>
                  </a:lnTo>
                  <a:lnTo>
                    <a:pt x="3450526" y="901700"/>
                  </a:lnTo>
                  <a:lnTo>
                    <a:pt x="3450526" y="622300"/>
                  </a:lnTo>
                  <a:close/>
                </a:path>
                <a:path w="7494905" h="1206500">
                  <a:moveTo>
                    <a:pt x="3450526" y="304800"/>
                  </a:moveTo>
                  <a:lnTo>
                    <a:pt x="3421977" y="304800"/>
                  </a:lnTo>
                  <a:lnTo>
                    <a:pt x="3421977" y="584200"/>
                  </a:lnTo>
                  <a:lnTo>
                    <a:pt x="3450526" y="584200"/>
                  </a:lnTo>
                  <a:lnTo>
                    <a:pt x="3450526" y="304800"/>
                  </a:lnTo>
                  <a:close/>
                </a:path>
                <a:path w="7494905" h="1206500">
                  <a:moveTo>
                    <a:pt x="3450526" y="0"/>
                  </a:moveTo>
                  <a:lnTo>
                    <a:pt x="3421977" y="0"/>
                  </a:lnTo>
                  <a:lnTo>
                    <a:pt x="3421977" y="279400"/>
                  </a:lnTo>
                  <a:lnTo>
                    <a:pt x="3450526" y="279400"/>
                  </a:lnTo>
                  <a:lnTo>
                    <a:pt x="3450526" y="0"/>
                  </a:lnTo>
                  <a:close/>
                </a:path>
                <a:path w="7494905" h="1206500">
                  <a:moveTo>
                    <a:pt x="3761613" y="622300"/>
                  </a:moveTo>
                  <a:lnTo>
                    <a:pt x="3733063" y="622300"/>
                  </a:lnTo>
                  <a:lnTo>
                    <a:pt x="3733063" y="901700"/>
                  </a:lnTo>
                  <a:lnTo>
                    <a:pt x="3761613" y="901700"/>
                  </a:lnTo>
                  <a:lnTo>
                    <a:pt x="3761613" y="622300"/>
                  </a:lnTo>
                  <a:close/>
                </a:path>
                <a:path w="7494905" h="1206500">
                  <a:moveTo>
                    <a:pt x="3761613" y="304800"/>
                  </a:moveTo>
                  <a:lnTo>
                    <a:pt x="3733063" y="304800"/>
                  </a:lnTo>
                  <a:lnTo>
                    <a:pt x="3733063" y="584200"/>
                  </a:lnTo>
                  <a:lnTo>
                    <a:pt x="3761613" y="584200"/>
                  </a:lnTo>
                  <a:lnTo>
                    <a:pt x="3761613" y="304800"/>
                  </a:lnTo>
                  <a:close/>
                </a:path>
                <a:path w="7494905" h="1206500">
                  <a:moveTo>
                    <a:pt x="3761613" y="0"/>
                  </a:moveTo>
                  <a:lnTo>
                    <a:pt x="3733063" y="0"/>
                  </a:lnTo>
                  <a:lnTo>
                    <a:pt x="3733063" y="279400"/>
                  </a:lnTo>
                  <a:lnTo>
                    <a:pt x="3761613" y="279400"/>
                  </a:lnTo>
                  <a:lnTo>
                    <a:pt x="3761613" y="0"/>
                  </a:lnTo>
                  <a:close/>
                </a:path>
                <a:path w="7494905" h="1206500">
                  <a:moveTo>
                    <a:pt x="4072712" y="622300"/>
                  </a:moveTo>
                  <a:lnTo>
                    <a:pt x="4044150" y="622300"/>
                  </a:lnTo>
                  <a:lnTo>
                    <a:pt x="4044150" y="901700"/>
                  </a:lnTo>
                  <a:lnTo>
                    <a:pt x="4072712" y="901700"/>
                  </a:lnTo>
                  <a:lnTo>
                    <a:pt x="4072712" y="622300"/>
                  </a:lnTo>
                  <a:close/>
                </a:path>
                <a:path w="7494905" h="1206500">
                  <a:moveTo>
                    <a:pt x="4072712" y="304800"/>
                  </a:moveTo>
                  <a:lnTo>
                    <a:pt x="4044150" y="304800"/>
                  </a:lnTo>
                  <a:lnTo>
                    <a:pt x="4044150" y="584200"/>
                  </a:lnTo>
                  <a:lnTo>
                    <a:pt x="4072712" y="584200"/>
                  </a:lnTo>
                  <a:lnTo>
                    <a:pt x="4072712" y="304800"/>
                  </a:lnTo>
                  <a:close/>
                </a:path>
                <a:path w="7494905" h="1206500">
                  <a:moveTo>
                    <a:pt x="4072712" y="0"/>
                  </a:moveTo>
                  <a:lnTo>
                    <a:pt x="4044150" y="0"/>
                  </a:lnTo>
                  <a:lnTo>
                    <a:pt x="4044150" y="279400"/>
                  </a:lnTo>
                  <a:lnTo>
                    <a:pt x="4072712" y="279400"/>
                  </a:lnTo>
                  <a:lnTo>
                    <a:pt x="4072712" y="0"/>
                  </a:lnTo>
                  <a:close/>
                </a:path>
                <a:path w="7494905" h="1206500">
                  <a:moveTo>
                    <a:pt x="4383798" y="622300"/>
                  </a:moveTo>
                  <a:lnTo>
                    <a:pt x="4355249" y="622300"/>
                  </a:lnTo>
                  <a:lnTo>
                    <a:pt x="4355249" y="901700"/>
                  </a:lnTo>
                  <a:lnTo>
                    <a:pt x="4383798" y="901700"/>
                  </a:lnTo>
                  <a:lnTo>
                    <a:pt x="4383798" y="622300"/>
                  </a:lnTo>
                  <a:close/>
                </a:path>
                <a:path w="7494905" h="1206500">
                  <a:moveTo>
                    <a:pt x="4383798" y="304800"/>
                  </a:moveTo>
                  <a:lnTo>
                    <a:pt x="4355249" y="304800"/>
                  </a:lnTo>
                  <a:lnTo>
                    <a:pt x="4355249" y="584200"/>
                  </a:lnTo>
                  <a:lnTo>
                    <a:pt x="4383798" y="584200"/>
                  </a:lnTo>
                  <a:lnTo>
                    <a:pt x="4383798" y="304800"/>
                  </a:lnTo>
                  <a:close/>
                </a:path>
                <a:path w="7494905" h="1206500">
                  <a:moveTo>
                    <a:pt x="4383798" y="0"/>
                  </a:moveTo>
                  <a:lnTo>
                    <a:pt x="4355249" y="0"/>
                  </a:lnTo>
                  <a:lnTo>
                    <a:pt x="4355249" y="279400"/>
                  </a:lnTo>
                  <a:lnTo>
                    <a:pt x="4383798" y="279400"/>
                  </a:lnTo>
                  <a:lnTo>
                    <a:pt x="4383798" y="0"/>
                  </a:lnTo>
                  <a:close/>
                </a:path>
                <a:path w="7494905" h="1206500">
                  <a:moveTo>
                    <a:pt x="4694885" y="622300"/>
                  </a:moveTo>
                  <a:lnTo>
                    <a:pt x="4666335" y="622300"/>
                  </a:lnTo>
                  <a:lnTo>
                    <a:pt x="4666335" y="901700"/>
                  </a:lnTo>
                  <a:lnTo>
                    <a:pt x="4694885" y="901700"/>
                  </a:lnTo>
                  <a:lnTo>
                    <a:pt x="4694885" y="622300"/>
                  </a:lnTo>
                  <a:close/>
                </a:path>
                <a:path w="7494905" h="1206500">
                  <a:moveTo>
                    <a:pt x="4694885" y="304800"/>
                  </a:moveTo>
                  <a:lnTo>
                    <a:pt x="4666335" y="304800"/>
                  </a:lnTo>
                  <a:lnTo>
                    <a:pt x="4666335" y="584200"/>
                  </a:lnTo>
                  <a:lnTo>
                    <a:pt x="4694885" y="584200"/>
                  </a:lnTo>
                  <a:lnTo>
                    <a:pt x="4694885" y="304800"/>
                  </a:lnTo>
                  <a:close/>
                </a:path>
                <a:path w="7494905" h="1206500">
                  <a:moveTo>
                    <a:pt x="4694885" y="0"/>
                  </a:moveTo>
                  <a:lnTo>
                    <a:pt x="4666335" y="0"/>
                  </a:lnTo>
                  <a:lnTo>
                    <a:pt x="4666335" y="279400"/>
                  </a:lnTo>
                  <a:lnTo>
                    <a:pt x="4694885" y="279400"/>
                  </a:lnTo>
                  <a:lnTo>
                    <a:pt x="4694885" y="0"/>
                  </a:lnTo>
                  <a:close/>
                </a:path>
                <a:path w="7494905" h="1206500">
                  <a:moveTo>
                    <a:pt x="5005984" y="622300"/>
                  </a:moveTo>
                  <a:lnTo>
                    <a:pt x="4977422" y="622300"/>
                  </a:lnTo>
                  <a:lnTo>
                    <a:pt x="4977422" y="901700"/>
                  </a:lnTo>
                  <a:lnTo>
                    <a:pt x="5005984" y="901700"/>
                  </a:lnTo>
                  <a:lnTo>
                    <a:pt x="5005984" y="622300"/>
                  </a:lnTo>
                  <a:close/>
                </a:path>
                <a:path w="7494905" h="1206500">
                  <a:moveTo>
                    <a:pt x="5005984" y="304800"/>
                  </a:moveTo>
                  <a:lnTo>
                    <a:pt x="4977422" y="304800"/>
                  </a:lnTo>
                  <a:lnTo>
                    <a:pt x="4977422" y="584200"/>
                  </a:lnTo>
                  <a:lnTo>
                    <a:pt x="5005984" y="584200"/>
                  </a:lnTo>
                  <a:lnTo>
                    <a:pt x="5005984" y="304800"/>
                  </a:lnTo>
                  <a:close/>
                </a:path>
                <a:path w="7494905" h="1206500">
                  <a:moveTo>
                    <a:pt x="5005984" y="0"/>
                  </a:moveTo>
                  <a:lnTo>
                    <a:pt x="4977422" y="0"/>
                  </a:lnTo>
                  <a:lnTo>
                    <a:pt x="4977422" y="279400"/>
                  </a:lnTo>
                  <a:lnTo>
                    <a:pt x="5005984" y="279400"/>
                  </a:lnTo>
                  <a:lnTo>
                    <a:pt x="5005984" y="0"/>
                  </a:lnTo>
                  <a:close/>
                </a:path>
                <a:path w="7494905" h="1206500">
                  <a:moveTo>
                    <a:pt x="5317083" y="622300"/>
                  </a:moveTo>
                  <a:lnTo>
                    <a:pt x="5288521" y="622300"/>
                  </a:lnTo>
                  <a:lnTo>
                    <a:pt x="5288521" y="901700"/>
                  </a:lnTo>
                  <a:lnTo>
                    <a:pt x="5317083" y="901700"/>
                  </a:lnTo>
                  <a:lnTo>
                    <a:pt x="5317083" y="622300"/>
                  </a:lnTo>
                  <a:close/>
                </a:path>
                <a:path w="7494905" h="1206500">
                  <a:moveTo>
                    <a:pt x="5317083" y="304800"/>
                  </a:moveTo>
                  <a:lnTo>
                    <a:pt x="5288521" y="304800"/>
                  </a:lnTo>
                  <a:lnTo>
                    <a:pt x="5288521" y="584200"/>
                  </a:lnTo>
                  <a:lnTo>
                    <a:pt x="5317083" y="584200"/>
                  </a:lnTo>
                  <a:lnTo>
                    <a:pt x="5317083" y="304800"/>
                  </a:lnTo>
                  <a:close/>
                </a:path>
                <a:path w="7494905" h="1206500">
                  <a:moveTo>
                    <a:pt x="5317083" y="0"/>
                  </a:moveTo>
                  <a:lnTo>
                    <a:pt x="5288521" y="0"/>
                  </a:lnTo>
                  <a:lnTo>
                    <a:pt x="5288521" y="279400"/>
                  </a:lnTo>
                  <a:lnTo>
                    <a:pt x="5317083" y="279400"/>
                  </a:lnTo>
                  <a:lnTo>
                    <a:pt x="5317083" y="0"/>
                  </a:lnTo>
                  <a:close/>
                </a:path>
                <a:path w="7494905" h="1206500">
                  <a:moveTo>
                    <a:pt x="5628170" y="622300"/>
                  </a:moveTo>
                  <a:lnTo>
                    <a:pt x="5599620" y="622300"/>
                  </a:lnTo>
                  <a:lnTo>
                    <a:pt x="5599620" y="901700"/>
                  </a:lnTo>
                  <a:lnTo>
                    <a:pt x="5628170" y="901700"/>
                  </a:lnTo>
                  <a:lnTo>
                    <a:pt x="5628170" y="622300"/>
                  </a:lnTo>
                  <a:close/>
                </a:path>
                <a:path w="7494905" h="1206500">
                  <a:moveTo>
                    <a:pt x="5628170" y="304800"/>
                  </a:moveTo>
                  <a:lnTo>
                    <a:pt x="5599620" y="304800"/>
                  </a:lnTo>
                  <a:lnTo>
                    <a:pt x="5599620" y="584200"/>
                  </a:lnTo>
                  <a:lnTo>
                    <a:pt x="5628170" y="584200"/>
                  </a:lnTo>
                  <a:lnTo>
                    <a:pt x="5628170" y="304800"/>
                  </a:lnTo>
                  <a:close/>
                </a:path>
                <a:path w="7494905" h="1206500">
                  <a:moveTo>
                    <a:pt x="5628170" y="0"/>
                  </a:moveTo>
                  <a:lnTo>
                    <a:pt x="5599620" y="0"/>
                  </a:lnTo>
                  <a:lnTo>
                    <a:pt x="5599620" y="279400"/>
                  </a:lnTo>
                  <a:lnTo>
                    <a:pt x="5628170" y="279400"/>
                  </a:lnTo>
                  <a:lnTo>
                    <a:pt x="5628170" y="0"/>
                  </a:lnTo>
                  <a:close/>
                </a:path>
                <a:path w="7494905" h="1206500">
                  <a:moveTo>
                    <a:pt x="5939269" y="622300"/>
                  </a:moveTo>
                  <a:lnTo>
                    <a:pt x="5910707" y="622300"/>
                  </a:lnTo>
                  <a:lnTo>
                    <a:pt x="5910707" y="901700"/>
                  </a:lnTo>
                  <a:lnTo>
                    <a:pt x="5939269" y="901700"/>
                  </a:lnTo>
                  <a:lnTo>
                    <a:pt x="5939269" y="622300"/>
                  </a:lnTo>
                  <a:close/>
                </a:path>
                <a:path w="7494905" h="1206500">
                  <a:moveTo>
                    <a:pt x="5939269" y="304800"/>
                  </a:moveTo>
                  <a:lnTo>
                    <a:pt x="5910707" y="304800"/>
                  </a:lnTo>
                  <a:lnTo>
                    <a:pt x="5910707" y="584200"/>
                  </a:lnTo>
                  <a:lnTo>
                    <a:pt x="5939269" y="584200"/>
                  </a:lnTo>
                  <a:lnTo>
                    <a:pt x="5939269" y="304800"/>
                  </a:lnTo>
                  <a:close/>
                </a:path>
                <a:path w="7494905" h="1206500">
                  <a:moveTo>
                    <a:pt x="5939269" y="0"/>
                  </a:moveTo>
                  <a:lnTo>
                    <a:pt x="5910707" y="0"/>
                  </a:lnTo>
                  <a:lnTo>
                    <a:pt x="5910707" y="279400"/>
                  </a:lnTo>
                  <a:lnTo>
                    <a:pt x="5939269" y="279400"/>
                  </a:lnTo>
                  <a:lnTo>
                    <a:pt x="5939269" y="0"/>
                  </a:lnTo>
                  <a:close/>
                </a:path>
                <a:path w="7494905" h="1206500">
                  <a:moveTo>
                    <a:pt x="6250356" y="622300"/>
                  </a:moveTo>
                  <a:lnTo>
                    <a:pt x="6221793" y="622300"/>
                  </a:lnTo>
                  <a:lnTo>
                    <a:pt x="6221793" y="901700"/>
                  </a:lnTo>
                  <a:lnTo>
                    <a:pt x="6250356" y="901700"/>
                  </a:lnTo>
                  <a:lnTo>
                    <a:pt x="6250356" y="622300"/>
                  </a:lnTo>
                  <a:close/>
                </a:path>
                <a:path w="7494905" h="1206500">
                  <a:moveTo>
                    <a:pt x="6250356" y="304800"/>
                  </a:moveTo>
                  <a:lnTo>
                    <a:pt x="6221793" y="304800"/>
                  </a:lnTo>
                  <a:lnTo>
                    <a:pt x="6221793" y="584200"/>
                  </a:lnTo>
                  <a:lnTo>
                    <a:pt x="6250356" y="584200"/>
                  </a:lnTo>
                  <a:lnTo>
                    <a:pt x="6250356" y="304800"/>
                  </a:lnTo>
                  <a:close/>
                </a:path>
                <a:path w="7494905" h="1206500">
                  <a:moveTo>
                    <a:pt x="6250356" y="0"/>
                  </a:moveTo>
                  <a:lnTo>
                    <a:pt x="6221793" y="0"/>
                  </a:lnTo>
                  <a:lnTo>
                    <a:pt x="6221793" y="279400"/>
                  </a:lnTo>
                  <a:lnTo>
                    <a:pt x="6250356" y="279400"/>
                  </a:lnTo>
                  <a:lnTo>
                    <a:pt x="6250356" y="0"/>
                  </a:lnTo>
                  <a:close/>
                </a:path>
                <a:path w="7494905" h="1206500">
                  <a:moveTo>
                    <a:pt x="6561442" y="622300"/>
                  </a:moveTo>
                  <a:lnTo>
                    <a:pt x="6532893" y="622300"/>
                  </a:lnTo>
                  <a:lnTo>
                    <a:pt x="6532893" y="901700"/>
                  </a:lnTo>
                  <a:lnTo>
                    <a:pt x="6561442" y="901700"/>
                  </a:lnTo>
                  <a:lnTo>
                    <a:pt x="6561442" y="622300"/>
                  </a:lnTo>
                  <a:close/>
                </a:path>
                <a:path w="7494905" h="1206500">
                  <a:moveTo>
                    <a:pt x="6561442" y="304800"/>
                  </a:moveTo>
                  <a:lnTo>
                    <a:pt x="6532893" y="304800"/>
                  </a:lnTo>
                  <a:lnTo>
                    <a:pt x="6532893" y="584200"/>
                  </a:lnTo>
                  <a:lnTo>
                    <a:pt x="6561442" y="584200"/>
                  </a:lnTo>
                  <a:lnTo>
                    <a:pt x="6561442" y="304800"/>
                  </a:lnTo>
                  <a:close/>
                </a:path>
                <a:path w="7494905" h="1206500">
                  <a:moveTo>
                    <a:pt x="6561442" y="0"/>
                  </a:moveTo>
                  <a:lnTo>
                    <a:pt x="6532893" y="0"/>
                  </a:lnTo>
                  <a:lnTo>
                    <a:pt x="6532893" y="279400"/>
                  </a:lnTo>
                  <a:lnTo>
                    <a:pt x="6561442" y="279400"/>
                  </a:lnTo>
                  <a:lnTo>
                    <a:pt x="6561442" y="0"/>
                  </a:lnTo>
                  <a:close/>
                </a:path>
                <a:path w="7494905" h="1206500">
                  <a:moveTo>
                    <a:pt x="6872541" y="622300"/>
                  </a:moveTo>
                  <a:lnTo>
                    <a:pt x="6843992" y="622300"/>
                  </a:lnTo>
                  <a:lnTo>
                    <a:pt x="6843992" y="901700"/>
                  </a:lnTo>
                  <a:lnTo>
                    <a:pt x="6872541" y="901700"/>
                  </a:lnTo>
                  <a:lnTo>
                    <a:pt x="6872541" y="622300"/>
                  </a:lnTo>
                  <a:close/>
                </a:path>
                <a:path w="7494905" h="1206500">
                  <a:moveTo>
                    <a:pt x="6872541" y="304800"/>
                  </a:moveTo>
                  <a:lnTo>
                    <a:pt x="6843992" y="304800"/>
                  </a:lnTo>
                  <a:lnTo>
                    <a:pt x="6843992" y="584200"/>
                  </a:lnTo>
                  <a:lnTo>
                    <a:pt x="6872541" y="584200"/>
                  </a:lnTo>
                  <a:lnTo>
                    <a:pt x="6872541" y="304800"/>
                  </a:lnTo>
                  <a:close/>
                </a:path>
                <a:path w="7494905" h="1206500">
                  <a:moveTo>
                    <a:pt x="6872541" y="0"/>
                  </a:moveTo>
                  <a:lnTo>
                    <a:pt x="6843992" y="0"/>
                  </a:lnTo>
                  <a:lnTo>
                    <a:pt x="6843992" y="279400"/>
                  </a:lnTo>
                  <a:lnTo>
                    <a:pt x="6872541" y="279400"/>
                  </a:lnTo>
                  <a:lnTo>
                    <a:pt x="6872541" y="0"/>
                  </a:lnTo>
                  <a:close/>
                </a:path>
                <a:path w="7494905" h="1206500">
                  <a:moveTo>
                    <a:pt x="7183641" y="622300"/>
                  </a:moveTo>
                  <a:lnTo>
                    <a:pt x="7155078" y="622300"/>
                  </a:lnTo>
                  <a:lnTo>
                    <a:pt x="7155078" y="901700"/>
                  </a:lnTo>
                  <a:lnTo>
                    <a:pt x="7183641" y="901700"/>
                  </a:lnTo>
                  <a:lnTo>
                    <a:pt x="7183641" y="622300"/>
                  </a:lnTo>
                  <a:close/>
                </a:path>
                <a:path w="7494905" h="1206500">
                  <a:moveTo>
                    <a:pt x="7183641" y="304800"/>
                  </a:moveTo>
                  <a:lnTo>
                    <a:pt x="7155078" y="304800"/>
                  </a:lnTo>
                  <a:lnTo>
                    <a:pt x="7155078" y="584200"/>
                  </a:lnTo>
                  <a:lnTo>
                    <a:pt x="7183641" y="584200"/>
                  </a:lnTo>
                  <a:lnTo>
                    <a:pt x="7183641" y="304800"/>
                  </a:lnTo>
                  <a:close/>
                </a:path>
                <a:path w="7494905" h="1206500">
                  <a:moveTo>
                    <a:pt x="7183641" y="0"/>
                  </a:moveTo>
                  <a:lnTo>
                    <a:pt x="7155078" y="0"/>
                  </a:lnTo>
                  <a:lnTo>
                    <a:pt x="7155078" y="279400"/>
                  </a:lnTo>
                  <a:lnTo>
                    <a:pt x="7183641" y="279400"/>
                  </a:lnTo>
                  <a:lnTo>
                    <a:pt x="7183641" y="0"/>
                  </a:lnTo>
                  <a:close/>
                </a:path>
                <a:path w="7494905" h="1206500">
                  <a:moveTo>
                    <a:pt x="7494727" y="622300"/>
                  </a:moveTo>
                  <a:lnTo>
                    <a:pt x="7466177" y="622300"/>
                  </a:lnTo>
                  <a:lnTo>
                    <a:pt x="7466177" y="901700"/>
                  </a:lnTo>
                  <a:lnTo>
                    <a:pt x="7494727" y="901700"/>
                  </a:lnTo>
                  <a:lnTo>
                    <a:pt x="7494727" y="622300"/>
                  </a:lnTo>
                  <a:close/>
                </a:path>
                <a:path w="7494905" h="1206500">
                  <a:moveTo>
                    <a:pt x="7494727" y="304800"/>
                  </a:moveTo>
                  <a:lnTo>
                    <a:pt x="7466177" y="304800"/>
                  </a:lnTo>
                  <a:lnTo>
                    <a:pt x="7466177" y="584200"/>
                  </a:lnTo>
                  <a:lnTo>
                    <a:pt x="7494727" y="584200"/>
                  </a:lnTo>
                  <a:lnTo>
                    <a:pt x="7494727" y="304800"/>
                  </a:lnTo>
                  <a:close/>
                </a:path>
                <a:path w="7494905" h="1206500">
                  <a:moveTo>
                    <a:pt x="7494727" y="0"/>
                  </a:moveTo>
                  <a:lnTo>
                    <a:pt x="7466177" y="0"/>
                  </a:lnTo>
                  <a:lnTo>
                    <a:pt x="7466177" y="279400"/>
                  </a:lnTo>
                  <a:lnTo>
                    <a:pt x="7494727" y="279400"/>
                  </a:lnTo>
                  <a:lnTo>
                    <a:pt x="7494727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11188" y="9857320"/>
              <a:ext cx="7494905" cy="419100"/>
            </a:xfrm>
            <a:custGeom>
              <a:avLst/>
              <a:gdLst/>
              <a:ahLst/>
              <a:cxnLst/>
              <a:rect l="l" t="t" r="r" b="b"/>
              <a:pathLst>
                <a:path w="7494905" h="419100">
                  <a:moveTo>
                    <a:pt x="28498" y="317500"/>
                  </a:moveTo>
                  <a:lnTo>
                    <a:pt x="0" y="317500"/>
                  </a:lnTo>
                  <a:lnTo>
                    <a:pt x="0" y="419100"/>
                  </a:lnTo>
                  <a:lnTo>
                    <a:pt x="28498" y="419100"/>
                  </a:lnTo>
                  <a:lnTo>
                    <a:pt x="28498" y="317500"/>
                  </a:lnTo>
                  <a:close/>
                </a:path>
                <a:path w="7494905" h="419100">
                  <a:moveTo>
                    <a:pt x="339598" y="317500"/>
                  </a:moveTo>
                  <a:lnTo>
                    <a:pt x="311048" y="317500"/>
                  </a:lnTo>
                  <a:lnTo>
                    <a:pt x="311048" y="419100"/>
                  </a:lnTo>
                  <a:lnTo>
                    <a:pt x="339598" y="419100"/>
                  </a:lnTo>
                  <a:lnTo>
                    <a:pt x="339598" y="317500"/>
                  </a:lnTo>
                  <a:close/>
                </a:path>
                <a:path w="7494905" h="419100">
                  <a:moveTo>
                    <a:pt x="339598" y="0"/>
                  </a:moveTo>
                  <a:lnTo>
                    <a:pt x="311048" y="0"/>
                  </a:lnTo>
                  <a:lnTo>
                    <a:pt x="311048" y="279400"/>
                  </a:lnTo>
                  <a:lnTo>
                    <a:pt x="339598" y="279400"/>
                  </a:lnTo>
                  <a:lnTo>
                    <a:pt x="339598" y="0"/>
                  </a:lnTo>
                  <a:close/>
                </a:path>
                <a:path w="7494905" h="419100">
                  <a:moveTo>
                    <a:pt x="650697" y="317500"/>
                  </a:moveTo>
                  <a:lnTo>
                    <a:pt x="622134" y="317500"/>
                  </a:lnTo>
                  <a:lnTo>
                    <a:pt x="622134" y="419100"/>
                  </a:lnTo>
                  <a:lnTo>
                    <a:pt x="650697" y="419100"/>
                  </a:lnTo>
                  <a:lnTo>
                    <a:pt x="650697" y="317500"/>
                  </a:lnTo>
                  <a:close/>
                </a:path>
                <a:path w="7494905" h="419100">
                  <a:moveTo>
                    <a:pt x="650697" y="0"/>
                  </a:moveTo>
                  <a:lnTo>
                    <a:pt x="622134" y="0"/>
                  </a:lnTo>
                  <a:lnTo>
                    <a:pt x="622134" y="279400"/>
                  </a:lnTo>
                  <a:lnTo>
                    <a:pt x="650697" y="279400"/>
                  </a:lnTo>
                  <a:lnTo>
                    <a:pt x="650697" y="0"/>
                  </a:lnTo>
                  <a:close/>
                </a:path>
                <a:path w="7494905" h="419100">
                  <a:moveTo>
                    <a:pt x="961783" y="317500"/>
                  </a:moveTo>
                  <a:lnTo>
                    <a:pt x="933221" y="317500"/>
                  </a:lnTo>
                  <a:lnTo>
                    <a:pt x="933221" y="419100"/>
                  </a:lnTo>
                  <a:lnTo>
                    <a:pt x="961783" y="419100"/>
                  </a:lnTo>
                  <a:lnTo>
                    <a:pt x="961783" y="317500"/>
                  </a:lnTo>
                  <a:close/>
                </a:path>
                <a:path w="7494905" h="419100">
                  <a:moveTo>
                    <a:pt x="961783" y="0"/>
                  </a:moveTo>
                  <a:lnTo>
                    <a:pt x="933221" y="0"/>
                  </a:lnTo>
                  <a:lnTo>
                    <a:pt x="933221" y="279400"/>
                  </a:lnTo>
                  <a:lnTo>
                    <a:pt x="961783" y="279400"/>
                  </a:lnTo>
                  <a:lnTo>
                    <a:pt x="961783" y="0"/>
                  </a:lnTo>
                  <a:close/>
                </a:path>
                <a:path w="7494905" h="419100">
                  <a:moveTo>
                    <a:pt x="1272870" y="317500"/>
                  </a:moveTo>
                  <a:lnTo>
                    <a:pt x="1244320" y="317500"/>
                  </a:lnTo>
                  <a:lnTo>
                    <a:pt x="1244320" y="419100"/>
                  </a:lnTo>
                  <a:lnTo>
                    <a:pt x="1272870" y="419100"/>
                  </a:lnTo>
                  <a:lnTo>
                    <a:pt x="1272870" y="317500"/>
                  </a:lnTo>
                  <a:close/>
                </a:path>
                <a:path w="7494905" h="419100">
                  <a:moveTo>
                    <a:pt x="1272870" y="0"/>
                  </a:moveTo>
                  <a:lnTo>
                    <a:pt x="1244320" y="0"/>
                  </a:lnTo>
                  <a:lnTo>
                    <a:pt x="1244320" y="279400"/>
                  </a:lnTo>
                  <a:lnTo>
                    <a:pt x="1272870" y="279400"/>
                  </a:lnTo>
                  <a:lnTo>
                    <a:pt x="1272870" y="0"/>
                  </a:lnTo>
                  <a:close/>
                </a:path>
                <a:path w="7494905" h="419100">
                  <a:moveTo>
                    <a:pt x="1583969" y="317500"/>
                  </a:moveTo>
                  <a:lnTo>
                    <a:pt x="1555407" y="317500"/>
                  </a:lnTo>
                  <a:lnTo>
                    <a:pt x="1555407" y="419100"/>
                  </a:lnTo>
                  <a:lnTo>
                    <a:pt x="1583969" y="419100"/>
                  </a:lnTo>
                  <a:lnTo>
                    <a:pt x="1583969" y="317500"/>
                  </a:lnTo>
                  <a:close/>
                </a:path>
                <a:path w="7494905" h="419100">
                  <a:moveTo>
                    <a:pt x="1583969" y="0"/>
                  </a:moveTo>
                  <a:lnTo>
                    <a:pt x="1555407" y="0"/>
                  </a:lnTo>
                  <a:lnTo>
                    <a:pt x="1555407" y="279400"/>
                  </a:lnTo>
                  <a:lnTo>
                    <a:pt x="1583969" y="279400"/>
                  </a:lnTo>
                  <a:lnTo>
                    <a:pt x="1583969" y="0"/>
                  </a:lnTo>
                  <a:close/>
                </a:path>
                <a:path w="7494905" h="419100">
                  <a:moveTo>
                    <a:pt x="1895068" y="317500"/>
                  </a:moveTo>
                  <a:lnTo>
                    <a:pt x="1866506" y="317500"/>
                  </a:lnTo>
                  <a:lnTo>
                    <a:pt x="1866506" y="419100"/>
                  </a:lnTo>
                  <a:lnTo>
                    <a:pt x="1895068" y="419100"/>
                  </a:lnTo>
                  <a:lnTo>
                    <a:pt x="1895068" y="317500"/>
                  </a:lnTo>
                  <a:close/>
                </a:path>
                <a:path w="7494905" h="419100">
                  <a:moveTo>
                    <a:pt x="1895068" y="0"/>
                  </a:moveTo>
                  <a:lnTo>
                    <a:pt x="1866506" y="0"/>
                  </a:lnTo>
                  <a:lnTo>
                    <a:pt x="1866506" y="279400"/>
                  </a:lnTo>
                  <a:lnTo>
                    <a:pt x="1895068" y="279400"/>
                  </a:lnTo>
                  <a:lnTo>
                    <a:pt x="1895068" y="0"/>
                  </a:lnTo>
                  <a:close/>
                </a:path>
                <a:path w="7494905" h="419100">
                  <a:moveTo>
                    <a:pt x="2206155" y="317500"/>
                  </a:moveTo>
                  <a:lnTo>
                    <a:pt x="2177592" y="317500"/>
                  </a:lnTo>
                  <a:lnTo>
                    <a:pt x="2177592" y="419100"/>
                  </a:lnTo>
                  <a:lnTo>
                    <a:pt x="2206155" y="419100"/>
                  </a:lnTo>
                  <a:lnTo>
                    <a:pt x="2206155" y="317500"/>
                  </a:lnTo>
                  <a:close/>
                </a:path>
                <a:path w="7494905" h="419100">
                  <a:moveTo>
                    <a:pt x="2206155" y="0"/>
                  </a:moveTo>
                  <a:lnTo>
                    <a:pt x="2177592" y="0"/>
                  </a:lnTo>
                  <a:lnTo>
                    <a:pt x="2177592" y="279400"/>
                  </a:lnTo>
                  <a:lnTo>
                    <a:pt x="2206155" y="279400"/>
                  </a:lnTo>
                  <a:lnTo>
                    <a:pt x="2206155" y="0"/>
                  </a:lnTo>
                  <a:close/>
                </a:path>
                <a:path w="7494905" h="419100">
                  <a:moveTo>
                    <a:pt x="2517241" y="317500"/>
                  </a:moveTo>
                  <a:lnTo>
                    <a:pt x="2488692" y="317500"/>
                  </a:lnTo>
                  <a:lnTo>
                    <a:pt x="2488692" y="419100"/>
                  </a:lnTo>
                  <a:lnTo>
                    <a:pt x="2517241" y="419100"/>
                  </a:lnTo>
                  <a:lnTo>
                    <a:pt x="2517241" y="317500"/>
                  </a:lnTo>
                  <a:close/>
                </a:path>
                <a:path w="7494905" h="419100">
                  <a:moveTo>
                    <a:pt x="2517241" y="0"/>
                  </a:moveTo>
                  <a:lnTo>
                    <a:pt x="2488692" y="0"/>
                  </a:lnTo>
                  <a:lnTo>
                    <a:pt x="2488692" y="279400"/>
                  </a:lnTo>
                  <a:lnTo>
                    <a:pt x="2517241" y="279400"/>
                  </a:lnTo>
                  <a:lnTo>
                    <a:pt x="2517241" y="0"/>
                  </a:lnTo>
                  <a:close/>
                </a:path>
                <a:path w="7494905" h="419100">
                  <a:moveTo>
                    <a:pt x="2828340" y="317500"/>
                  </a:moveTo>
                  <a:lnTo>
                    <a:pt x="2799778" y="317500"/>
                  </a:lnTo>
                  <a:lnTo>
                    <a:pt x="2799778" y="419100"/>
                  </a:lnTo>
                  <a:lnTo>
                    <a:pt x="2828340" y="419100"/>
                  </a:lnTo>
                  <a:lnTo>
                    <a:pt x="2828340" y="317500"/>
                  </a:lnTo>
                  <a:close/>
                </a:path>
                <a:path w="7494905" h="419100">
                  <a:moveTo>
                    <a:pt x="2828340" y="0"/>
                  </a:moveTo>
                  <a:lnTo>
                    <a:pt x="2799778" y="0"/>
                  </a:lnTo>
                  <a:lnTo>
                    <a:pt x="2799778" y="279400"/>
                  </a:lnTo>
                  <a:lnTo>
                    <a:pt x="2828340" y="279400"/>
                  </a:lnTo>
                  <a:lnTo>
                    <a:pt x="2828340" y="0"/>
                  </a:lnTo>
                  <a:close/>
                </a:path>
                <a:path w="7494905" h="419100">
                  <a:moveTo>
                    <a:pt x="3139427" y="317500"/>
                  </a:moveTo>
                  <a:lnTo>
                    <a:pt x="3110865" y="317500"/>
                  </a:lnTo>
                  <a:lnTo>
                    <a:pt x="3110865" y="419100"/>
                  </a:lnTo>
                  <a:lnTo>
                    <a:pt x="3139427" y="419100"/>
                  </a:lnTo>
                  <a:lnTo>
                    <a:pt x="3139427" y="317500"/>
                  </a:lnTo>
                  <a:close/>
                </a:path>
                <a:path w="7494905" h="419100">
                  <a:moveTo>
                    <a:pt x="3139427" y="0"/>
                  </a:moveTo>
                  <a:lnTo>
                    <a:pt x="3110865" y="0"/>
                  </a:lnTo>
                  <a:lnTo>
                    <a:pt x="3110865" y="279400"/>
                  </a:lnTo>
                  <a:lnTo>
                    <a:pt x="3139427" y="279400"/>
                  </a:lnTo>
                  <a:lnTo>
                    <a:pt x="3139427" y="0"/>
                  </a:lnTo>
                  <a:close/>
                </a:path>
                <a:path w="7494905" h="419100">
                  <a:moveTo>
                    <a:pt x="3450526" y="317500"/>
                  </a:moveTo>
                  <a:lnTo>
                    <a:pt x="3421977" y="317500"/>
                  </a:lnTo>
                  <a:lnTo>
                    <a:pt x="3421977" y="419100"/>
                  </a:lnTo>
                  <a:lnTo>
                    <a:pt x="3450526" y="419100"/>
                  </a:lnTo>
                  <a:lnTo>
                    <a:pt x="3450526" y="317500"/>
                  </a:lnTo>
                  <a:close/>
                </a:path>
                <a:path w="7494905" h="419100">
                  <a:moveTo>
                    <a:pt x="3450526" y="0"/>
                  </a:moveTo>
                  <a:lnTo>
                    <a:pt x="3421977" y="0"/>
                  </a:lnTo>
                  <a:lnTo>
                    <a:pt x="3421977" y="279400"/>
                  </a:lnTo>
                  <a:lnTo>
                    <a:pt x="3450526" y="279400"/>
                  </a:lnTo>
                  <a:lnTo>
                    <a:pt x="3450526" y="0"/>
                  </a:lnTo>
                  <a:close/>
                </a:path>
                <a:path w="7494905" h="419100">
                  <a:moveTo>
                    <a:pt x="3761613" y="317500"/>
                  </a:moveTo>
                  <a:lnTo>
                    <a:pt x="3733063" y="317500"/>
                  </a:lnTo>
                  <a:lnTo>
                    <a:pt x="3733063" y="419100"/>
                  </a:lnTo>
                  <a:lnTo>
                    <a:pt x="3761613" y="419100"/>
                  </a:lnTo>
                  <a:lnTo>
                    <a:pt x="3761613" y="317500"/>
                  </a:lnTo>
                  <a:close/>
                </a:path>
                <a:path w="7494905" h="419100">
                  <a:moveTo>
                    <a:pt x="3761613" y="0"/>
                  </a:moveTo>
                  <a:lnTo>
                    <a:pt x="3733063" y="0"/>
                  </a:lnTo>
                  <a:lnTo>
                    <a:pt x="3733063" y="279400"/>
                  </a:lnTo>
                  <a:lnTo>
                    <a:pt x="3761613" y="279400"/>
                  </a:lnTo>
                  <a:lnTo>
                    <a:pt x="3761613" y="0"/>
                  </a:lnTo>
                  <a:close/>
                </a:path>
                <a:path w="7494905" h="419100">
                  <a:moveTo>
                    <a:pt x="4072712" y="317500"/>
                  </a:moveTo>
                  <a:lnTo>
                    <a:pt x="4044150" y="317500"/>
                  </a:lnTo>
                  <a:lnTo>
                    <a:pt x="4044150" y="419100"/>
                  </a:lnTo>
                  <a:lnTo>
                    <a:pt x="4072712" y="419100"/>
                  </a:lnTo>
                  <a:lnTo>
                    <a:pt x="4072712" y="317500"/>
                  </a:lnTo>
                  <a:close/>
                </a:path>
                <a:path w="7494905" h="419100">
                  <a:moveTo>
                    <a:pt x="4072712" y="0"/>
                  </a:moveTo>
                  <a:lnTo>
                    <a:pt x="4044150" y="0"/>
                  </a:lnTo>
                  <a:lnTo>
                    <a:pt x="4044150" y="279400"/>
                  </a:lnTo>
                  <a:lnTo>
                    <a:pt x="4072712" y="279400"/>
                  </a:lnTo>
                  <a:lnTo>
                    <a:pt x="4072712" y="0"/>
                  </a:lnTo>
                  <a:close/>
                </a:path>
                <a:path w="7494905" h="419100">
                  <a:moveTo>
                    <a:pt x="4383798" y="317500"/>
                  </a:moveTo>
                  <a:lnTo>
                    <a:pt x="4355249" y="317500"/>
                  </a:lnTo>
                  <a:lnTo>
                    <a:pt x="4355249" y="419100"/>
                  </a:lnTo>
                  <a:lnTo>
                    <a:pt x="4383798" y="419100"/>
                  </a:lnTo>
                  <a:lnTo>
                    <a:pt x="4383798" y="317500"/>
                  </a:lnTo>
                  <a:close/>
                </a:path>
                <a:path w="7494905" h="419100">
                  <a:moveTo>
                    <a:pt x="4383798" y="0"/>
                  </a:moveTo>
                  <a:lnTo>
                    <a:pt x="4355249" y="0"/>
                  </a:lnTo>
                  <a:lnTo>
                    <a:pt x="4355249" y="279400"/>
                  </a:lnTo>
                  <a:lnTo>
                    <a:pt x="4383798" y="279400"/>
                  </a:lnTo>
                  <a:lnTo>
                    <a:pt x="4383798" y="0"/>
                  </a:lnTo>
                  <a:close/>
                </a:path>
                <a:path w="7494905" h="419100">
                  <a:moveTo>
                    <a:pt x="4694885" y="317500"/>
                  </a:moveTo>
                  <a:lnTo>
                    <a:pt x="4666335" y="317500"/>
                  </a:lnTo>
                  <a:lnTo>
                    <a:pt x="4666335" y="419100"/>
                  </a:lnTo>
                  <a:lnTo>
                    <a:pt x="4694885" y="419100"/>
                  </a:lnTo>
                  <a:lnTo>
                    <a:pt x="4694885" y="317500"/>
                  </a:lnTo>
                  <a:close/>
                </a:path>
                <a:path w="7494905" h="419100">
                  <a:moveTo>
                    <a:pt x="4694885" y="0"/>
                  </a:moveTo>
                  <a:lnTo>
                    <a:pt x="4666335" y="0"/>
                  </a:lnTo>
                  <a:lnTo>
                    <a:pt x="4666335" y="279400"/>
                  </a:lnTo>
                  <a:lnTo>
                    <a:pt x="4694885" y="279400"/>
                  </a:lnTo>
                  <a:lnTo>
                    <a:pt x="4694885" y="0"/>
                  </a:lnTo>
                  <a:close/>
                </a:path>
                <a:path w="7494905" h="419100">
                  <a:moveTo>
                    <a:pt x="5005984" y="317500"/>
                  </a:moveTo>
                  <a:lnTo>
                    <a:pt x="4977422" y="317500"/>
                  </a:lnTo>
                  <a:lnTo>
                    <a:pt x="4977422" y="419100"/>
                  </a:lnTo>
                  <a:lnTo>
                    <a:pt x="5005984" y="419100"/>
                  </a:lnTo>
                  <a:lnTo>
                    <a:pt x="5005984" y="317500"/>
                  </a:lnTo>
                  <a:close/>
                </a:path>
                <a:path w="7494905" h="419100">
                  <a:moveTo>
                    <a:pt x="5005984" y="0"/>
                  </a:moveTo>
                  <a:lnTo>
                    <a:pt x="4977422" y="0"/>
                  </a:lnTo>
                  <a:lnTo>
                    <a:pt x="4977422" y="279400"/>
                  </a:lnTo>
                  <a:lnTo>
                    <a:pt x="5005984" y="279400"/>
                  </a:lnTo>
                  <a:lnTo>
                    <a:pt x="5005984" y="0"/>
                  </a:lnTo>
                  <a:close/>
                </a:path>
                <a:path w="7494905" h="419100">
                  <a:moveTo>
                    <a:pt x="5317083" y="317500"/>
                  </a:moveTo>
                  <a:lnTo>
                    <a:pt x="5288521" y="317500"/>
                  </a:lnTo>
                  <a:lnTo>
                    <a:pt x="5288521" y="419100"/>
                  </a:lnTo>
                  <a:lnTo>
                    <a:pt x="5317083" y="419100"/>
                  </a:lnTo>
                  <a:lnTo>
                    <a:pt x="5317083" y="317500"/>
                  </a:lnTo>
                  <a:close/>
                </a:path>
                <a:path w="7494905" h="419100">
                  <a:moveTo>
                    <a:pt x="5317083" y="0"/>
                  </a:moveTo>
                  <a:lnTo>
                    <a:pt x="5288521" y="0"/>
                  </a:lnTo>
                  <a:lnTo>
                    <a:pt x="5288521" y="279400"/>
                  </a:lnTo>
                  <a:lnTo>
                    <a:pt x="5317083" y="279400"/>
                  </a:lnTo>
                  <a:lnTo>
                    <a:pt x="5317083" y="0"/>
                  </a:lnTo>
                  <a:close/>
                </a:path>
                <a:path w="7494905" h="419100">
                  <a:moveTo>
                    <a:pt x="5628170" y="317500"/>
                  </a:moveTo>
                  <a:lnTo>
                    <a:pt x="5599620" y="317500"/>
                  </a:lnTo>
                  <a:lnTo>
                    <a:pt x="5599620" y="419100"/>
                  </a:lnTo>
                  <a:lnTo>
                    <a:pt x="5628170" y="419100"/>
                  </a:lnTo>
                  <a:lnTo>
                    <a:pt x="5628170" y="317500"/>
                  </a:lnTo>
                  <a:close/>
                </a:path>
                <a:path w="7494905" h="419100">
                  <a:moveTo>
                    <a:pt x="5628170" y="0"/>
                  </a:moveTo>
                  <a:lnTo>
                    <a:pt x="5599620" y="0"/>
                  </a:lnTo>
                  <a:lnTo>
                    <a:pt x="5599620" y="279400"/>
                  </a:lnTo>
                  <a:lnTo>
                    <a:pt x="5628170" y="279400"/>
                  </a:lnTo>
                  <a:lnTo>
                    <a:pt x="5628170" y="0"/>
                  </a:lnTo>
                  <a:close/>
                </a:path>
                <a:path w="7494905" h="419100">
                  <a:moveTo>
                    <a:pt x="5939269" y="317500"/>
                  </a:moveTo>
                  <a:lnTo>
                    <a:pt x="5910707" y="317500"/>
                  </a:lnTo>
                  <a:lnTo>
                    <a:pt x="5910707" y="419100"/>
                  </a:lnTo>
                  <a:lnTo>
                    <a:pt x="5939269" y="419100"/>
                  </a:lnTo>
                  <a:lnTo>
                    <a:pt x="5939269" y="317500"/>
                  </a:lnTo>
                  <a:close/>
                </a:path>
                <a:path w="7494905" h="419100">
                  <a:moveTo>
                    <a:pt x="5939269" y="0"/>
                  </a:moveTo>
                  <a:lnTo>
                    <a:pt x="5910707" y="0"/>
                  </a:lnTo>
                  <a:lnTo>
                    <a:pt x="5910707" y="279400"/>
                  </a:lnTo>
                  <a:lnTo>
                    <a:pt x="5939269" y="279400"/>
                  </a:lnTo>
                  <a:lnTo>
                    <a:pt x="5939269" y="0"/>
                  </a:lnTo>
                  <a:close/>
                </a:path>
                <a:path w="7494905" h="419100">
                  <a:moveTo>
                    <a:pt x="6250356" y="317500"/>
                  </a:moveTo>
                  <a:lnTo>
                    <a:pt x="6221793" y="317500"/>
                  </a:lnTo>
                  <a:lnTo>
                    <a:pt x="6221793" y="419100"/>
                  </a:lnTo>
                  <a:lnTo>
                    <a:pt x="6250356" y="419100"/>
                  </a:lnTo>
                  <a:lnTo>
                    <a:pt x="6250356" y="317500"/>
                  </a:lnTo>
                  <a:close/>
                </a:path>
                <a:path w="7494905" h="419100">
                  <a:moveTo>
                    <a:pt x="6250356" y="0"/>
                  </a:moveTo>
                  <a:lnTo>
                    <a:pt x="6221793" y="0"/>
                  </a:lnTo>
                  <a:lnTo>
                    <a:pt x="6221793" y="279400"/>
                  </a:lnTo>
                  <a:lnTo>
                    <a:pt x="6250356" y="279400"/>
                  </a:lnTo>
                  <a:lnTo>
                    <a:pt x="6250356" y="0"/>
                  </a:lnTo>
                  <a:close/>
                </a:path>
                <a:path w="7494905" h="419100">
                  <a:moveTo>
                    <a:pt x="6561442" y="317500"/>
                  </a:moveTo>
                  <a:lnTo>
                    <a:pt x="6532893" y="317500"/>
                  </a:lnTo>
                  <a:lnTo>
                    <a:pt x="6532893" y="419100"/>
                  </a:lnTo>
                  <a:lnTo>
                    <a:pt x="6561442" y="419100"/>
                  </a:lnTo>
                  <a:lnTo>
                    <a:pt x="6561442" y="317500"/>
                  </a:lnTo>
                  <a:close/>
                </a:path>
                <a:path w="7494905" h="419100">
                  <a:moveTo>
                    <a:pt x="6561442" y="0"/>
                  </a:moveTo>
                  <a:lnTo>
                    <a:pt x="6532893" y="0"/>
                  </a:lnTo>
                  <a:lnTo>
                    <a:pt x="6532893" y="279400"/>
                  </a:lnTo>
                  <a:lnTo>
                    <a:pt x="6561442" y="279400"/>
                  </a:lnTo>
                  <a:lnTo>
                    <a:pt x="6561442" y="0"/>
                  </a:lnTo>
                  <a:close/>
                </a:path>
                <a:path w="7494905" h="419100">
                  <a:moveTo>
                    <a:pt x="6872541" y="317500"/>
                  </a:moveTo>
                  <a:lnTo>
                    <a:pt x="6843992" y="317500"/>
                  </a:lnTo>
                  <a:lnTo>
                    <a:pt x="6843992" y="419100"/>
                  </a:lnTo>
                  <a:lnTo>
                    <a:pt x="6872541" y="419100"/>
                  </a:lnTo>
                  <a:lnTo>
                    <a:pt x="6872541" y="317500"/>
                  </a:lnTo>
                  <a:close/>
                </a:path>
                <a:path w="7494905" h="419100">
                  <a:moveTo>
                    <a:pt x="6872541" y="0"/>
                  </a:moveTo>
                  <a:lnTo>
                    <a:pt x="6843992" y="0"/>
                  </a:lnTo>
                  <a:lnTo>
                    <a:pt x="6843992" y="279400"/>
                  </a:lnTo>
                  <a:lnTo>
                    <a:pt x="6872541" y="279400"/>
                  </a:lnTo>
                  <a:lnTo>
                    <a:pt x="6872541" y="0"/>
                  </a:lnTo>
                  <a:close/>
                </a:path>
                <a:path w="7494905" h="419100">
                  <a:moveTo>
                    <a:pt x="7183641" y="317500"/>
                  </a:moveTo>
                  <a:lnTo>
                    <a:pt x="7155078" y="317500"/>
                  </a:lnTo>
                  <a:lnTo>
                    <a:pt x="7155078" y="419100"/>
                  </a:lnTo>
                  <a:lnTo>
                    <a:pt x="7183641" y="419100"/>
                  </a:lnTo>
                  <a:lnTo>
                    <a:pt x="7183641" y="317500"/>
                  </a:lnTo>
                  <a:close/>
                </a:path>
                <a:path w="7494905" h="419100">
                  <a:moveTo>
                    <a:pt x="7183641" y="0"/>
                  </a:moveTo>
                  <a:lnTo>
                    <a:pt x="7155078" y="0"/>
                  </a:lnTo>
                  <a:lnTo>
                    <a:pt x="7155078" y="279400"/>
                  </a:lnTo>
                  <a:lnTo>
                    <a:pt x="7183641" y="279400"/>
                  </a:lnTo>
                  <a:lnTo>
                    <a:pt x="7183641" y="0"/>
                  </a:lnTo>
                  <a:close/>
                </a:path>
                <a:path w="7494905" h="419100">
                  <a:moveTo>
                    <a:pt x="7494727" y="317500"/>
                  </a:moveTo>
                  <a:lnTo>
                    <a:pt x="7466177" y="317500"/>
                  </a:lnTo>
                  <a:lnTo>
                    <a:pt x="7466177" y="419100"/>
                  </a:lnTo>
                  <a:lnTo>
                    <a:pt x="7494727" y="419100"/>
                  </a:lnTo>
                  <a:lnTo>
                    <a:pt x="7494727" y="317500"/>
                  </a:lnTo>
                  <a:close/>
                </a:path>
                <a:path w="7494905" h="419100">
                  <a:moveTo>
                    <a:pt x="7494727" y="0"/>
                  </a:moveTo>
                  <a:lnTo>
                    <a:pt x="7466177" y="0"/>
                  </a:lnTo>
                  <a:lnTo>
                    <a:pt x="7466177" y="279400"/>
                  </a:lnTo>
                  <a:lnTo>
                    <a:pt x="7494727" y="279400"/>
                  </a:lnTo>
                  <a:lnTo>
                    <a:pt x="7494727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389848"/>
              <a:ext cx="5534024" cy="28971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4208" y="1829497"/>
              <a:ext cx="6471919" cy="665738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-621" y="-9733"/>
              <a:ext cx="8382634" cy="7147559"/>
            </a:xfrm>
            <a:custGeom>
              <a:avLst/>
              <a:gdLst/>
              <a:ahLst/>
              <a:cxnLst/>
              <a:rect l="l" t="t" r="r" b="b"/>
              <a:pathLst>
                <a:path w="8382634" h="7147559">
                  <a:moveTo>
                    <a:pt x="5367189" y="1151142"/>
                  </a:moveTo>
                  <a:lnTo>
                    <a:pt x="7014317" y="1016512"/>
                  </a:lnTo>
                  <a:lnTo>
                    <a:pt x="7102551" y="983815"/>
                  </a:lnTo>
                  <a:lnTo>
                    <a:pt x="7145991" y="954780"/>
                  </a:lnTo>
                  <a:lnTo>
                    <a:pt x="7280880" y="905528"/>
                  </a:lnTo>
                  <a:lnTo>
                    <a:pt x="7325310" y="876412"/>
                  </a:lnTo>
                  <a:lnTo>
                    <a:pt x="7371029" y="859932"/>
                  </a:lnTo>
                  <a:lnTo>
                    <a:pt x="7461181" y="801594"/>
                  </a:lnTo>
                  <a:lnTo>
                    <a:pt x="7738134" y="626049"/>
                  </a:lnTo>
                  <a:lnTo>
                    <a:pt x="7747965" y="612503"/>
                  </a:lnTo>
                  <a:lnTo>
                    <a:pt x="7760726" y="611460"/>
                  </a:lnTo>
                  <a:lnTo>
                    <a:pt x="7789560" y="583618"/>
                  </a:lnTo>
                  <a:lnTo>
                    <a:pt x="7825059" y="555232"/>
                  </a:lnTo>
                  <a:lnTo>
                    <a:pt x="7866616" y="526351"/>
                  </a:lnTo>
                  <a:lnTo>
                    <a:pt x="7888441" y="499082"/>
                  </a:lnTo>
                  <a:lnTo>
                    <a:pt x="7912586" y="484366"/>
                  </a:lnTo>
                  <a:lnTo>
                    <a:pt x="7936906" y="456894"/>
                  </a:lnTo>
                  <a:lnTo>
                    <a:pt x="7963394" y="441986"/>
                  </a:lnTo>
                  <a:lnTo>
                    <a:pt x="7989905" y="414335"/>
                  </a:lnTo>
                  <a:lnTo>
                    <a:pt x="8017397" y="386603"/>
                  </a:lnTo>
                  <a:lnTo>
                    <a:pt x="8045795" y="358797"/>
                  </a:lnTo>
                  <a:lnTo>
                    <a:pt x="8075021" y="330924"/>
                  </a:lnTo>
                  <a:lnTo>
                    <a:pt x="8104999" y="302989"/>
                  </a:lnTo>
                  <a:lnTo>
                    <a:pt x="8135655" y="274998"/>
                  </a:lnTo>
                  <a:lnTo>
                    <a:pt x="8166910" y="246959"/>
                  </a:lnTo>
                  <a:lnTo>
                    <a:pt x="8198690" y="218877"/>
                  </a:lnTo>
                  <a:lnTo>
                    <a:pt x="8229884" y="178100"/>
                  </a:lnTo>
                  <a:lnTo>
                    <a:pt x="8262483" y="149951"/>
                  </a:lnTo>
                  <a:lnTo>
                    <a:pt x="8358649" y="27409"/>
                  </a:lnTo>
                  <a:lnTo>
                    <a:pt x="8382200" y="0"/>
                  </a:lnTo>
                  <a:lnTo>
                    <a:pt x="621" y="9733"/>
                  </a:lnTo>
                  <a:lnTo>
                    <a:pt x="486" y="1551569"/>
                  </a:lnTo>
                  <a:lnTo>
                    <a:pt x="4947381" y="1147228"/>
                  </a:lnTo>
                  <a:lnTo>
                    <a:pt x="4985934" y="1156820"/>
                  </a:lnTo>
                  <a:lnTo>
                    <a:pt x="5212478" y="1138303"/>
                  </a:lnTo>
                  <a:lnTo>
                    <a:pt x="5251541" y="1147852"/>
                  </a:lnTo>
                  <a:lnTo>
                    <a:pt x="5327858" y="1141614"/>
                  </a:lnTo>
                  <a:lnTo>
                    <a:pt x="5367189" y="1151142"/>
                  </a:lnTo>
                  <a:close/>
                </a:path>
                <a:path w="8382634" h="7147559">
                  <a:moveTo>
                    <a:pt x="113593" y="7136217"/>
                  </a:moveTo>
                  <a:lnTo>
                    <a:pt x="1364424" y="7033978"/>
                  </a:lnTo>
                  <a:lnTo>
                    <a:pt x="1532184" y="6982039"/>
                  </a:lnTo>
                  <a:lnTo>
                    <a:pt x="1586617" y="6952105"/>
                  </a:lnTo>
                  <a:lnTo>
                    <a:pt x="1696712" y="6917622"/>
                  </a:lnTo>
                  <a:lnTo>
                    <a:pt x="1750251" y="6887761"/>
                  </a:lnTo>
                  <a:lnTo>
                    <a:pt x="1804472" y="6870587"/>
                  </a:lnTo>
                  <a:lnTo>
                    <a:pt x="1961649" y="6781286"/>
                  </a:lnTo>
                  <a:lnTo>
                    <a:pt x="2164650" y="6662755"/>
                  </a:lnTo>
                  <a:lnTo>
                    <a:pt x="2260781" y="6578443"/>
                  </a:lnTo>
                  <a:lnTo>
                    <a:pt x="2308961" y="6549020"/>
                  </a:lnTo>
                  <a:lnTo>
                    <a:pt x="2342223" y="6508075"/>
                  </a:lnTo>
                  <a:lnTo>
                    <a:pt x="2375595" y="6479862"/>
                  </a:lnTo>
                  <a:lnTo>
                    <a:pt x="2408055" y="6451724"/>
                  </a:lnTo>
                  <a:lnTo>
                    <a:pt x="2439618" y="6423660"/>
                  </a:lnTo>
                  <a:lnTo>
                    <a:pt x="2470296" y="6395668"/>
                  </a:lnTo>
                  <a:lnTo>
                    <a:pt x="2499069" y="6355089"/>
                  </a:lnTo>
                  <a:lnTo>
                    <a:pt x="2528021" y="6327238"/>
                  </a:lnTo>
                  <a:lnTo>
                    <a:pt x="2556130" y="6299455"/>
                  </a:lnTo>
                  <a:lnTo>
                    <a:pt x="2582375" y="6259083"/>
                  </a:lnTo>
                  <a:lnTo>
                    <a:pt x="2608839" y="6231435"/>
                  </a:lnTo>
                  <a:lnTo>
                    <a:pt x="2633467" y="6191195"/>
                  </a:lnTo>
                  <a:lnTo>
                    <a:pt x="2658342" y="6163677"/>
                  </a:lnTo>
                  <a:lnTo>
                    <a:pt x="2681409" y="6123565"/>
                  </a:lnTo>
                  <a:lnTo>
                    <a:pt x="2704750" y="6096172"/>
                  </a:lnTo>
                  <a:lnTo>
                    <a:pt x="2726310" y="6056183"/>
                  </a:lnTo>
                  <a:lnTo>
                    <a:pt x="2748172" y="6028912"/>
                  </a:lnTo>
                  <a:lnTo>
                    <a:pt x="2768280" y="5989041"/>
                  </a:lnTo>
                  <a:lnTo>
                    <a:pt x="2787683" y="5949228"/>
                  </a:lnTo>
                  <a:lnTo>
                    <a:pt x="2807429" y="5922129"/>
                  </a:lnTo>
                  <a:lnTo>
                    <a:pt x="2825463" y="5882428"/>
                  </a:lnTo>
                  <a:lnTo>
                    <a:pt x="2842834" y="5842781"/>
                  </a:lnTo>
                  <a:lnTo>
                    <a:pt x="2859554" y="5803188"/>
                  </a:lnTo>
                  <a:lnTo>
                    <a:pt x="2875637" y="5763646"/>
                  </a:lnTo>
                  <a:lnTo>
                    <a:pt x="2892133" y="5736813"/>
                  </a:lnTo>
                  <a:lnTo>
                    <a:pt x="2906985" y="5697372"/>
                  </a:lnTo>
                  <a:lnTo>
                    <a:pt x="2921242" y="5657980"/>
                  </a:lnTo>
                  <a:lnTo>
                    <a:pt x="2934918" y="5618635"/>
                  </a:lnTo>
                  <a:lnTo>
                    <a:pt x="2948026" y="5579336"/>
                  </a:lnTo>
                  <a:lnTo>
                    <a:pt x="2960581" y="5540083"/>
                  </a:lnTo>
                  <a:lnTo>
                    <a:pt x="2972595" y="5500874"/>
                  </a:lnTo>
                  <a:lnTo>
                    <a:pt x="2984083" y="5461708"/>
                  </a:lnTo>
                  <a:lnTo>
                    <a:pt x="2995059" y="5422584"/>
                  </a:lnTo>
                  <a:lnTo>
                    <a:pt x="3005535" y="5383500"/>
                  </a:lnTo>
                  <a:lnTo>
                    <a:pt x="3015527" y="5344457"/>
                  </a:lnTo>
                  <a:lnTo>
                    <a:pt x="3025048" y="5305451"/>
                  </a:lnTo>
                  <a:lnTo>
                    <a:pt x="3034111" y="5266483"/>
                  </a:lnTo>
                  <a:lnTo>
                    <a:pt x="3042730" y="5227552"/>
                  </a:lnTo>
                  <a:lnTo>
                    <a:pt x="3050920" y="5188655"/>
                  </a:lnTo>
                  <a:lnTo>
                    <a:pt x="3058693" y="5149793"/>
                  </a:lnTo>
                  <a:lnTo>
                    <a:pt x="3065029" y="5098306"/>
                  </a:lnTo>
                  <a:lnTo>
                    <a:pt x="3072011" y="5059508"/>
                  </a:lnTo>
                  <a:lnTo>
                    <a:pt x="3078618" y="5020741"/>
                  </a:lnTo>
                  <a:lnTo>
                    <a:pt x="3084864" y="4982003"/>
                  </a:lnTo>
                  <a:lnTo>
                    <a:pt x="3090763" y="4943294"/>
                  </a:lnTo>
                  <a:lnTo>
                    <a:pt x="3095293" y="4891954"/>
                  </a:lnTo>
                  <a:lnTo>
                    <a:pt x="3100538" y="4853299"/>
                  </a:lnTo>
                  <a:lnTo>
                    <a:pt x="3105477" y="4814668"/>
                  </a:lnTo>
                  <a:lnTo>
                    <a:pt x="3110124" y="4776061"/>
                  </a:lnTo>
                  <a:lnTo>
                    <a:pt x="3114492" y="4737477"/>
                  </a:lnTo>
                  <a:lnTo>
                    <a:pt x="3117561" y="4686257"/>
                  </a:lnTo>
                  <a:lnTo>
                    <a:pt x="3121413" y="4647715"/>
                  </a:lnTo>
                  <a:lnTo>
                    <a:pt x="3125028" y="4609192"/>
                  </a:lnTo>
                  <a:lnTo>
                    <a:pt x="3127385" y="4558030"/>
                  </a:lnTo>
                  <a:lnTo>
                    <a:pt x="3130566" y="4519543"/>
                  </a:lnTo>
                  <a:lnTo>
                    <a:pt x="3133552" y="4481072"/>
                  </a:lnTo>
                  <a:lnTo>
                    <a:pt x="3136355" y="4442616"/>
                  </a:lnTo>
                  <a:lnTo>
                    <a:pt x="3137955" y="4391516"/>
                  </a:lnTo>
                  <a:lnTo>
                    <a:pt x="3140435" y="4353086"/>
                  </a:lnTo>
                  <a:lnTo>
                    <a:pt x="3142774" y="4314668"/>
                  </a:lnTo>
                  <a:lnTo>
                    <a:pt x="3143952" y="4263602"/>
                  </a:lnTo>
                  <a:lnTo>
                    <a:pt x="3146050" y="4225203"/>
                  </a:lnTo>
                  <a:lnTo>
                    <a:pt x="3148049" y="4186813"/>
                  </a:lnTo>
                  <a:lnTo>
                    <a:pt x="3148927" y="4135772"/>
                  </a:lnTo>
                  <a:lnTo>
                    <a:pt x="3150768" y="4097394"/>
                  </a:lnTo>
                  <a:lnTo>
                    <a:pt x="3152550" y="4059022"/>
                  </a:lnTo>
                  <a:lnTo>
                    <a:pt x="3153253" y="4007995"/>
                  </a:lnTo>
                  <a:lnTo>
                    <a:pt x="3158997" y="3841875"/>
                  </a:lnTo>
                  <a:lnTo>
                    <a:pt x="3160718" y="3803507"/>
                  </a:lnTo>
                  <a:lnTo>
                    <a:pt x="3162476" y="3765136"/>
                  </a:lnTo>
                  <a:lnTo>
                    <a:pt x="3163252" y="3714103"/>
                  </a:lnTo>
                  <a:lnTo>
                    <a:pt x="3165127" y="3675723"/>
                  </a:lnTo>
                  <a:lnTo>
                    <a:pt x="3167082" y="3637336"/>
                  </a:lnTo>
                  <a:lnTo>
                    <a:pt x="3168096" y="3586284"/>
                  </a:lnTo>
                  <a:lnTo>
                    <a:pt x="3170250" y="3547881"/>
                  </a:lnTo>
                  <a:lnTo>
                    <a:pt x="3172525" y="3509468"/>
                  </a:lnTo>
                  <a:lnTo>
                    <a:pt x="3174934" y="3471044"/>
                  </a:lnTo>
                  <a:lnTo>
                    <a:pt x="3176457" y="3419950"/>
                  </a:lnTo>
                  <a:lnTo>
                    <a:pt x="3179176" y="3381501"/>
                  </a:lnTo>
                  <a:lnTo>
                    <a:pt x="3182071" y="3343037"/>
                  </a:lnTo>
                  <a:lnTo>
                    <a:pt x="3185155" y="3304558"/>
                  </a:lnTo>
                  <a:lnTo>
                    <a:pt x="3188441" y="3266062"/>
                  </a:lnTo>
                  <a:lnTo>
                    <a:pt x="3190910" y="3214891"/>
                  </a:lnTo>
                  <a:lnTo>
                    <a:pt x="3194645" y="3176359"/>
                  </a:lnTo>
                  <a:lnTo>
                    <a:pt x="3198623" y="3137806"/>
                  </a:lnTo>
                  <a:lnTo>
                    <a:pt x="3202860" y="3099233"/>
                  </a:lnTo>
                  <a:lnTo>
                    <a:pt x="3207368" y="3060637"/>
                  </a:lnTo>
                  <a:lnTo>
                    <a:pt x="3212163" y="3022018"/>
                  </a:lnTo>
                  <a:lnTo>
                    <a:pt x="3217256" y="2983375"/>
                  </a:lnTo>
                  <a:lnTo>
                    <a:pt x="3221628" y="2932048"/>
                  </a:lnTo>
                  <a:lnTo>
                    <a:pt x="3227362" y="2893353"/>
                  </a:lnTo>
                  <a:lnTo>
                    <a:pt x="3233436" y="2854629"/>
                  </a:lnTo>
                  <a:lnTo>
                    <a:pt x="3239864" y="2815877"/>
                  </a:lnTo>
                  <a:lnTo>
                    <a:pt x="3246661" y="2777094"/>
                  </a:lnTo>
                  <a:lnTo>
                    <a:pt x="3253840" y="2738280"/>
                  </a:lnTo>
                  <a:lnTo>
                    <a:pt x="3261414" y="2699434"/>
                  </a:lnTo>
                  <a:lnTo>
                    <a:pt x="3269398" y="2660554"/>
                  </a:lnTo>
                  <a:lnTo>
                    <a:pt x="3278839" y="2634298"/>
                  </a:lnTo>
                  <a:lnTo>
                    <a:pt x="3287683" y="2595348"/>
                  </a:lnTo>
                  <a:lnTo>
                    <a:pt x="3296978" y="2556361"/>
                  </a:lnTo>
                  <a:lnTo>
                    <a:pt x="3306737" y="2517337"/>
                  </a:lnTo>
                  <a:lnTo>
                    <a:pt x="3316975" y="2478273"/>
                  </a:lnTo>
                  <a:lnTo>
                    <a:pt x="3327704" y="2439169"/>
                  </a:lnTo>
                  <a:lnTo>
                    <a:pt x="3338940" y="2400023"/>
                  </a:lnTo>
                  <a:lnTo>
                    <a:pt x="3351729" y="2373493"/>
                  </a:lnTo>
                  <a:lnTo>
                    <a:pt x="3364017" y="2334262"/>
                  </a:lnTo>
                  <a:lnTo>
                    <a:pt x="3376853" y="2294986"/>
                  </a:lnTo>
                  <a:lnTo>
                    <a:pt x="3391283" y="2268321"/>
                  </a:lnTo>
                  <a:lnTo>
                    <a:pt x="3405254" y="2228952"/>
                  </a:lnTo>
                  <a:lnTo>
                    <a:pt x="3419813" y="2189535"/>
                  </a:lnTo>
                  <a:lnTo>
                    <a:pt x="3436008" y="2162727"/>
                  </a:lnTo>
                  <a:lnTo>
                    <a:pt x="3451785" y="2123210"/>
                  </a:lnTo>
                  <a:lnTo>
                    <a:pt x="3469227" y="2096300"/>
                  </a:lnTo>
                  <a:lnTo>
                    <a:pt x="3486277" y="2056679"/>
                  </a:lnTo>
                  <a:lnTo>
                    <a:pt x="3505018" y="2029663"/>
                  </a:lnTo>
                  <a:lnTo>
                    <a:pt x="3523396" y="1989934"/>
                  </a:lnTo>
                  <a:lnTo>
                    <a:pt x="3543494" y="1962806"/>
                  </a:lnTo>
                  <a:lnTo>
                    <a:pt x="3563255" y="1922964"/>
                  </a:lnTo>
                  <a:lnTo>
                    <a:pt x="3584763" y="1895721"/>
                  </a:lnTo>
                  <a:lnTo>
                    <a:pt x="3606996" y="1868419"/>
                  </a:lnTo>
                  <a:lnTo>
                    <a:pt x="3629970" y="1841057"/>
                  </a:lnTo>
                  <a:lnTo>
                    <a:pt x="3652663" y="1800975"/>
                  </a:lnTo>
                  <a:lnTo>
                    <a:pt x="3702432" y="1745937"/>
                  </a:lnTo>
                  <a:lnTo>
                    <a:pt x="3755381" y="1690640"/>
                  </a:lnTo>
                  <a:lnTo>
                    <a:pt x="3783082" y="1662891"/>
                  </a:lnTo>
                  <a:lnTo>
                    <a:pt x="3811619" y="1635074"/>
                  </a:lnTo>
                  <a:lnTo>
                    <a:pt x="3841005" y="1607188"/>
                  </a:lnTo>
                  <a:lnTo>
                    <a:pt x="3871256" y="1579230"/>
                  </a:lnTo>
                  <a:lnTo>
                    <a:pt x="3902383" y="1551201"/>
                  </a:lnTo>
                  <a:lnTo>
                    <a:pt x="3934402" y="1523100"/>
                  </a:lnTo>
                  <a:lnTo>
                    <a:pt x="3967325" y="1494924"/>
                  </a:lnTo>
                  <a:lnTo>
                    <a:pt x="4003405" y="1479232"/>
                  </a:lnTo>
                  <a:lnTo>
                    <a:pt x="4073411" y="1422541"/>
                  </a:lnTo>
                  <a:lnTo>
                    <a:pt x="4109413" y="1406856"/>
                  </a:lnTo>
                  <a:lnTo>
                    <a:pt x="4144362" y="1378515"/>
                  </a:lnTo>
                  <a:lnTo>
                    <a:pt x="4467919" y="1237387"/>
                  </a:lnTo>
                  <a:lnTo>
                    <a:pt x="4504934" y="1234362"/>
                  </a:lnTo>
                  <a:lnTo>
                    <a:pt x="4540933" y="1218677"/>
                  </a:lnTo>
                  <a:lnTo>
                    <a:pt x="4577988" y="1215648"/>
                  </a:lnTo>
                  <a:lnTo>
                    <a:pt x="4614034" y="1199960"/>
                  </a:lnTo>
                  <a:lnTo>
                    <a:pt x="4651143" y="1196926"/>
                  </a:lnTo>
                  <a:lnTo>
                    <a:pt x="4687249" y="1181233"/>
                  </a:lnTo>
                  <a:lnTo>
                    <a:pt x="4873552" y="1166005"/>
                  </a:lnTo>
                  <a:lnTo>
                    <a:pt x="4909921" y="1150290"/>
                  </a:lnTo>
                  <a:lnTo>
                    <a:pt x="486" y="1551569"/>
                  </a:lnTo>
                  <a:lnTo>
                    <a:pt x="0" y="7120017"/>
                  </a:lnTo>
                  <a:lnTo>
                    <a:pt x="3833" y="7119703"/>
                  </a:lnTo>
                  <a:lnTo>
                    <a:pt x="113593" y="7136217"/>
                  </a:lnTo>
                  <a:close/>
                </a:path>
                <a:path w="8382634" h="7147559">
                  <a:moveTo>
                    <a:pt x="5719709" y="1160555"/>
                  </a:moveTo>
                  <a:lnTo>
                    <a:pt x="6839573" y="1069022"/>
                  </a:lnTo>
                  <a:lnTo>
                    <a:pt x="6969515" y="1020174"/>
                  </a:lnTo>
                  <a:lnTo>
                    <a:pt x="5444075" y="1144858"/>
                  </a:lnTo>
                  <a:lnTo>
                    <a:pt x="5483706" y="1154361"/>
                  </a:lnTo>
                  <a:lnTo>
                    <a:pt x="5561221" y="1148025"/>
                  </a:lnTo>
                  <a:lnTo>
                    <a:pt x="5640225" y="1154310"/>
                  </a:lnTo>
                  <a:lnTo>
                    <a:pt x="5679388" y="1151109"/>
                  </a:lnTo>
                  <a:lnTo>
                    <a:pt x="5719709" y="1160555"/>
                  </a:lnTo>
                  <a:close/>
                </a:path>
                <a:path w="8382634" h="7147559">
                  <a:moveTo>
                    <a:pt x="5839379" y="1163516"/>
                  </a:moveTo>
                  <a:lnTo>
                    <a:pt x="6753009" y="1088840"/>
                  </a:lnTo>
                  <a:lnTo>
                    <a:pt x="6795666" y="1072611"/>
                  </a:lnTo>
                  <a:lnTo>
                    <a:pt x="5798667" y="1154102"/>
                  </a:lnTo>
                  <a:lnTo>
                    <a:pt x="5839379" y="1163516"/>
                  </a:lnTo>
                  <a:close/>
                </a:path>
                <a:path w="8382634" h="7147559">
                  <a:moveTo>
                    <a:pt x="5960284" y="1166376"/>
                  </a:moveTo>
                  <a:lnTo>
                    <a:pt x="6667293" y="1108588"/>
                  </a:lnTo>
                  <a:lnTo>
                    <a:pt x="6709529" y="1092394"/>
                  </a:lnTo>
                  <a:lnTo>
                    <a:pt x="5919150" y="1156996"/>
                  </a:lnTo>
                  <a:lnTo>
                    <a:pt x="5960284" y="1166376"/>
                  </a:lnTo>
                  <a:close/>
                </a:path>
                <a:path w="8382634" h="7147559">
                  <a:moveTo>
                    <a:pt x="6164095" y="1162460"/>
                  </a:moveTo>
                  <a:lnTo>
                    <a:pt x="6497259" y="1135229"/>
                  </a:lnTo>
                  <a:lnTo>
                    <a:pt x="6538695" y="1119099"/>
                  </a:lnTo>
                  <a:lnTo>
                    <a:pt x="6122190" y="1153143"/>
                  </a:lnTo>
                  <a:lnTo>
                    <a:pt x="6164095" y="1162460"/>
                  </a:lnTo>
                  <a:close/>
                </a:path>
                <a:path w="8382634" h="7147559">
                  <a:moveTo>
                    <a:pt x="335997" y="7143523"/>
                  </a:moveTo>
                  <a:lnTo>
                    <a:pt x="1194162" y="7073380"/>
                  </a:lnTo>
                  <a:lnTo>
                    <a:pt x="1307107" y="7038663"/>
                  </a:lnTo>
                  <a:lnTo>
                    <a:pt x="168098" y="7131762"/>
                  </a:lnTo>
                  <a:lnTo>
                    <a:pt x="224041" y="7139931"/>
                  </a:lnTo>
                  <a:lnTo>
                    <a:pt x="279327" y="7135412"/>
                  </a:lnTo>
                  <a:lnTo>
                    <a:pt x="335997" y="7143523"/>
                  </a:lnTo>
                  <a:close/>
                </a:path>
                <a:path w="8382634" h="7147559">
                  <a:moveTo>
                    <a:pt x="449245" y="7147009"/>
                  </a:moveTo>
                  <a:lnTo>
                    <a:pt x="1079853" y="7095465"/>
                  </a:lnTo>
                  <a:lnTo>
                    <a:pt x="1136517" y="7078091"/>
                  </a:lnTo>
                  <a:lnTo>
                    <a:pt x="391956" y="7138949"/>
                  </a:lnTo>
                  <a:lnTo>
                    <a:pt x="449245" y="7147009"/>
                  </a:lnTo>
                  <a:close/>
                </a:path>
                <a:path w="8382634" h="7147559">
                  <a:moveTo>
                    <a:pt x="677717" y="7141077"/>
                  </a:moveTo>
                  <a:lnTo>
                    <a:pt x="850079" y="7126988"/>
                  </a:lnTo>
                  <a:lnTo>
                    <a:pt x="906694" y="7109619"/>
                  </a:lnTo>
                  <a:lnTo>
                    <a:pt x="619514" y="7133092"/>
                  </a:lnTo>
                  <a:lnTo>
                    <a:pt x="677717" y="7141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54677" y="9028555"/>
              <a:ext cx="2306611" cy="125844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315165" y="1696474"/>
            <a:ext cx="694626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145"/>
              <a:t>1.</a:t>
            </a:r>
            <a:r>
              <a:rPr dirty="0" sz="6000" spc="-350"/>
              <a:t> </a:t>
            </a:r>
            <a:r>
              <a:rPr dirty="0" sz="6000"/>
              <a:t>Project</a:t>
            </a:r>
            <a:r>
              <a:rPr dirty="0" sz="6000" spc="-345"/>
              <a:t> </a:t>
            </a:r>
            <a:r>
              <a:rPr dirty="0" sz="6000" spc="80"/>
              <a:t>Overview</a:t>
            </a:r>
            <a:endParaRPr sz="6000"/>
          </a:p>
        </p:txBody>
      </p:sp>
      <p:grpSp>
        <p:nvGrpSpPr>
          <p:cNvPr id="13" name="object 13" descr=""/>
          <p:cNvGrpSpPr/>
          <p:nvPr/>
        </p:nvGrpSpPr>
        <p:grpSpPr>
          <a:xfrm>
            <a:off x="1" y="-189"/>
            <a:ext cx="7820025" cy="5888355"/>
            <a:chOff x="1" y="-189"/>
            <a:chExt cx="7820025" cy="5888355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5683" y="2992377"/>
              <a:ext cx="76200" cy="7619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5683" y="3697227"/>
              <a:ext cx="76200" cy="7619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5683" y="4049652"/>
              <a:ext cx="76200" cy="7619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5683" y="4402077"/>
              <a:ext cx="76200" cy="7619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5683" y="4754502"/>
              <a:ext cx="76200" cy="7619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5683" y="5106927"/>
              <a:ext cx="76200" cy="7619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5683" y="5459352"/>
              <a:ext cx="76200" cy="7619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5683" y="5811777"/>
              <a:ext cx="76200" cy="7619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0" y="-178"/>
              <a:ext cx="7820025" cy="1026160"/>
            </a:xfrm>
            <a:custGeom>
              <a:avLst/>
              <a:gdLst/>
              <a:ahLst/>
              <a:cxnLst/>
              <a:rect l="l" t="t" r="r" b="b"/>
              <a:pathLst>
                <a:path w="7820025" h="1026160">
                  <a:moveTo>
                    <a:pt x="7820025" y="66040"/>
                  </a:moveTo>
                  <a:lnTo>
                    <a:pt x="7805915" y="66040"/>
                  </a:lnTo>
                  <a:lnTo>
                    <a:pt x="7805915" y="190"/>
                  </a:lnTo>
                  <a:lnTo>
                    <a:pt x="7777366" y="190"/>
                  </a:lnTo>
                  <a:lnTo>
                    <a:pt x="7777366" y="66040"/>
                  </a:lnTo>
                  <a:lnTo>
                    <a:pt x="7494829" y="66040"/>
                  </a:lnTo>
                  <a:lnTo>
                    <a:pt x="7494829" y="190"/>
                  </a:lnTo>
                  <a:lnTo>
                    <a:pt x="7466266" y="190"/>
                  </a:lnTo>
                  <a:lnTo>
                    <a:pt x="7466266" y="66040"/>
                  </a:lnTo>
                  <a:lnTo>
                    <a:pt x="7183729" y="66040"/>
                  </a:lnTo>
                  <a:lnTo>
                    <a:pt x="7183729" y="190"/>
                  </a:lnTo>
                  <a:lnTo>
                    <a:pt x="7155180" y="190"/>
                  </a:lnTo>
                  <a:lnTo>
                    <a:pt x="7155180" y="66040"/>
                  </a:lnTo>
                  <a:lnTo>
                    <a:pt x="6872630" y="66040"/>
                  </a:lnTo>
                  <a:lnTo>
                    <a:pt x="6872630" y="190"/>
                  </a:lnTo>
                  <a:lnTo>
                    <a:pt x="6844081" y="190"/>
                  </a:lnTo>
                  <a:lnTo>
                    <a:pt x="6844081" y="66040"/>
                  </a:lnTo>
                  <a:lnTo>
                    <a:pt x="6561544" y="66040"/>
                  </a:lnTo>
                  <a:lnTo>
                    <a:pt x="6561544" y="190"/>
                  </a:lnTo>
                  <a:lnTo>
                    <a:pt x="6532981" y="190"/>
                  </a:lnTo>
                  <a:lnTo>
                    <a:pt x="6532981" y="66040"/>
                  </a:lnTo>
                  <a:lnTo>
                    <a:pt x="339686" y="66040"/>
                  </a:lnTo>
                  <a:lnTo>
                    <a:pt x="339686" y="190"/>
                  </a:lnTo>
                  <a:lnTo>
                    <a:pt x="311188" y="190"/>
                  </a:lnTo>
                  <a:lnTo>
                    <a:pt x="311188" y="66040"/>
                  </a:lnTo>
                  <a:lnTo>
                    <a:pt x="28651" y="66040"/>
                  </a:lnTo>
                  <a:lnTo>
                    <a:pt x="28651" y="0"/>
                  </a:lnTo>
                  <a:lnTo>
                    <a:pt x="76" y="0"/>
                  </a:lnTo>
                  <a:lnTo>
                    <a:pt x="76" y="66040"/>
                  </a:lnTo>
                  <a:lnTo>
                    <a:pt x="63" y="93980"/>
                  </a:lnTo>
                  <a:lnTo>
                    <a:pt x="50" y="377190"/>
                  </a:lnTo>
                  <a:lnTo>
                    <a:pt x="38" y="405130"/>
                  </a:lnTo>
                  <a:lnTo>
                    <a:pt x="25" y="688340"/>
                  </a:lnTo>
                  <a:lnTo>
                    <a:pt x="12" y="716280"/>
                  </a:lnTo>
                  <a:lnTo>
                    <a:pt x="12" y="999490"/>
                  </a:lnTo>
                  <a:lnTo>
                    <a:pt x="0" y="1026160"/>
                  </a:lnTo>
                  <a:lnTo>
                    <a:pt x="7820025" y="1026160"/>
                  </a:lnTo>
                  <a:lnTo>
                    <a:pt x="7820025" y="999490"/>
                  </a:lnTo>
                  <a:lnTo>
                    <a:pt x="7805915" y="999490"/>
                  </a:lnTo>
                  <a:lnTo>
                    <a:pt x="7805915" y="716470"/>
                  </a:lnTo>
                  <a:lnTo>
                    <a:pt x="7777366" y="716470"/>
                  </a:lnTo>
                  <a:lnTo>
                    <a:pt x="7777366" y="999490"/>
                  </a:lnTo>
                  <a:lnTo>
                    <a:pt x="7494829" y="999490"/>
                  </a:lnTo>
                  <a:lnTo>
                    <a:pt x="7494829" y="716470"/>
                  </a:lnTo>
                  <a:lnTo>
                    <a:pt x="7466266" y="716470"/>
                  </a:lnTo>
                  <a:lnTo>
                    <a:pt x="7466266" y="999490"/>
                  </a:lnTo>
                  <a:lnTo>
                    <a:pt x="7183729" y="999490"/>
                  </a:lnTo>
                  <a:lnTo>
                    <a:pt x="7183729" y="716470"/>
                  </a:lnTo>
                  <a:lnTo>
                    <a:pt x="7155180" y="716470"/>
                  </a:lnTo>
                  <a:lnTo>
                    <a:pt x="7155180" y="999490"/>
                  </a:lnTo>
                  <a:lnTo>
                    <a:pt x="6872630" y="999490"/>
                  </a:lnTo>
                  <a:lnTo>
                    <a:pt x="6872630" y="716470"/>
                  </a:lnTo>
                  <a:lnTo>
                    <a:pt x="6844081" y="716470"/>
                  </a:lnTo>
                  <a:lnTo>
                    <a:pt x="6844081" y="999490"/>
                  </a:lnTo>
                  <a:lnTo>
                    <a:pt x="6561544" y="999490"/>
                  </a:lnTo>
                  <a:lnTo>
                    <a:pt x="6561544" y="716470"/>
                  </a:lnTo>
                  <a:lnTo>
                    <a:pt x="6532981" y="716470"/>
                  </a:lnTo>
                  <a:lnTo>
                    <a:pt x="6532981" y="999490"/>
                  </a:lnTo>
                  <a:lnTo>
                    <a:pt x="1272971" y="999490"/>
                  </a:lnTo>
                  <a:lnTo>
                    <a:pt x="1272971" y="716470"/>
                  </a:lnTo>
                  <a:lnTo>
                    <a:pt x="1244409" y="716470"/>
                  </a:lnTo>
                  <a:lnTo>
                    <a:pt x="1244409" y="999490"/>
                  </a:lnTo>
                  <a:lnTo>
                    <a:pt x="961885" y="999490"/>
                  </a:lnTo>
                  <a:lnTo>
                    <a:pt x="961885" y="716470"/>
                  </a:lnTo>
                  <a:lnTo>
                    <a:pt x="933323" y="716470"/>
                  </a:lnTo>
                  <a:lnTo>
                    <a:pt x="933323" y="999490"/>
                  </a:lnTo>
                  <a:lnTo>
                    <a:pt x="650786" y="999490"/>
                  </a:lnTo>
                  <a:lnTo>
                    <a:pt x="650786" y="716470"/>
                  </a:lnTo>
                  <a:lnTo>
                    <a:pt x="622236" y="716470"/>
                  </a:lnTo>
                  <a:lnTo>
                    <a:pt x="622236" y="999490"/>
                  </a:lnTo>
                  <a:lnTo>
                    <a:pt x="339686" y="999490"/>
                  </a:lnTo>
                  <a:lnTo>
                    <a:pt x="339686" y="716470"/>
                  </a:lnTo>
                  <a:lnTo>
                    <a:pt x="311188" y="716470"/>
                  </a:lnTo>
                  <a:lnTo>
                    <a:pt x="311188" y="999490"/>
                  </a:lnTo>
                  <a:lnTo>
                    <a:pt x="28651" y="999490"/>
                  </a:lnTo>
                  <a:lnTo>
                    <a:pt x="28651" y="716280"/>
                  </a:lnTo>
                  <a:lnTo>
                    <a:pt x="7820025" y="716280"/>
                  </a:lnTo>
                  <a:lnTo>
                    <a:pt x="7820025" y="688340"/>
                  </a:lnTo>
                  <a:lnTo>
                    <a:pt x="7805915" y="688340"/>
                  </a:lnTo>
                  <a:lnTo>
                    <a:pt x="7805915" y="405320"/>
                  </a:lnTo>
                  <a:lnTo>
                    <a:pt x="7777366" y="405320"/>
                  </a:lnTo>
                  <a:lnTo>
                    <a:pt x="7777366" y="688340"/>
                  </a:lnTo>
                  <a:lnTo>
                    <a:pt x="7494829" y="688340"/>
                  </a:lnTo>
                  <a:lnTo>
                    <a:pt x="7494829" y="405320"/>
                  </a:lnTo>
                  <a:lnTo>
                    <a:pt x="7466266" y="405320"/>
                  </a:lnTo>
                  <a:lnTo>
                    <a:pt x="7466266" y="688340"/>
                  </a:lnTo>
                  <a:lnTo>
                    <a:pt x="7183729" y="688340"/>
                  </a:lnTo>
                  <a:lnTo>
                    <a:pt x="7183729" y="405320"/>
                  </a:lnTo>
                  <a:lnTo>
                    <a:pt x="7155180" y="405320"/>
                  </a:lnTo>
                  <a:lnTo>
                    <a:pt x="7155180" y="688340"/>
                  </a:lnTo>
                  <a:lnTo>
                    <a:pt x="6872630" y="688340"/>
                  </a:lnTo>
                  <a:lnTo>
                    <a:pt x="6872630" y="405320"/>
                  </a:lnTo>
                  <a:lnTo>
                    <a:pt x="6844081" y="405320"/>
                  </a:lnTo>
                  <a:lnTo>
                    <a:pt x="6844081" y="688340"/>
                  </a:lnTo>
                  <a:lnTo>
                    <a:pt x="6561544" y="688340"/>
                  </a:lnTo>
                  <a:lnTo>
                    <a:pt x="6561544" y="405320"/>
                  </a:lnTo>
                  <a:lnTo>
                    <a:pt x="6532981" y="405320"/>
                  </a:lnTo>
                  <a:lnTo>
                    <a:pt x="6532981" y="688340"/>
                  </a:lnTo>
                  <a:lnTo>
                    <a:pt x="339686" y="688340"/>
                  </a:lnTo>
                  <a:lnTo>
                    <a:pt x="339686" y="405320"/>
                  </a:lnTo>
                  <a:lnTo>
                    <a:pt x="311188" y="405320"/>
                  </a:lnTo>
                  <a:lnTo>
                    <a:pt x="311188" y="688340"/>
                  </a:lnTo>
                  <a:lnTo>
                    <a:pt x="28651" y="688340"/>
                  </a:lnTo>
                  <a:lnTo>
                    <a:pt x="28651" y="405130"/>
                  </a:lnTo>
                  <a:lnTo>
                    <a:pt x="7820025" y="405130"/>
                  </a:lnTo>
                  <a:lnTo>
                    <a:pt x="7820025" y="377190"/>
                  </a:lnTo>
                  <a:lnTo>
                    <a:pt x="7805915" y="377190"/>
                  </a:lnTo>
                  <a:lnTo>
                    <a:pt x="7805915" y="94170"/>
                  </a:lnTo>
                  <a:lnTo>
                    <a:pt x="7777366" y="94170"/>
                  </a:lnTo>
                  <a:lnTo>
                    <a:pt x="7777366" y="377190"/>
                  </a:lnTo>
                  <a:lnTo>
                    <a:pt x="7494829" y="377190"/>
                  </a:lnTo>
                  <a:lnTo>
                    <a:pt x="7494829" y="94170"/>
                  </a:lnTo>
                  <a:lnTo>
                    <a:pt x="7466266" y="94170"/>
                  </a:lnTo>
                  <a:lnTo>
                    <a:pt x="7466266" y="377190"/>
                  </a:lnTo>
                  <a:lnTo>
                    <a:pt x="7183729" y="377190"/>
                  </a:lnTo>
                  <a:lnTo>
                    <a:pt x="7183729" y="94170"/>
                  </a:lnTo>
                  <a:lnTo>
                    <a:pt x="7155180" y="94170"/>
                  </a:lnTo>
                  <a:lnTo>
                    <a:pt x="7155180" y="377190"/>
                  </a:lnTo>
                  <a:lnTo>
                    <a:pt x="6872630" y="377190"/>
                  </a:lnTo>
                  <a:lnTo>
                    <a:pt x="6872630" y="94170"/>
                  </a:lnTo>
                  <a:lnTo>
                    <a:pt x="6844081" y="94170"/>
                  </a:lnTo>
                  <a:lnTo>
                    <a:pt x="6844081" y="377190"/>
                  </a:lnTo>
                  <a:lnTo>
                    <a:pt x="6561544" y="377190"/>
                  </a:lnTo>
                  <a:lnTo>
                    <a:pt x="6561544" y="94170"/>
                  </a:lnTo>
                  <a:lnTo>
                    <a:pt x="6532981" y="94170"/>
                  </a:lnTo>
                  <a:lnTo>
                    <a:pt x="6532981" y="377190"/>
                  </a:lnTo>
                  <a:lnTo>
                    <a:pt x="339686" y="377190"/>
                  </a:lnTo>
                  <a:lnTo>
                    <a:pt x="339686" y="94170"/>
                  </a:lnTo>
                  <a:lnTo>
                    <a:pt x="311188" y="94170"/>
                  </a:lnTo>
                  <a:lnTo>
                    <a:pt x="311188" y="377190"/>
                  </a:lnTo>
                  <a:lnTo>
                    <a:pt x="28651" y="377190"/>
                  </a:lnTo>
                  <a:lnTo>
                    <a:pt x="28651" y="93980"/>
                  </a:lnTo>
                  <a:lnTo>
                    <a:pt x="7820025" y="93980"/>
                  </a:lnTo>
                  <a:lnTo>
                    <a:pt x="7820025" y="6604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2007" y="0"/>
              <a:ext cx="5647273" cy="1495955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905183" y="2792340"/>
            <a:ext cx="6949440" cy="3549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82905">
              <a:lnSpc>
                <a:spcPct val="115599"/>
              </a:lnSpc>
              <a:spcBef>
                <a:spcPts val="100"/>
              </a:spcBef>
            </a:pPr>
            <a:r>
              <a:rPr dirty="0" sz="2000" spc="85">
                <a:solidFill>
                  <a:srgbClr val="000440"/>
                </a:solidFill>
                <a:latin typeface="Trebuchet MS"/>
                <a:cs typeface="Trebuchet MS"/>
              </a:rPr>
              <a:t>MindBloom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is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000440"/>
                </a:solidFill>
                <a:latin typeface="Trebuchet MS"/>
                <a:cs typeface="Trebuchet MS"/>
              </a:rPr>
              <a:t>a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000440"/>
                </a:solidFill>
                <a:latin typeface="Trebuchet MS"/>
                <a:cs typeface="Trebuchet MS"/>
              </a:rPr>
              <a:t>comprehensive</a:t>
            </a:r>
            <a:r>
              <a:rPr dirty="0" sz="200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mental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health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habit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tracking</a:t>
            </a:r>
            <a:r>
              <a:rPr dirty="0" sz="2000" spc="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application</a:t>
            </a:r>
            <a:r>
              <a:rPr dirty="0" sz="2000" spc="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designed</a:t>
            </a:r>
            <a:r>
              <a:rPr dirty="0" sz="2000" spc="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to</a:t>
            </a:r>
            <a:r>
              <a:rPr dirty="0" sz="2000" spc="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help</a:t>
            </a:r>
            <a:r>
              <a:rPr dirty="0" sz="2000" spc="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users: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000" spc="135">
                <a:solidFill>
                  <a:srgbClr val="000440"/>
                </a:solidFill>
                <a:latin typeface="Trebuchet MS"/>
                <a:cs typeface="Trebuchet MS"/>
              </a:rPr>
              <a:t>ľrack</a:t>
            </a:r>
            <a:r>
              <a:rPr dirty="0" sz="200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daily</a:t>
            </a:r>
            <a:r>
              <a:rPr dirty="0" sz="200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000440"/>
                </a:solidFill>
                <a:latin typeface="Trebuchet MS"/>
                <a:cs typeface="Trebuchet MS"/>
              </a:rPr>
              <a:t>moods</a:t>
            </a:r>
            <a:r>
              <a:rPr dirty="0" sz="200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00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emotional</a:t>
            </a:r>
            <a:r>
              <a:rPr dirty="0" sz="200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40">
                <a:solidFill>
                  <a:srgbClr val="000440"/>
                </a:solidFill>
                <a:latin typeface="Trebuchet MS"/>
                <a:cs typeface="Trebuchet MS"/>
              </a:rPr>
              <a:t>well-</a:t>
            </a:r>
            <a:r>
              <a:rPr dirty="0" sz="2000" spc="40">
                <a:solidFill>
                  <a:srgbClr val="000440"/>
                </a:solidFill>
                <a:latin typeface="Trebuchet MS"/>
                <a:cs typeface="Trebuchet MS"/>
              </a:rPr>
              <a:t>being</a:t>
            </a:r>
            <a:endParaRPr sz="2000">
              <a:latin typeface="Trebuchet MS"/>
              <a:cs typeface="Trebuchet MS"/>
            </a:endParaRPr>
          </a:p>
          <a:p>
            <a:pPr marL="12700" marR="534670">
              <a:lnSpc>
                <a:spcPct val="115599"/>
              </a:lnSpc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Build</a:t>
            </a:r>
            <a:r>
              <a:rPr dirty="0" sz="200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000" spc="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maintain</a:t>
            </a:r>
            <a:r>
              <a:rPr dirty="0" sz="200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positive</a:t>
            </a:r>
            <a:r>
              <a:rPr dirty="0" sz="2000" spc="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habits</a:t>
            </a:r>
            <a:r>
              <a:rPr dirty="0" sz="200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with</a:t>
            </a:r>
            <a:r>
              <a:rPr dirty="0" sz="2000" spc="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000440"/>
                </a:solidFill>
                <a:latin typeface="Trebuchet MS"/>
                <a:cs typeface="Trebuchet MS"/>
              </a:rPr>
              <a:t>streak</a:t>
            </a:r>
            <a:r>
              <a:rPr dirty="0" sz="200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tracking Journal</a:t>
            </a:r>
            <a:r>
              <a:rPr dirty="0" sz="2000" spc="-1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their</a:t>
            </a:r>
            <a:r>
              <a:rPr dirty="0" sz="20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000440"/>
                </a:solidFill>
                <a:latin typeface="Trebuchet MS"/>
                <a:cs typeface="Trebuchet MS"/>
              </a:rPr>
              <a:t>thoughts</a:t>
            </a:r>
            <a:r>
              <a:rPr dirty="0" sz="2000" spc="-1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0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feelings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Practice</a:t>
            </a:r>
            <a:r>
              <a:rPr dirty="0" sz="200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000440"/>
                </a:solidFill>
                <a:latin typeface="Trebuchet MS"/>
                <a:cs typeface="Trebuchet MS"/>
              </a:rPr>
              <a:t>guided</a:t>
            </a:r>
            <a:r>
              <a:rPr dirty="0" sz="200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meditation</a:t>
            </a:r>
            <a:endParaRPr sz="2000">
              <a:latin typeface="Trebuchet MS"/>
              <a:cs typeface="Trebuchet MS"/>
            </a:endParaRPr>
          </a:p>
          <a:p>
            <a:pPr marL="12700" marR="1114425">
              <a:lnSpc>
                <a:spcPct val="115599"/>
              </a:lnSpc>
            </a:pPr>
            <a:r>
              <a:rPr dirty="0" sz="2000" spc="10">
                <a:solidFill>
                  <a:srgbClr val="000440"/>
                </a:solidFill>
                <a:latin typeface="Trebuchet MS"/>
                <a:cs typeface="Trebuchet MS"/>
              </a:rPr>
              <a:t>Receive</a:t>
            </a:r>
            <a:r>
              <a:rPr dirty="0" sz="2000" spc="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0">
                <a:solidFill>
                  <a:srgbClr val="000440"/>
                </a:solidFill>
                <a:latin typeface="Trebuchet MS"/>
                <a:cs typeface="Trebuchet MS"/>
              </a:rPr>
              <a:t>personalized</a:t>
            </a:r>
            <a:r>
              <a:rPr dirty="0" sz="2000" spc="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0">
                <a:solidFill>
                  <a:srgbClr val="000440"/>
                </a:solidFill>
                <a:latin typeface="Trebuchet MS"/>
                <a:cs typeface="Trebuchet MS"/>
              </a:rPr>
              <a:t>motivational</a:t>
            </a:r>
            <a:r>
              <a:rPr dirty="0" sz="2000" spc="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000440"/>
                </a:solidFill>
                <a:latin typeface="Trebuchet MS"/>
                <a:cs typeface="Trebuchet MS"/>
              </a:rPr>
              <a:t>reminders </a:t>
            </a:r>
            <a:r>
              <a:rPr dirty="0" sz="2000" spc="45">
                <a:solidFill>
                  <a:srgbClr val="000440"/>
                </a:solidFill>
                <a:latin typeface="Trebuchet MS"/>
                <a:cs typeface="Trebuchet MS"/>
              </a:rPr>
              <a:t>Analyze</a:t>
            </a:r>
            <a:r>
              <a:rPr dirty="0" sz="20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habit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000440"/>
                </a:solidFill>
                <a:latin typeface="Trebuchet MS"/>
                <a:cs typeface="Trebuchet MS"/>
              </a:rPr>
              <a:t>trends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000440"/>
                </a:solidFill>
                <a:latin typeface="Trebuchet MS"/>
                <a:cs typeface="Trebuchet MS"/>
              </a:rPr>
              <a:t>through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35">
                <a:solidFill>
                  <a:srgbClr val="000440"/>
                </a:solidFill>
                <a:latin typeface="Trebuchet MS"/>
                <a:cs typeface="Trebuchet MS"/>
              </a:rPr>
              <a:t>analytics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15599"/>
              </a:lnSpc>
            </a:pPr>
            <a:r>
              <a:rPr dirty="0" sz="2000" spc="105">
                <a:solidFill>
                  <a:srgbClr val="000440"/>
                </a:solidFill>
                <a:latin typeface="Trebuchet MS"/>
                <a:cs typeface="Trebuchet MS"/>
              </a:rPr>
              <a:t>ľarget</a:t>
            </a:r>
            <a:r>
              <a:rPr dirty="0" sz="2000" spc="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Users:</a:t>
            </a:r>
            <a:r>
              <a:rPr dirty="0" sz="2000" spc="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Individuals</a:t>
            </a:r>
            <a:r>
              <a:rPr dirty="0" sz="2000" spc="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seeking</a:t>
            </a:r>
            <a:r>
              <a:rPr dirty="0" sz="2000" spc="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to</a:t>
            </a:r>
            <a:r>
              <a:rPr dirty="0" sz="2000" spc="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improve</a:t>
            </a:r>
            <a:r>
              <a:rPr dirty="0" sz="2000" spc="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mental</a:t>
            </a:r>
            <a:r>
              <a:rPr dirty="0" sz="2000" spc="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health,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build</a:t>
            </a:r>
            <a:r>
              <a:rPr dirty="0" sz="200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positive</a:t>
            </a:r>
            <a:r>
              <a:rPr dirty="0" sz="200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000440"/>
                </a:solidFill>
                <a:latin typeface="Trebuchet MS"/>
                <a:cs typeface="Trebuchet MS"/>
              </a:rPr>
              <a:t>habits,</a:t>
            </a:r>
            <a:r>
              <a:rPr dirty="0" sz="200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 track</a:t>
            </a:r>
            <a:r>
              <a:rPr dirty="0" sz="200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their</a:t>
            </a:r>
            <a:r>
              <a:rPr dirty="0" sz="200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emotional</a:t>
            </a:r>
            <a:r>
              <a:rPr dirty="0" sz="200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journey.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12" y="0"/>
            <a:ext cx="855980" cy="5777230"/>
          </a:xfrm>
          <a:custGeom>
            <a:avLst/>
            <a:gdLst/>
            <a:ahLst/>
            <a:cxnLst/>
            <a:rect l="l" t="t" r="r" b="b"/>
            <a:pathLst>
              <a:path w="855980" h="5777230">
                <a:moveTo>
                  <a:pt x="855980" y="0"/>
                </a:moveTo>
                <a:lnTo>
                  <a:pt x="828040" y="0"/>
                </a:lnTo>
                <a:lnTo>
                  <a:pt x="828040" y="134696"/>
                </a:lnTo>
                <a:lnTo>
                  <a:pt x="828040" y="163245"/>
                </a:lnTo>
                <a:lnTo>
                  <a:pt x="828040" y="5734355"/>
                </a:lnTo>
                <a:lnTo>
                  <a:pt x="546100" y="5734355"/>
                </a:lnTo>
                <a:lnTo>
                  <a:pt x="546100" y="5451830"/>
                </a:lnTo>
                <a:lnTo>
                  <a:pt x="828040" y="5451830"/>
                </a:lnTo>
                <a:lnTo>
                  <a:pt x="828040" y="5423268"/>
                </a:lnTo>
                <a:lnTo>
                  <a:pt x="546100" y="5423268"/>
                </a:lnTo>
                <a:lnTo>
                  <a:pt x="546100" y="5140731"/>
                </a:lnTo>
                <a:lnTo>
                  <a:pt x="828040" y="5140731"/>
                </a:lnTo>
                <a:lnTo>
                  <a:pt x="828040" y="5112182"/>
                </a:lnTo>
                <a:lnTo>
                  <a:pt x="546100" y="5112182"/>
                </a:lnTo>
                <a:lnTo>
                  <a:pt x="546100" y="4829632"/>
                </a:lnTo>
                <a:lnTo>
                  <a:pt x="828040" y="4829632"/>
                </a:lnTo>
                <a:lnTo>
                  <a:pt x="828040" y="4801082"/>
                </a:lnTo>
                <a:lnTo>
                  <a:pt x="546100" y="4801082"/>
                </a:lnTo>
                <a:lnTo>
                  <a:pt x="546100" y="4518545"/>
                </a:lnTo>
                <a:lnTo>
                  <a:pt x="828040" y="4518545"/>
                </a:lnTo>
                <a:lnTo>
                  <a:pt x="828040" y="4489983"/>
                </a:lnTo>
                <a:lnTo>
                  <a:pt x="546100" y="4489983"/>
                </a:lnTo>
                <a:lnTo>
                  <a:pt x="546100" y="4207446"/>
                </a:lnTo>
                <a:lnTo>
                  <a:pt x="828040" y="4207446"/>
                </a:lnTo>
                <a:lnTo>
                  <a:pt x="828040" y="4178897"/>
                </a:lnTo>
                <a:lnTo>
                  <a:pt x="546100" y="4178897"/>
                </a:lnTo>
                <a:lnTo>
                  <a:pt x="546100" y="3896360"/>
                </a:lnTo>
                <a:lnTo>
                  <a:pt x="828040" y="3896360"/>
                </a:lnTo>
                <a:lnTo>
                  <a:pt x="828040" y="3867797"/>
                </a:lnTo>
                <a:lnTo>
                  <a:pt x="546100" y="3867797"/>
                </a:lnTo>
                <a:lnTo>
                  <a:pt x="546100" y="3585273"/>
                </a:lnTo>
                <a:lnTo>
                  <a:pt x="828040" y="3585273"/>
                </a:lnTo>
                <a:lnTo>
                  <a:pt x="828040" y="3556711"/>
                </a:lnTo>
                <a:lnTo>
                  <a:pt x="546100" y="3556711"/>
                </a:lnTo>
                <a:lnTo>
                  <a:pt x="546100" y="3274174"/>
                </a:lnTo>
                <a:lnTo>
                  <a:pt x="828040" y="3274174"/>
                </a:lnTo>
                <a:lnTo>
                  <a:pt x="828040" y="3245612"/>
                </a:lnTo>
                <a:lnTo>
                  <a:pt x="546100" y="3245612"/>
                </a:lnTo>
                <a:lnTo>
                  <a:pt x="546100" y="2963075"/>
                </a:lnTo>
                <a:lnTo>
                  <a:pt x="828040" y="2963075"/>
                </a:lnTo>
                <a:lnTo>
                  <a:pt x="828040" y="2934525"/>
                </a:lnTo>
                <a:lnTo>
                  <a:pt x="546100" y="2934525"/>
                </a:lnTo>
                <a:lnTo>
                  <a:pt x="546100" y="2651988"/>
                </a:lnTo>
                <a:lnTo>
                  <a:pt x="828040" y="2651988"/>
                </a:lnTo>
                <a:lnTo>
                  <a:pt x="828040" y="2623426"/>
                </a:lnTo>
                <a:lnTo>
                  <a:pt x="546100" y="2623426"/>
                </a:lnTo>
                <a:lnTo>
                  <a:pt x="546100" y="2340902"/>
                </a:lnTo>
                <a:lnTo>
                  <a:pt x="828040" y="2340902"/>
                </a:lnTo>
                <a:lnTo>
                  <a:pt x="828040" y="2312339"/>
                </a:lnTo>
                <a:lnTo>
                  <a:pt x="546100" y="2312339"/>
                </a:lnTo>
                <a:lnTo>
                  <a:pt x="546100" y="2029802"/>
                </a:lnTo>
                <a:lnTo>
                  <a:pt x="828040" y="2029802"/>
                </a:lnTo>
                <a:lnTo>
                  <a:pt x="828040" y="2001253"/>
                </a:lnTo>
                <a:lnTo>
                  <a:pt x="546100" y="2001253"/>
                </a:lnTo>
                <a:lnTo>
                  <a:pt x="546100" y="1718716"/>
                </a:lnTo>
                <a:lnTo>
                  <a:pt x="828040" y="1718716"/>
                </a:lnTo>
                <a:lnTo>
                  <a:pt x="828040" y="1690154"/>
                </a:lnTo>
                <a:lnTo>
                  <a:pt x="546100" y="1690154"/>
                </a:lnTo>
                <a:lnTo>
                  <a:pt x="546100" y="1407617"/>
                </a:lnTo>
                <a:lnTo>
                  <a:pt x="828040" y="1407617"/>
                </a:lnTo>
                <a:lnTo>
                  <a:pt x="828040" y="1379054"/>
                </a:lnTo>
                <a:lnTo>
                  <a:pt x="546100" y="1379054"/>
                </a:lnTo>
                <a:lnTo>
                  <a:pt x="546100" y="1096518"/>
                </a:lnTo>
                <a:lnTo>
                  <a:pt x="828040" y="1096518"/>
                </a:lnTo>
                <a:lnTo>
                  <a:pt x="828040" y="1067968"/>
                </a:lnTo>
                <a:lnTo>
                  <a:pt x="546100" y="1067968"/>
                </a:lnTo>
                <a:lnTo>
                  <a:pt x="546100" y="785431"/>
                </a:lnTo>
                <a:lnTo>
                  <a:pt x="828040" y="785431"/>
                </a:lnTo>
                <a:lnTo>
                  <a:pt x="828040" y="756881"/>
                </a:lnTo>
                <a:lnTo>
                  <a:pt x="546100" y="756881"/>
                </a:lnTo>
                <a:lnTo>
                  <a:pt x="546100" y="474345"/>
                </a:lnTo>
                <a:lnTo>
                  <a:pt x="828040" y="474345"/>
                </a:lnTo>
                <a:lnTo>
                  <a:pt x="828040" y="445782"/>
                </a:lnTo>
                <a:lnTo>
                  <a:pt x="546100" y="445782"/>
                </a:lnTo>
                <a:lnTo>
                  <a:pt x="546100" y="163245"/>
                </a:lnTo>
                <a:lnTo>
                  <a:pt x="828040" y="163245"/>
                </a:lnTo>
                <a:lnTo>
                  <a:pt x="828040" y="134696"/>
                </a:lnTo>
                <a:lnTo>
                  <a:pt x="546100" y="134696"/>
                </a:lnTo>
                <a:lnTo>
                  <a:pt x="546100" y="0"/>
                </a:lnTo>
                <a:lnTo>
                  <a:pt x="516890" y="0"/>
                </a:lnTo>
                <a:lnTo>
                  <a:pt x="516890" y="5734355"/>
                </a:lnTo>
                <a:lnTo>
                  <a:pt x="234950" y="5734355"/>
                </a:lnTo>
                <a:lnTo>
                  <a:pt x="234950" y="5451830"/>
                </a:lnTo>
                <a:lnTo>
                  <a:pt x="516890" y="5451830"/>
                </a:lnTo>
                <a:lnTo>
                  <a:pt x="516890" y="5423268"/>
                </a:lnTo>
                <a:lnTo>
                  <a:pt x="234950" y="5423268"/>
                </a:lnTo>
                <a:lnTo>
                  <a:pt x="234950" y="5140731"/>
                </a:lnTo>
                <a:lnTo>
                  <a:pt x="516890" y="5140731"/>
                </a:lnTo>
                <a:lnTo>
                  <a:pt x="516890" y="5112182"/>
                </a:lnTo>
                <a:lnTo>
                  <a:pt x="234950" y="5112182"/>
                </a:lnTo>
                <a:lnTo>
                  <a:pt x="234950" y="4829632"/>
                </a:lnTo>
                <a:lnTo>
                  <a:pt x="516890" y="4829632"/>
                </a:lnTo>
                <a:lnTo>
                  <a:pt x="516890" y="4801082"/>
                </a:lnTo>
                <a:lnTo>
                  <a:pt x="234950" y="4801082"/>
                </a:lnTo>
                <a:lnTo>
                  <a:pt x="234950" y="4518545"/>
                </a:lnTo>
                <a:lnTo>
                  <a:pt x="516890" y="4518545"/>
                </a:lnTo>
                <a:lnTo>
                  <a:pt x="516890" y="4489983"/>
                </a:lnTo>
                <a:lnTo>
                  <a:pt x="234950" y="4489983"/>
                </a:lnTo>
                <a:lnTo>
                  <a:pt x="234950" y="4207446"/>
                </a:lnTo>
                <a:lnTo>
                  <a:pt x="516890" y="4207446"/>
                </a:lnTo>
                <a:lnTo>
                  <a:pt x="516890" y="4178897"/>
                </a:lnTo>
                <a:lnTo>
                  <a:pt x="234950" y="4178897"/>
                </a:lnTo>
                <a:lnTo>
                  <a:pt x="234950" y="3896360"/>
                </a:lnTo>
                <a:lnTo>
                  <a:pt x="516890" y="3896360"/>
                </a:lnTo>
                <a:lnTo>
                  <a:pt x="516890" y="3867797"/>
                </a:lnTo>
                <a:lnTo>
                  <a:pt x="234950" y="3867797"/>
                </a:lnTo>
                <a:lnTo>
                  <a:pt x="234950" y="3585273"/>
                </a:lnTo>
                <a:lnTo>
                  <a:pt x="516890" y="3585273"/>
                </a:lnTo>
                <a:lnTo>
                  <a:pt x="516890" y="3556711"/>
                </a:lnTo>
                <a:lnTo>
                  <a:pt x="234950" y="3556711"/>
                </a:lnTo>
                <a:lnTo>
                  <a:pt x="234950" y="3274174"/>
                </a:lnTo>
                <a:lnTo>
                  <a:pt x="516890" y="3274174"/>
                </a:lnTo>
                <a:lnTo>
                  <a:pt x="516890" y="3245612"/>
                </a:lnTo>
                <a:lnTo>
                  <a:pt x="234950" y="3245612"/>
                </a:lnTo>
                <a:lnTo>
                  <a:pt x="234950" y="2963075"/>
                </a:lnTo>
                <a:lnTo>
                  <a:pt x="516890" y="2963075"/>
                </a:lnTo>
                <a:lnTo>
                  <a:pt x="516890" y="2934525"/>
                </a:lnTo>
                <a:lnTo>
                  <a:pt x="234950" y="2934525"/>
                </a:lnTo>
                <a:lnTo>
                  <a:pt x="234950" y="2651988"/>
                </a:lnTo>
                <a:lnTo>
                  <a:pt x="516890" y="2651988"/>
                </a:lnTo>
                <a:lnTo>
                  <a:pt x="516890" y="2623426"/>
                </a:lnTo>
                <a:lnTo>
                  <a:pt x="234950" y="2623426"/>
                </a:lnTo>
                <a:lnTo>
                  <a:pt x="234950" y="2340902"/>
                </a:lnTo>
                <a:lnTo>
                  <a:pt x="516890" y="2340902"/>
                </a:lnTo>
                <a:lnTo>
                  <a:pt x="516890" y="2312339"/>
                </a:lnTo>
                <a:lnTo>
                  <a:pt x="234950" y="2312339"/>
                </a:lnTo>
                <a:lnTo>
                  <a:pt x="234950" y="2029802"/>
                </a:lnTo>
                <a:lnTo>
                  <a:pt x="516890" y="2029802"/>
                </a:lnTo>
                <a:lnTo>
                  <a:pt x="516890" y="2001253"/>
                </a:lnTo>
                <a:lnTo>
                  <a:pt x="234950" y="2001253"/>
                </a:lnTo>
                <a:lnTo>
                  <a:pt x="234950" y="1718716"/>
                </a:lnTo>
                <a:lnTo>
                  <a:pt x="516890" y="1718716"/>
                </a:lnTo>
                <a:lnTo>
                  <a:pt x="516890" y="1690154"/>
                </a:lnTo>
                <a:lnTo>
                  <a:pt x="234950" y="1690154"/>
                </a:lnTo>
                <a:lnTo>
                  <a:pt x="234950" y="1407617"/>
                </a:lnTo>
                <a:lnTo>
                  <a:pt x="516890" y="1407617"/>
                </a:lnTo>
                <a:lnTo>
                  <a:pt x="516890" y="1379054"/>
                </a:lnTo>
                <a:lnTo>
                  <a:pt x="234950" y="1379054"/>
                </a:lnTo>
                <a:lnTo>
                  <a:pt x="234950" y="1096518"/>
                </a:lnTo>
                <a:lnTo>
                  <a:pt x="516890" y="1096518"/>
                </a:lnTo>
                <a:lnTo>
                  <a:pt x="516890" y="1067968"/>
                </a:lnTo>
                <a:lnTo>
                  <a:pt x="234950" y="1067968"/>
                </a:lnTo>
                <a:lnTo>
                  <a:pt x="234950" y="785431"/>
                </a:lnTo>
                <a:lnTo>
                  <a:pt x="516890" y="785431"/>
                </a:lnTo>
                <a:lnTo>
                  <a:pt x="516890" y="756881"/>
                </a:lnTo>
                <a:lnTo>
                  <a:pt x="234950" y="756881"/>
                </a:lnTo>
                <a:lnTo>
                  <a:pt x="234950" y="474345"/>
                </a:lnTo>
                <a:lnTo>
                  <a:pt x="516890" y="474345"/>
                </a:lnTo>
                <a:lnTo>
                  <a:pt x="516890" y="445782"/>
                </a:lnTo>
                <a:lnTo>
                  <a:pt x="234950" y="445782"/>
                </a:lnTo>
                <a:lnTo>
                  <a:pt x="234950" y="163245"/>
                </a:lnTo>
                <a:lnTo>
                  <a:pt x="516890" y="163245"/>
                </a:lnTo>
                <a:lnTo>
                  <a:pt x="516890" y="134696"/>
                </a:lnTo>
                <a:lnTo>
                  <a:pt x="234950" y="134696"/>
                </a:lnTo>
                <a:lnTo>
                  <a:pt x="234950" y="0"/>
                </a:lnTo>
                <a:lnTo>
                  <a:pt x="205740" y="0"/>
                </a:lnTo>
                <a:lnTo>
                  <a:pt x="205740" y="134696"/>
                </a:lnTo>
                <a:lnTo>
                  <a:pt x="0" y="134696"/>
                </a:lnTo>
                <a:lnTo>
                  <a:pt x="0" y="163245"/>
                </a:lnTo>
                <a:lnTo>
                  <a:pt x="205740" y="163245"/>
                </a:lnTo>
                <a:lnTo>
                  <a:pt x="205740" y="445782"/>
                </a:lnTo>
                <a:lnTo>
                  <a:pt x="0" y="445782"/>
                </a:lnTo>
                <a:lnTo>
                  <a:pt x="0" y="474345"/>
                </a:lnTo>
                <a:lnTo>
                  <a:pt x="205740" y="474345"/>
                </a:lnTo>
                <a:lnTo>
                  <a:pt x="205740" y="756881"/>
                </a:lnTo>
                <a:lnTo>
                  <a:pt x="0" y="756881"/>
                </a:lnTo>
                <a:lnTo>
                  <a:pt x="0" y="785431"/>
                </a:lnTo>
                <a:lnTo>
                  <a:pt x="205740" y="785431"/>
                </a:lnTo>
                <a:lnTo>
                  <a:pt x="205740" y="1067968"/>
                </a:lnTo>
                <a:lnTo>
                  <a:pt x="0" y="1067968"/>
                </a:lnTo>
                <a:lnTo>
                  <a:pt x="0" y="1096518"/>
                </a:lnTo>
                <a:lnTo>
                  <a:pt x="205740" y="1096518"/>
                </a:lnTo>
                <a:lnTo>
                  <a:pt x="205740" y="1379054"/>
                </a:lnTo>
                <a:lnTo>
                  <a:pt x="0" y="1379054"/>
                </a:lnTo>
                <a:lnTo>
                  <a:pt x="0" y="1407617"/>
                </a:lnTo>
                <a:lnTo>
                  <a:pt x="205740" y="1407617"/>
                </a:lnTo>
                <a:lnTo>
                  <a:pt x="205740" y="1690154"/>
                </a:lnTo>
                <a:lnTo>
                  <a:pt x="0" y="1690154"/>
                </a:lnTo>
                <a:lnTo>
                  <a:pt x="0" y="1718716"/>
                </a:lnTo>
                <a:lnTo>
                  <a:pt x="205740" y="1718716"/>
                </a:lnTo>
                <a:lnTo>
                  <a:pt x="205740" y="2001253"/>
                </a:lnTo>
                <a:lnTo>
                  <a:pt x="0" y="2001253"/>
                </a:lnTo>
                <a:lnTo>
                  <a:pt x="0" y="2029802"/>
                </a:lnTo>
                <a:lnTo>
                  <a:pt x="205740" y="2029802"/>
                </a:lnTo>
                <a:lnTo>
                  <a:pt x="205740" y="2312339"/>
                </a:lnTo>
                <a:lnTo>
                  <a:pt x="0" y="2312339"/>
                </a:lnTo>
                <a:lnTo>
                  <a:pt x="0" y="2340902"/>
                </a:lnTo>
                <a:lnTo>
                  <a:pt x="205740" y="2340902"/>
                </a:lnTo>
                <a:lnTo>
                  <a:pt x="205740" y="2623426"/>
                </a:lnTo>
                <a:lnTo>
                  <a:pt x="0" y="2623426"/>
                </a:lnTo>
                <a:lnTo>
                  <a:pt x="0" y="2651988"/>
                </a:lnTo>
                <a:lnTo>
                  <a:pt x="205740" y="2651988"/>
                </a:lnTo>
                <a:lnTo>
                  <a:pt x="205740" y="2934525"/>
                </a:lnTo>
                <a:lnTo>
                  <a:pt x="0" y="2934525"/>
                </a:lnTo>
                <a:lnTo>
                  <a:pt x="0" y="2963075"/>
                </a:lnTo>
                <a:lnTo>
                  <a:pt x="205740" y="2963075"/>
                </a:lnTo>
                <a:lnTo>
                  <a:pt x="205740" y="3245612"/>
                </a:lnTo>
                <a:lnTo>
                  <a:pt x="0" y="3245612"/>
                </a:lnTo>
                <a:lnTo>
                  <a:pt x="0" y="3274174"/>
                </a:lnTo>
                <a:lnTo>
                  <a:pt x="205740" y="3274174"/>
                </a:lnTo>
                <a:lnTo>
                  <a:pt x="205740" y="3556711"/>
                </a:lnTo>
                <a:lnTo>
                  <a:pt x="0" y="3556711"/>
                </a:lnTo>
                <a:lnTo>
                  <a:pt x="0" y="3585273"/>
                </a:lnTo>
                <a:lnTo>
                  <a:pt x="205740" y="3585273"/>
                </a:lnTo>
                <a:lnTo>
                  <a:pt x="205740" y="3867797"/>
                </a:lnTo>
                <a:lnTo>
                  <a:pt x="0" y="3867797"/>
                </a:lnTo>
                <a:lnTo>
                  <a:pt x="0" y="3896360"/>
                </a:lnTo>
                <a:lnTo>
                  <a:pt x="205740" y="3896360"/>
                </a:lnTo>
                <a:lnTo>
                  <a:pt x="205740" y="4178897"/>
                </a:lnTo>
                <a:lnTo>
                  <a:pt x="0" y="4178897"/>
                </a:lnTo>
                <a:lnTo>
                  <a:pt x="0" y="4207446"/>
                </a:lnTo>
                <a:lnTo>
                  <a:pt x="205740" y="4207446"/>
                </a:lnTo>
                <a:lnTo>
                  <a:pt x="205740" y="4489983"/>
                </a:lnTo>
                <a:lnTo>
                  <a:pt x="0" y="4489983"/>
                </a:lnTo>
                <a:lnTo>
                  <a:pt x="0" y="4518545"/>
                </a:lnTo>
                <a:lnTo>
                  <a:pt x="205740" y="4518545"/>
                </a:lnTo>
                <a:lnTo>
                  <a:pt x="205740" y="4801082"/>
                </a:lnTo>
                <a:lnTo>
                  <a:pt x="0" y="4801082"/>
                </a:lnTo>
                <a:lnTo>
                  <a:pt x="0" y="4829632"/>
                </a:lnTo>
                <a:lnTo>
                  <a:pt x="205740" y="4829632"/>
                </a:lnTo>
                <a:lnTo>
                  <a:pt x="205740" y="5112182"/>
                </a:lnTo>
                <a:lnTo>
                  <a:pt x="0" y="5112182"/>
                </a:lnTo>
                <a:lnTo>
                  <a:pt x="0" y="5140731"/>
                </a:lnTo>
                <a:lnTo>
                  <a:pt x="205740" y="5140731"/>
                </a:lnTo>
                <a:lnTo>
                  <a:pt x="205740" y="5423268"/>
                </a:lnTo>
                <a:lnTo>
                  <a:pt x="0" y="5423268"/>
                </a:lnTo>
                <a:lnTo>
                  <a:pt x="0" y="5451830"/>
                </a:lnTo>
                <a:lnTo>
                  <a:pt x="205740" y="5451830"/>
                </a:lnTo>
                <a:lnTo>
                  <a:pt x="205740" y="5734355"/>
                </a:lnTo>
                <a:lnTo>
                  <a:pt x="0" y="5734355"/>
                </a:lnTo>
                <a:lnTo>
                  <a:pt x="0" y="5762917"/>
                </a:lnTo>
                <a:lnTo>
                  <a:pt x="205740" y="5762917"/>
                </a:lnTo>
                <a:lnTo>
                  <a:pt x="205740" y="5777014"/>
                </a:lnTo>
                <a:lnTo>
                  <a:pt x="234950" y="5777014"/>
                </a:lnTo>
                <a:lnTo>
                  <a:pt x="234950" y="5762917"/>
                </a:lnTo>
                <a:lnTo>
                  <a:pt x="516890" y="5762917"/>
                </a:lnTo>
                <a:lnTo>
                  <a:pt x="516890" y="5777014"/>
                </a:lnTo>
                <a:lnTo>
                  <a:pt x="546100" y="5777014"/>
                </a:lnTo>
                <a:lnTo>
                  <a:pt x="546100" y="5762917"/>
                </a:lnTo>
                <a:lnTo>
                  <a:pt x="828040" y="5762917"/>
                </a:lnTo>
                <a:lnTo>
                  <a:pt x="828040" y="5777014"/>
                </a:lnTo>
                <a:lnTo>
                  <a:pt x="855980" y="5777014"/>
                </a:lnTo>
                <a:lnTo>
                  <a:pt x="855980" y="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8101309" y="134687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8101309" y="445778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8101309" y="756869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8101309" y="1067960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8101309" y="1379050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8101309" y="1690151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8101309" y="2001242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8101309" y="2312333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8101309" y="2623423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8101309" y="2934514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8101309" y="3245605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8101309" y="3556706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8101309" y="3867797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8101309" y="4178888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8101309" y="4489979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8101309" y="4801070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8101309" y="5112170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8101309" y="5423261"/>
            <a:ext cx="186690" cy="28575"/>
          </a:xfrm>
          <a:custGeom>
            <a:avLst/>
            <a:gdLst/>
            <a:ahLst/>
            <a:cxnLst/>
            <a:rect l="l" t="t" r="r" b="b"/>
            <a:pathLst>
              <a:path w="186690" h="28575">
                <a:moveTo>
                  <a:pt x="0" y="28557"/>
                </a:moveTo>
                <a:lnTo>
                  <a:pt x="0" y="0"/>
                </a:lnTo>
                <a:lnTo>
                  <a:pt x="186690" y="0"/>
                </a:lnTo>
                <a:lnTo>
                  <a:pt x="186690" y="28557"/>
                </a:lnTo>
                <a:lnTo>
                  <a:pt x="0" y="28557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15163474" y="0"/>
            <a:ext cx="3124835" cy="5777230"/>
            <a:chOff x="15163474" y="0"/>
            <a:chExt cx="3124835" cy="5777230"/>
          </a:xfrm>
        </p:grpSpPr>
        <p:sp>
          <p:nvSpPr>
            <p:cNvPr id="22" name="object 22" descr=""/>
            <p:cNvSpPr/>
            <p:nvPr/>
          </p:nvSpPr>
          <p:spPr>
            <a:xfrm>
              <a:off x="17452328" y="0"/>
              <a:ext cx="835660" cy="5777230"/>
            </a:xfrm>
            <a:custGeom>
              <a:avLst/>
              <a:gdLst/>
              <a:ahLst/>
              <a:cxnLst/>
              <a:rect l="l" t="t" r="r" b="b"/>
              <a:pathLst>
                <a:path w="835659" h="5777230">
                  <a:moveTo>
                    <a:pt x="835660" y="5734355"/>
                  </a:moveTo>
                  <a:lnTo>
                    <a:pt x="648970" y="5734355"/>
                  </a:lnTo>
                  <a:lnTo>
                    <a:pt x="648970" y="0"/>
                  </a:lnTo>
                  <a:lnTo>
                    <a:pt x="621030" y="0"/>
                  </a:lnTo>
                  <a:lnTo>
                    <a:pt x="621030" y="5734355"/>
                  </a:lnTo>
                  <a:lnTo>
                    <a:pt x="337820" y="5734355"/>
                  </a:lnTo>
                  <a:lnTo>
                    <a:pt x="337820" y="5451830"/>
                  </a:lnTo>
                  <a:lnTo>
                    <a:pt x="621030" y="5451830"/>
                  </a:lnTo>
                  <a:lnTo>
                    <a:pt x="621030" y="5423268"/>
                  </a:lnTo>
                  <a:lnTo>
                    <a:pt x="337820" y="5423268"/>
                  </a:lnTo>
                  <a:lnTo>
                    <a:pt x="337820" y="5140731"/>
                  </a:lnTo>
                  <a:lnTo>
                    <a:pt x="621030" y="5140731"/>
                  </a:lnTo>
                  <a:lnTo>
                    <a:pt x="621030" y="5112182"/>
                  </a:lnTo>
                  <a:lnTo>
                    <a:pt x="337820" y="5112182"/>
                  </a:lnTo>
                  <a:lnTo>
                    <a:pt x="337820" y="4829632"/>
                  </a:lnTo>
                  <a:lnTo>
                    <a:pt x="621030" y="4829632"/>
                  </a:lnTo>
                  <a:lnTo>
                    <a:pt x="621030" y="4801082"/>
                  </a:lnTo>
                  <a:lnTo>
                    <a:pt x="337820" y="4801082"/>
                  </a:lnTo>
                  <a:lnTo>
                    <a:pt x="337820" y="4518545"/>
                  </a:lnTo>
                  <a:lnTo>
                    <a:pt x="621030" y="4518545"/>
                  </a:lnTo>
                  <a:lnTo>
                    <a:pt x="621030" y="4489983"/>
                  </a:lnTo>
                  <a:lnTo>
                    <a:pt x="337820" y="4489983"/>
                  </a:lnTo>
                  <a:lnTo>
                    <a:pt x="337820" y="4207446"/>
                  </a:lnTo>
                  <a:lnTo>
                    <a:pt x="621030" y="4207446"/>
                  </a:lnTo>
                  <a:lnTo>
                    <a:pt x="621030" y="4178897"/>
                  </a:lnTo>
                  <a:lnTo>
                    <a:pt x="337820" y="4178897"/>
                  </a:lnTo>
                  <a:lnTo>
                    <a:pt x="337820" y="3896360"/>
                  </a:lnTo>
                  <a:lnTo>
                    <a:pt x="621030" y="3896360"/>
                  </a:lnTo>
                  <a:lnTo>
                    <a:pt x="621030" y="3867797"/>
                  </a:lnTo>
                  <a:lnTo>
                    <a:pt x="337820" y="3867797"/>
                  </a:lnTo>
                  <a:lnTo>
                    <a:pt x="337820" y="3585273"/>
                  </a:lnTo>
                  <a:lnTo>
                    <a:pt x="621030" y="3585273"/>
                  </a:lnTo>
                  <a:lnTo>
                    <a:pt x="621030" y="3556711"/>
                  </a:lnTo>
                  <a:lnTo>
                    <a:pt x="337820" y="3556711"/>
                  </a:lnTo>
                  <a:lnTo>
                    <a:pt x="337820" y="3274174"/>
                  </a:lnTo>
                  <a:lnTo>
                    <a:pt x="621030" y="3274174"/>
                  </a:lnTo>
                  <a:lnTo>
                    <a:pt x="621030" y="3245612"/>
                  </a:lnTo>
                  <a:lnTo>
                    <a:pt x="337820" y="3245612"/>
                  </a:lnTo>
                  <a:lnTo>
                    <a:pt x="337820" y="2963075"/>
                  </a:lnTo>
                  <a:lnTo>
                    <a:pt x="621030" y="2963075"/>
                  </a:lnTo>
                  <a:lnTo>
                    <a:pt x="621030" y="2934525"/>
                  </a:lnTo>
                  <a:lnTo>
                    <a:pt x="337820" y="2934525"/>
                  </a:lnTo>
                  <a:lnTo>
                    <a:pt x="337820" y="2651988"/>
                  </a:lnTo>
                  <a:lnTo>
                    <a:pt x="621030" y="2651988"/>
                  </a:lnTo>
                  <a:lnTo>
                    <a:pt x="621030" y="2623426"/>
                  </a:lnTo>
                  <a:lnTo>
                    <a:pt x="337820" y="2623426"/>
                  </a:lnTo>
                  <a:lnTo>
                    <a:pt x="337820" y="2340902"/>
                  </a:lnTo>
                  <a:lnTo>
                    <a:pt x="621030" y="2340902"/>
                  </a:lnTo>
                  <a:lnTo>
                    <a:pt x="621030" y="2312339"/>
                  </a:lnTo>
                  <a:lnTo>
                    <a:pt x="337820" y="2312339"/>
                  </a:lnTo>
                  <a:lnTo>
                    <a:pt x="337820" y="2029802"/>
                  </a:lnTo>
                  <a:lnTo>
                    <a:pt x="621030" y="2029802"/>
                  </a:lnTo>
                  <a:lnTo>
                    <a:pt x="621030" y="2001253"/>
                  </a:lnTo>
                  <a:lnTo>
                    <a:pt x="337820" y="2001253"/>
                  </a:lnTo>
                  <a:lnTo>
                    <a:pt x="337820" y="1718716"/>
                  </a:lnTo>
                  <a:lnTo>
                    <a:pt x="621030" y="1718716"/>
                  </a:lnTo>
                  <a:lnTo>
                    <a:pt x="621030" y="1690154"/>
                  </a:lnTo>
                  <a:lnTo>
                    <a:pt x="337820" y="1690154"/>
                  </a:lnTo>
                  <a:lnTo>
                    <a:pt x="337820" y="1407617"/>
                  </a:lnTo>
                  <a:lnTo>
                    <a:pt x="621030" y="1407617"/>
                  </a:lnTo>
                  <a:lnTo>
                    <a:pt x="621030" y="1379054"/>
                  </a:lnTo>
                  <a:lnTo>
                    <a:pt x="337820" y="1379054"/>
                  </a:lnTo>
                  <a:lnTo>
                    <a:pt x="337820" y="1096518"/>
                  </a:lnTo>
                  <a:lnTo>
                    <a:pt x="621030" y="1096518"/>
                  </a:lnTo>
                  <a:lnTo>
                    <a:pt x="621030" y="1067968"/>
                  </a:lnTo>
                  <a:lnTo>
                    <a:pt x="337820" y="1067968"/>
                  </a:lnTo>
                  <a:lnTo>
                    <a:pt x="337820" y="785431"/>
                  </a:lnTo>
                  <a:lnTo>
                    <a:pt x="621030" y="785431"/>
                  </a:lnTo>
                  <a:lnTo>
                    <a:pt x="621030" y="756881"/>
                  </a:lnTo>
                  <a:lnTo>
                    <a:pt x="337820" y="756881"/>
                  </a:lnTo>
                  <a:lnTo>
                    <a:pt x="337820" y="474345"/>
                  </a:lnTo>
                  <a:lnTo>
                    <a:pt x="621030" y="474345"/>
                  </a:lnTo>
                  <a:lnTo>
                    <a:pt x="621030" y="445782"/>
                  </a:lnTo>
                  <a:lnTo>
                    <a:pt x="337820" y="445782"/>
                  </a:lnTo>
                  <a:lnTo>
                    <a:pt x="337820" y="163245"/>
                  </a:lnTo>
                  <a:lnTo>
                    <a:pt x="621030" y="163245"/>
                  </a:lnTo>
                  <a:lnTo>
                    <a:pt x="621030" y="134696"/>
                  </a:lnTo>
                  <a:lnTo>
                    <a:pt x="337820" y="134696"/>
                  </a:lnTo>
                  <a:lnTo>
                    <a:pt x="337820" y="0"/>
                  </a:lnTo>
                  <a:lnTo>
                    <a:pt x="309880" y="0"/>
                  </a:lnTo>
                  <a:lnTo>
                    <a:pt x="309880" y="5734355"/>
                  </a:lnTo>
                  <a:lnTo>
                    <a:pt x="26670" y="5734355"/>
                  </a:lnTo>
                  <a:lnTo>
                    <a:pt x="26670" y="5451830"/>
                  </a:lnTo>
                  <a:lnTo>
                    <a:pt x="309880" y="5451830"/>
                  </a:lnTo>
                  <a:lnTo>
                    <a:pt x="309880" y="5423268"/>
                  </a:lnTo>
                  <a:lnTo>
                    <a:pt x="26670" y="5423268"/>
                  </a:lnTo>
                  <a:lnTo>
                    <a:pt x="26670" y="5140731"/>
                  </a:lnTo>
                  <a:lnTo>
                    <a:pt x="309880" y="5140731"/>
                  </a:lnTo>
                  <a:lnTo>
                    <a:pt x="309880" y="5112182"/>
                  </a:lnTo>
                  <a:lnTo>
                    <a:pt x="26670" y="5112182"/>
                  </a:lnTo>
                  <a:lnTo>
                    <a:pt x="26670" y="4829632"/>
                  </a:lnTo>
                  <a:lnTo>
                    <a:pt x="309880" y="4829632"/>
                  </a:lnTo>
                  <a:lnTo>
                    <a:pt x="309880" y="4801082"/>
                  </a:lnTo>
                  <a:lnTo>
                    <a:pt x="26670" y="4801082"/>
                  </a:lnTo>
                  <a:lnTo>
                    <a:pt x="26670" y="4518545"/>
                  </a:lnTo>
                  <a:lnTo>
                    <a:pt x="309880" y="4518545"/>
                  </a:lnTo>
                  <a:lnTo>
                    <a:pt x="309880" y="4489983"/>
                  </a:lnTo>
                  <a:lnTo>
                    <a:pt x="26670" y="4489983"/>
                  </a:lnTo>
                  <a:lnTo>
                    <a:pt x="26670" y="4207446"/>
                  </a:lnTo>
                  <a:lnTo>
                    <a:pt x="309880" y="4207446"/>
                  </a:lnTo>
                  <a:lnTo>
                    <a:pt x="309880" y="4178897"/>
                  </a:lnTo>
                  <a:lnTo>
                    <a:pt x="26670" y="4178897"/>
                  </a:lnTo>
                  <a:lnTo>
                    <a:pt x="26670" y="3896360"/>
                  </a:lnTo>
                  <a:lnTo>
                    <a:pt x="309880" y="3896360"/>
                  </a:lnTo>
                  <a:lnTo>
                    <a:pt x="309880" y="3867797"/>
                  </a:lnTo>
                  <a:lnTo>
                    <a:pt x="26670" y="3867797"/>
                  </a:lnTo>
                  <a:lnTo>
                    <a:pt x="26670" y="3585273"/>
                  </a:lnTo>
                  <a:lnTo>
                    <a:pt x="309880" y="3585273"/>
                  </a:lnTo>
                  <a:lnTo>
                    <a:pt x="309880" y="3556711"/>
                  </a:lnTo>
                  <a:lnTo>
                    <a:pt x="26670" y="3556711"/>
                  </a:lnTo>
                  <a:lnTo>
                    <a:pt x="26670" y="3274174"/>
                  </a:lnTo>
                  <a:lnTo>
                    <a:pt x="309880" y="3274174"/>
                  </a:lnTo>
                  <a:lnTo>
                    <a:pt x="309880" y="3245612"/>
                  </a:lnTo>
                  <a:lnTo>
                    <a:pt x="26670" y="3245612"/>
                  </a:lnTo>
                  <a:lnTo>
                    <a:pt x="26670" y="2963075"/>
                  </a:lnTo>
                  <a:lnTo>
                    <a:pt x="309880" y="2963075"/>
                  </a:lnTo>
                  <a:lnTo>
                    <a:pt x="309880" y="2934525"/>
                  </a:lnTo>
                  <a:lnTo>
                    <a:pt x="26670" y="2934525"/>
                  </a:lnTo>
                  <a:lnTo>
                    <a:pt x="26670" y="2651988"/>
                  </a:lnTo>
                  <a:lnTo>
                    <a:pt x="309880" y="2651988"/>
                  </a:lnTo>
                  <a:lnTo>
                    <a:pt x="309880" y="2623426"/>
                  </a:lnTo>
                  <a:lnTo>
                    <a:pt x="26670" y="2623426"/>
                  </a:lnTo>
                  <a:lnTo>
                    <a:pt x="26670" y="2340902"/>
                  </a:lnTo>
                  <a:lnTo>
                    <a:pt x="309880" y="2340902"/>
                  </a:lnTo>
                  <a:lnTo>
                    <a:pt x="309880" y="2312339"/>
                  </a:lnTo>
                  <a:lnTo>
                    <a:pt x="26670" y="2312339"/>
                  </a:lnTo>
                  <a:lnTo>
                    <a:pt x="26670" y="2029802"/>
                  </a:lnTo>
                  <a:lnTo>
                    <a:pt x="309880" y="2029802"/>
                  </a:lnTo>
                  <a:lnTo>
                    <a:pt x="309880" y="2001253"/>
                  </a:lnTo>
                  <a:lnTo>
                    <a:pt x="26670" y="2001253"/>
                  </a:lnTo>
                  <a:lnTo>
                    <a:pt x="26670" y="1718716"/>
                  </a:lnTo>
                  <a:lnTo>
                    <a:pt x="309880" y="1718716"/>
                  </a:lnTo>
                  <a:lnTo>
                    <a:pt x="309880" y="1690154"/>
                  </a:lnTo>
                  <a:lnTo>
                    <a:pt x="26670" y="1690154"/>
                  </a:lnTo>
                  <a:lnTo>
                    <a:pt x="26670" y="1407617"/>
                  </a:lnTo>
                  <a:lnTo>
                    <a:pt x="309880" y="1407617"/>
                  </a:lnTo>
                  <a:lnTo>
                    <a:pt x="309880" y="1379054"/>
                  </a:lnTo>
                  <a:lnTo>
                    <a:pt x="26670" y="1379054"/>
                  </a:lnTo>
                  <a:lnTo>
                    <a:pt x="26670" y="1096518"/>
                  </a:lnTo>
                  <a:lnTo>
                    <a:pt x="309880" y="1096518"/>
                  </a:lnTo>
                  <a:lnTo>
                    <a:pt x="309880" y="1067968"/>
                  </a:lnTo>
                  <a:lnTo>
                    <a:pt x="26670" y="1067968"/>
                  </a:lnTo>
                  <a:lnTo>
                    <a:pt x="26670" y="785431"/>
                  </a:lnTo>
                  <a:lnTo>
                    <a:pt x="309880" y="785431"/>
                  </a:lnTo>
                  <a:lnTo>
                    <a:pt x="309880" y="756881"/>
                  </a:lnTo>
                  <a:lnTo>
                    <a:pt x="26670" y="756881"/>
                  </a:lnTo>
                  <a:lnTo>
                    <a:pt x="26670" y="474345"/>
                  </a:lnTo>
                  <a:lnTo>
                    <a:pt x="309880" y="474345"/>
                  </a:lnTo>
                  <a:lnTo>
                    <a:pt x="309880" y="445782"/>
                  </a:lnTo>
                  <a:lnTo>
                    <a:pt x="26670" y="445782"/>
                  </a:lnTo>
                  <a:lnTo>
                    <a:pt x="26670" y="163245"/>
                  </a:lnTo>
                  <a:lnTo>
                    <a:pt x="309880" y="163245"/>
                  </a:lnTo>
                  <a:lnTo>
                    <a:pt x="309880" y="134696"/>
                  </a:lnTo>
                  <a:lnTo>
                    <a:pt x="26670" y="134696"/>
                  </a:lnTo>
                  <a:lnTo>
                    <a:pt x="26670" y="0"/>
                  </a:lnTo>
                  <a:lnTo>
                    <a:pt x="0" y="0"/>
                  </a:lnTo>
                  <a:lnTo>
                    <a:pt x="0" y="5777014"/>
                  </a:lnTo>
                  <a:lnTo>
                    <a:pt x="26670" y="5777014"/>
                  </a:lnTo>
                  <a:lnTo>
                    <a:pt x="26670" y="5762917"/>
                  </a:lnTo>
                  <a:lnTo>
                    <a:pt x="309880" y="5762917"/>
                  </a:lnTo>
                  <a:lnTo>
                    <a:pt x="309880" y="5777014"/>
                  </a:lnTo>
                  <a:lnTo>
                    <a:pt x="337820" y="5777014"/>
                  </a:lnTo>
                  <a:lnTo>
                    <a:pt x="337820" y="5762917"/>
                  </a:lnTo>
                  <a:lnTo>
                    <a:pt x="621030" y="5762917"/>
                  </a:lnTo>
                  <a:lnTo>
                    <a:pt x="621030" y="5777014"/>
                  </a:lnTo>
                  <a:lnTo>
                    <a:pt x="648970" y="5777014"/>
                  </a:lnTo>
                  <a:lnTo>
                    <a:pt x="648970" y="5762917"/>
                  </a:lnTo>
                  <a:lnTo>
                    <a:pt x="835660" y="5762917"/>
                  </a:lnTo>
                  <a:lnTo>
                    <a:pt x="835660" y="5734355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63474" y="0"/>
              <a:ext cx="3124525" cy="4303565"/>
            </a:xfrm>
            <a:prstGeom prst="rect">
              <a:avLst/>
            </a:prstGeom>
          </p:spPr>
        </p:pic>
      </p:grpSp>
      <p:pic>
        <p:nvPicPr>
          <p:cNvPr id="24" name="object 2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823179" cy="4757020"/>
          </a:xfrm>
          <a:prstGeom prst="rect">
            <a:avLst/>
          </a:prstGeom>
        </p:spPr>
      </p:pic>
      <p:sp>
        <p:nvSpPr>
          <p:cNvPr id="25" name="object 25" descr=""/>
          <p:cNvSpPr/>
          <p:nvPr/>
        </p:nvSpPr>
        <p:spPr>
          <a:xfrm>
            <a:off x="-215" y="8616124"/>
            <a:ext cx="18288635" cy="1679575"/>
          </a:xfrm>
          <a:custGeom>
            <a:avLst/>
            <a:gdLst/>
            <a:ahLst/>
            <a:cxnLst/>
            <a:rect l="l" t="t" r="r" b="b"/>
            <a:pathLst>
              <a:path w="18288635" h="1679575">
                <a:moveTo>
                  <a:pt x="9176156" y="275221"/>
                </a:moveTo>
                <a:lnTo>
                  <a:pt x="9141384" y="263258"/>
                </a:lnTo>
                <a:lnTo>
                  <a:pt x="8895448" y="268439"/>
                </a:lnTo>
                <a:lnTo>
                  <a:pt x="8859863" y="281901"/>
                </a:lnTo>
                <a:lnTo>
                  <a:pt x="9176156" y="275221"/>
                </a:lnTo>
                <a:close/>
              </a:path>
              <a:path w="18288635" h="1679575">
                <a:moveTo>
                  <a:pt x="18288254" y="438708"/>
                </a:moveTo>
                <a:lnTo>
                  <a:pt x="18261673" y="413867"/>
                </a:lnTo>
                <a:lnTo>
                  <a:pt x="18226685" y="389191"/>
                </a:lnTo>
                <a:lnTo>
                  <a:pt x="18189829" y="351866"/>
                </a:lnTo>
                <a:lnTo>
                  <a:pt x="18151564" y="327266"/>
                </a:lnTo>
                <a:lnTo>
                  <a:pt x="18111318" y="290004"/>
                </a:lnTo>
                <a:lnTo>
                  <a:pt x="18069573" y="265480"/>
                </a:lnTo>
                <a:lnTo>
                  <a:pt x="18025987" y="240995"/>
                </a:lnTo>
                <a:lnTo>
                  <a:pt x="17980978" y="216535"/>
                </a:lnTo>
                <a:lnTo>
                  <a:pt x="17888738" y="193078"/>
                </a:lnTo>
                <a:lnTo>
                  <a:pt x="17841189" y="168668"/>
                </a:lnTo>
                <a:lnTo>
                  <a:pt x="17793272" y="156984"/>
                </a:lnTo>
                <a:lnTo>
                  <a:pt x="17745101" y="158000"/>
                </a:lnTo>
                <a:lnTo>
                  <a:pt x="17696244" y="146329"/>
                </a:lnTo>
                <a:lnTo>
                  <a:pt x="17549025" y="149428"/>
                </a:lnTo>
                <a:lnTo>
                  <a:pt x="17500118" y="163169"/>
                </a:lnTo>
                <a:lnTo>
                  <a:pt x="17451032" y="164198"/>
                </a:lnTo>
                <a:lnTo>
                  <a:pt x="17402442" y="177927"/>
                </a:lnTo>
                <a:lnTo>
                  <a:pt x="17263517" y="218973"/>
                </a:lnTo>
                <a:lnTo>
                  <a:pt x="17218737" y="245313"/>
                </a:lnTo>
                <a:lnTo>
                  <a:pt x="17174299" y="258953"/>
                </a:lnTo>
                <a:lnTo>
                  <a:pt x="17087774" y="311594"/>
                </a:lnTo>
                <a:lnTo>
                  <a:pt x="17045140" y="325196"/>
                </a:lnTo>
                <a:lnTo>
                  <a:pt x="16961104" y="377774"/>
                </a:lnTo>
                <a:lnTo>
                  <a:pt x="16920248" y="416750"/>
                </a:lnTo>
                <a:lnTo>
                  <a:pt x="16879659" y="443014"/>
                </a:lnTo>
                <a:lnTo>
                  <a:pt x="16760520" y="521741"/>
                </a:lnTo>
                <a:lnTo>
                  <a:pt x="16721773" y="560666"/>
                </a:lnTo>
                <a:lnTo>
                  <a:pt x="16683025" y="586892"/>
                </a:lnTo>
                <a:lnTo>
                  <a:pt x="16644760" y="625805"/>
                </a:lnTo>
                <a:lnTo>
                  <a:pt x="16568103" y="678230"/>
                </a:lnTo>
                <a:lnTo>
                  <a:pt x="16491915" y="743356"/>
                </a:lnTo>
                <a:lnTo>
                  <a:pt x="16453904" y="782269"/>
                </a:lnTo>
                <a:lnTo>
                  <a:pt x="16415512" y="808482"/>
                </a:lnTo>
                <a:lnTo>
                  <a:pt x="16377234" y="847394"/>
                </a:lnTo>
                <a:lnTo>
                  <a:pt x="16299447" y="899845"/>
                </a:lnTo>
                <a:lnTo>
                  <a:pt x="16260356" y="938784"/>
                </a:lnTo>
                <a:lnTo>
                  <a:pt x="16180486" y="991273"/>
                </a:lnTo>
                <a:lnTo>
                  <a:pt x="16098711" y="1043813"/>
                </a:lnTo>
                <a:lnTo>
                  <a:pt x="16014586" y="1096403"/>
                </a:lnTo>
                <a:lnTo>
                  <a:pt x="15927705" y="1149045"/>
                </a:lnTo>
                <a:lnTo>
                  <a:pt x="15882823" y="1162697"/>
                </a:lnTo>
                <a:lnTo>
                  <a:pt x="15837370" y="1189062"/>
                </a:lnTo>
                <a:lnTo>
                  <a:pt x="15597772" y="1257630"/>
                </a:lnTo>
                <a:lnTo>
                  <a:pt x="15549817" y="1258633"/>
                </a:lnTo>
                <a:lnTo>
                  <a:pt x="15502382" y="1272336"/>
                </a:lnTo>
                <a:lnTo>
                  <a:pt x="15454960" y="1273340"/>
                </a:lnTo>
                <a:lnTo>
                  <a:pt x="15407551" y="1261643"/>
                </a:lnTo>
                <a:lnTo>
                  <a:pt x="15314206" y="1263611"/>
                </a:lnTo>
                <a:lnTo>
                  <a:pt x="15085721" y="1204912"/>
                </a:lnTo>
                <a:lnTo>
                  <a:pt x="14996617" y="1155979"/>
                </a:lnTo>
                <a:lnTo>
                  <a:pt x="14953006" y="1144193"/>
                </a:lnTo>
                <a:lnTo>
                  <a:pt x="14866671" y="1095209"/>
                </a:lnTo>
                <a:lnTo>
                  <a:pt x="14824253" y="1070698"/>
                </a:lnTo>
                <a:lnTo>
                  <a:pt x="14782089" y="1033475"/>
                </a:lnTo>
                <a:lnTo>
                  <a:pt x="14700339" y="984389"/>
                </a:lnTo>
                <a:lnTo>
                  <a:pt x="14660067" y="947127"/>
                </a:lnTo>
                <a:lnTo>
                  <a:pt x="14620558" y="922553"/>
                </a:lnTo>
                <a:lnTo>
                  <a:pt x="14581251" y="885278"/>
                </a:lnTo>
                <a:lnTo>
                  <a:pt x="14542605" y="860691"/>
                </a:lnTo>
                <a:lnTo>
                  <a:pt x="14504035" y="823391"/>
                </a:lnTo>
                <a:lnTo>
                  <a:pt x="14466037" y="798791"/>
                </a:lnTo>
                <a:lnTo>
                  <a:pt x="14390180" y="724179"/>
                </a:lnTo>
                <a:lnTo>
                  <a:pt x="14352740" y="699554"/>
                </a:lnTo>
                <a:lnTo>
                  <a:pt x="14277518" y="624928"/>
                </a:lnTo>
                <a:lnTo>
                  <a:pt x="14240180" y="600303"/>
                </a:lnTo>
                <a:lnTo>
                  <a:pt x="14164653" y="525691"/>
                </a:lnTo>
                <a:lnTo>
                  <a:pt x="14126921" y="501078"/>
                </a:lnTo>
                <a:lnTo>
                  <a:pt x="14050137" y="426478"/>
                </a:lnTo>
                <a:lnTo>
                  <a:pt x="14011529" y="401891"/>
                </a:lnTo>
                <a:lnTo>
                  <a:pt x="13972261" y="364604"/>
                </a:lnTo>
                <a:lnTo>
                  <a:pt x="13932802" y="340029"/>
                </a:lnTo>
                <a:lnTo>
                  <a:pt x="13892581" y="302768"/>
                </a:lnTo>
                <a:lnTo>
                  <a:pt x="13810945" y="253682"/>
                </a:lnTo>
                <a:lnTo>
                  <a:pt x="13769162" y="229158"/>
                </a:lnTo>
                <a:lnTo>
                  <a:pt x="13726389" y="191947"/>
                </a:lnTo>
                <a:lnTo>
                  <a:pt x="13588175" y="118656"/>
                </a:lnTo>
                <a:lnTo>
                  <a:pt x="13542455" y="106908"/>
                </a:lnTo>
                <a:lnTo>
                  <a:pt x="13496519" y="82473"/>
                </a:lnTo>
                <a:lnTo>
                  <a:pt x="13269100" y="23761"/>
                </a:lnTo>
                <a:lnTo>
                  <a:pt x="13224091" y="24714"/>
                </a:lnTo>
                <a:lnTo>
                  <a:pt x="13178904" y="12954"/>
                </a:lnTo>
                <a:lnTo>
                  <a:pt x="13044704" y="15786"/>
                </a:lnTo>
                <a:lnTo>
                  <a:pt x="13000431" y="29425"/>
                </a:lnTo>
                <a:lnTo>
                  <a:pt x="13099606" y="27343"/>
                </a:lnTo>
                <a:lnTo>
                  <a:pt x="12955994" y="30365"/>
                </a:lnTo>
                <a:lnTo>
                  <a:pt x="12911938" y="43992"/>
                </a:lnTo>
                <a:lnTo>
                  <a:pt x="12867729" y="44932"/>
                </a:lnTo>
                <a:lnTo>
                  <a:pt x="12736652" y="85801"/>
                </a:lnTo>
                <a:lnTo>
                  <a:pt x="12693498" y="112115"/>
                </a:lnTo>
                <a:lnTo>
                  <a:pt x="12607061" y="139344"/>
                </a:lnTo>
                <a:lnTo>
                  <a:pt x="12353061" y="297141"/>
                </a:lnTo>
                <a:lnTo>
                  <a:pt x="12311583" y="336118"/>
                </a:lnTo>
                <a:lnTo>
                  <a:pt x="12270016" y="362407"/>
                </a:lnTo>
                <a:lnTo>
                  <a:pt x="12232704" y="388594"/>
                </a:lnTo>
                <a:lnTo>
                  <a:pt x="12195708" y="427482"/>
                </a:lnTo>
                <a:lnTo>
                  <a:pt x="12158447" y="453682"/>
                </a:lnTo>
                <a:lnTo>
                  <a:pt x="12121388" y="492569"/>
                </a:lnTo>
                <a:lnTo>
                  <a:pt x="12083974" y="518756"/>
                </a:lnTo>
                <a:lnTo>
                  <a:pt x="12046674" y="557657"/>
                </a:lnTo>
                <a:lnTo>
                  <a:pt x="12008917" y="583857"/>
                </a:lnTo>
                <a:lnTo>
                  <a:pt x="11971172" y="622757"/>
                </a:lnTo>
                <a:lnTo>
                  <a:pt x="11932869" y="648982"/>
                </a:lnTo>
                <a:lnTo>
                  <a:pt x="11894503" y="687895"/>
                </a:lnTo>
                <a:lnTo>
                  <a:pt x="11816004" y="740359"/>
                </a:lnTo>
                <a:lnTo>
                  <a:pt x="11776329" y="779310"/>
                </a:lnTo>
                <a:lnTo>
                  <a:pt x="11694770" y="831837"/>
                </a:lnTo>
                <a:lnTo>
                  <a:pt x="11610708" y="884428"/>
                </a:lnTo>
                <a:lnTo>
                  <a:pt x="11567338" y="898042"/>
                </a:lnTo>
                <a:lnTo>
                  <a:pt x="11523472" y="924369"/>
                </a:lnTo>
                <a:lnTo>
                  <a:pt x="11478501" y="938022"/>
                </a:lnTo>
                <a:lnTo>
                  <a:pt x="11432934" y="964387"/>
                </a:lnTo>
                <a:lnTo>
                  <a:pt x="11338458" y="991793"/>
                </a:lnTo>
                <a:lnTo>
                  <a:pt x="11299355" y="992619"/>
                </a:lnTo>
                <a:lnTo>
                  <a:pt x="11260798" y="1006132"/>
                </a:lnTo>
                <a:lnTo>
                  <a:pt x="11183988" y="1007745"/>
                </a:lnTo>
                <a:lnTo>
                  <a:pt x="11146257" y="1021245"/>
                </a:lnTo>
                <a:lnTo>
                  <a:pt x="11108500" y="1022045"/>
                </a:lnTo>
                <a:lnTo>
                  <a:pt x="11070742" y="1010132"/>
                </a:lnTo>
                <a:lnTo>
                  <a:pt x="10959694" y="1012482"/>
                </a:lnTo>
                <a:lnTo>
                  <a:pt x="10922876" y="1000556"/>
                </a:lnTo>
                <a:lnTo>
                  <a:pt x="10229355" y="1015187"/>
                </a:lnTo>
                <a:lnTo>
                  <a:pt x="10886529" y="1001318"/>
                </a:lnTo>
                <a:lnTo>
                  <a:pt x="10813936" y="977442"/>
                </a:lnTo>
                <a:lnTo>
                  <a:pt x="10778198" y="978204"/>
                </a:lnTo>
                <a:lnTo>
                  <a:pt x="10531094" y="894486"/>
                </a:lnTo>
                <a:lnTo>
                  <a:pt x="10496131" y="869823"/>
                </a:lnTo>
                <a:lnTo>
                  <a:pt x="10427157" y="845870"/>
                </a:lnTo>
                <a:lnTo>
                  <a:pt x="10392588" y="821194"/>
                </a:lnTo>
                <a:lnTo>
                  <a:pt x="10324313" y="797229"/>
                </a:lnTo>
                <a:lnTo>
                  <a:pt x="10290048" y="772553"/>
                </a:lnTo>
                <a:lnTo>
                  <a:pt x="10256152" y="760564"/>
                </a:lnTo>
                <a:lnTo>
                  <a:pt x="10222078" y="735876"/>
                </a:lnTo>
                <a:lnTo>
                  <a:pt x="10188334" y="723887"/>
                </a:lnTo>
                <a:lnTo>
                  <a:pt x="10120541" y="674497"/>
                </a:lnTo>
                <a:lnTo>
                  <a:pt x="10087000" y="662508"/>
                </a:lnTo>
                <a:lnTo>
                  <a:pt x="10053231" y="637806"/>
                </a:lnTo>
                <a:lnTo>
                  <a:pt x="9986099" y="601116"/>
                </a:lnTo>
                <a:lnTo>
                  <a:pt x="9952723" y="589127"/>
                </a:lnTo>
                <a:lnTo>
                  <a:pt x="9919094" y="564426"/>
                </a:lnTo>
                <a:lnTo>
                  <a:pt x="9885743" y="552424"/>
                </a:lnTo>
                <a:lnTo>
                  <a:pt x="9852139" y="527723"/>
                </a:lnTo>
                <a:lnTo>
                  <a:pt x="9818802" y="515734"/>
                </a:lnTo>
                <a:lnTo>
                  <a:pt x="9785185" y="491032"/>
                </a:lnTo>
                <a:lnTo>
                  <a:pt x="9751835" y="479031"/>
                </a:lnTo>
                <a:lnTo>
                  <a:pt x="9718192" y="454342"/>
                </a:lnTo>
                <a:lnTo>
                  <a:pt x="9651352" y="430339"/>
                </a:lnTo>
                <a:lnTo>
                  <a:pt x="9617608" y="405650"/>
                </a:lnTo>
                <a:lnTo>
                  <a:pt x="9279115" y="285762"/>
                </a:lnTo>
                <a:lnTo>
                  <a:pt x="9245016" y="286473"/>
                </a:lnTo>
                <a:lnTo>
                  <a:pt x="9210510" y="274497"/>
                </a:lnTo>
                <a:lnTo>
                  <a:pt x="8823820" y="282663"/>
                </a:lnTo>
                <a:lnTo>
                  <a:pt x="8751621" y="309587"/>
                </a:lnTo>
                <a:lnTo>
                  <a:pt x="8714930" y="310362"/>
                </a:lnTo>
                <a:lnTo>
                  <a:pt x="8678278" y="323837"/>
                </a:lnTo>
                <a:lnTo>
                  <a:pt x="8641664" y="350012"/>
                </a:lnTo>
                <a:lnTo>
                  <a:pt x="8567166" y="376986"/>
                </a:lnTo>
                <a:lnTo>
                  <a:pt x="8529803" y="403186"/>
                </a:lnTo>
                <a:lnTo>
                  <a:pt x="8459254" y="451840"/>
                </a:lnTo>
                <a:lnTo>
                  <a:pt x="8417001" y="466153"/>
                </a:lnTo>
                <a:lnTo>
                  <a:pt x="8382876" y="490270"/>
                </a:lnTo>
                <a:lnTo>
                  <a:pt x="8315706" y="513130"/>
                </a:lnTo>
                <a:lnTo>
                  <a:pt x="8281670" y="537260"/>
                </a:lnTo>
                <a:lnTo>
                  <a:pt x="8248129" y="548690"/>
                </a:lnTo>
                <a:lnTo>
                  <a:pt x="8214106" y="572820"/>
                </a:lnTo>
                <a:lnTo>
                  <a:pt x="8180578" y="584250"/>
                </a:lnTo>
                <a:lnTo>
                  <a:pt x="8146542" y="608368"/>
                </a:lnTo>
                <a:lnTo>
                  <a:pt x="8112988" y="619798"/>
                </a:lnTo>
                <a:lnTo>
                  <a:pt x="8078914" y="643928"/>
                </a:lnTo>
                <a:lnTo>
                  <a:pt x="8011173" y="679475"/>
                </a:lnTo>
                <a:lnTo>
                  <a:pt x="7976997" y="703592"/>
                </a:lnTo>
                <a:lnTo>
                  <a:pt x="7943253" y="715022"/>
                </a:lnTo>
                <a:lnTo>
                  <a:pt x="7908976" y="739127"/>
                </a:lnTo>
                <a:lnTo>
                  <a:pt x="7875117" y="750544"/>
                </a:lnTo>
                <a:lnTo>
                  <a:pt x="7840700" y="774661"/>
                </a:lnTo>
                <a:lnTo>
                  <a:pt x="7806690" y="786079"/>
                </a:lnTo>
                <a:lnTo>
                  <a:pt x="7772108" y="810171"/>
                </a:lnTo>
                <a:lnTo>
                  <a:pt x="7737919" y="821588"/>
                </a:lnTo>
                <a:lnTo>
                  <a:pt x="7703147" y="845680"/>
                </a:lnTo>
                <a:lnTo>
                  <a:pt x="7634262" y="868476"/>
                </a:lnTo>
                <a:lnTo>
                  <a:pt x="7599146" y="892556"/>
                </a:lnTo>
                <a:lnTo>
                  <a:pt x="7494498" y="926706"/>
                </a:lnTo>
                <a:lnTo>
                  <a:pt x="7458850" y="950760"/>
                </a:lnTo>
                <a:lnTo>
                  <a:pt x="7316559" y="996188"/>
                </a:lnTo>
                <a:lnTo>
                  <a:pt x="7281024" y="994829"/>
                </a:lnTo>
                <a:lnTo>
                  <a:pt x="7208431" y="1017485"/>
                </a:lnTo>
                <a:lnTo>
                  <a:pt x="7618285" y="1033094"/>
                </a:lnTo>
                <a:lnTo>
                  <a:pt x="7172325" y="1016114"/>
                </a:lnTo>
                <a:lnTo>
                  <a:pt x="7135508" y="1027417"/>
                </a:lnTo>
                <a:lnTo>
                  <a:pt x="7578915" y="1044308"/>
                </a:lnTo>
                <a:lnTo>
                  <a:pt x="7098970" y="1026033"/>
                </a:lnTo>
                <a:lnTo>
                  <a:pt x="7061733" y="1037323"/>
                </a:lnTo>
                <a:lnTo>
                  <a:pt x="6836054" y="1028725"/>
                </a:lnTo>
                <a:lnTo>
                  <a:pt x="6798018" y="1014577"/>
                </a:lnTo>
                <a:lnTo>
                  <a:pt x="6759219" y="1013091"/>
                </a:lnTo>
                <a:lnTo>
                  <a:pt x="6720611" y="998918"/>
                </a:lnTo>
                <a:lnTo>
                  <a:pt x="6581026" y="955471"/>
                </a:lnTo>
                <a:lnTo>
                  <a:pt x="6536296" y="941070"/>
                </a:lnTo>
                <a:lnTo>
                  <a:pt x="6492875" y="913993"/>
                </a:lnTo>
                <a:lnTo>
                  <a:pt x="6408306" y="859942"/>
                </a:lnTo>
                <a:lnTo>
                  <a:pt x="6326454" y="805980"/>
                </a:lnTo>
                <a:lnTo>
                  <a:pt x="6246914" y="752119"/>
                </a:lnTo>
                <a:lnTo>
                  <a:pt x="6207899" y="725220"/>
                </a:lnTo>
                <a:lnTo>
                  <a:pt x="6169799" y="685634"/>
                </a:lnTo>
                <a:lnTo>
                  <a:pt x="6131611" y="658761"/>
                </a:lnTo>
                <a:lnTo>
                  <a:pt x="6094247" y="619213"/>
                </a:lnTo>
                <a:lnTo>
                  <a:pt x="6056693" y="592366"/>
                </a:lnTo>
                <a:lnTo>
                  <a:pt x="6019863" y="552843"/>
                </a:lnTo>
                <a:lnTo>
                  <a:pt x="5982741" y="526008"/>
                </a:lnTo>
                <a:lnTo>
                  <a:pt x="5946254" y="486486"/>
                </a:lnTo>
                <a:lnTo>
                  <a:pt x="5909386" y="459676"/>
                </a:lnTo>
                <a:lnTo>
                  <a:pt x="5873051" y="420154"/>
                </a:lnTo>
                <a:lnTo>
                  <a:pt x="5799379" y="366522"/>
                </a:lnTo>
                <a:lnTo>
                  <a:pt x="5758751" y="326847"/>
                </a:lnTo>
                <a:lnTo>
                  <a:pt x="5675985" y="272859"/>
                </a:lnTo>
                <a:lnTo>
                  <a:pt x="5634837" y="233159"/>
                </a:lnTo>
                <a:lnTo>
                  <a:pt x="5593029" y="206159"/>
                </a:lnTo>
                <a:lnTo>
                  <a:pt x="5550573" y="191833"/>
                </a:lnTo>
                <a:lnTo>
                  <a:pt x="5466169" y="137782"/>
                </a:lnTo>
                <a:lnTo>
                  <a:pt x="5423255" y="123431"/>
                </a:lnTo>
                <a:lnTo>
                  <a:pt x="5380685" y="96393"/>
                </a:lnTo>
                <a:lnTo>
                  <a:pt x="5163426" y="24587"/>
                </a:lnTo>
                <a:lnTo>
                  <a:pt x="5119128" y="22898"/>
                </a:lnTo>
                <a:lnTo>
                  <a:pt x="5075199" y="8509"/>
                </a:lnTo>
                <a:lnTo>
                  <a:pt x="4851654" y="0"/>
                </a:lnTo>
                <a:lnTo>
                  <a:pt x="4760646" y="21958"/>
                </a:lnTo>
                <a:lnTo>
                  <a:pt x="4715522" y="20243"/>
                </a:lnTo>
                <a:lnTo>
                  <a:pt x="4624082" y="42176"/>
                </a:lnTo>
                <a:lnTo>
                  <a:pt x="4577804" y="65836"/>
                </a:lnTo>
                <a:lnTo>
                  <a:pt x="4531944" y="76796"/>
                </a:lnTo>
                <a:lnTo>
                  <a:pt x="4346105" y="171399"/>
                </a:lnTo>
                <a:lnTo>
                  <a:pt x="4303204" y="195186"/>
                </a:lnTo>
                <a:lnTo>
                  <a:pt x="4261002" y="218998"/>
                </a:lnTo>
                <a:lnTo>
                  <a:pt x="4218991" y="255524"/>
                </a:lnTo>
                <a:lnTo>
                  <a:pt x="4178071" y="279387"/>
                </a:lnTo>
                <a:lnTo>
                  <a:pt x="4137215" y="315963"/>
                </a:lnTo>
                <a:lnTo>
                  <a:pt x="4097350" y="339864"/>
                </a:lnTo>
                <a:lnTo>
                  <a:pt x="4057446" y="376466"/>
                </a:lnTo>
                <a:lnTo>
                  <a:pt x="4018432" y="400405"/>
                </a:lnTo>
                <a:lnTo>
                  <a:pt x="3979265" y="437032"/>
                </a:lnTo>
                <a:lnTo>
                  <a:pt x="3940873" y="460997"/>
                </a:lnTo>
                <a:lnTo>
                  <a:pt x="3863797" y="534314"/>
                </a:lnTo>
                <a:lnTo>
                  <a:pt x="3825951" y="558292"/>
                </a:lnTo>
                <a:lnTo>
                  <a:pt x="3749497" y="631634"/>
                </a:lnTo>
                <a:lnTo>
                  <a:pt x="3711727" y="655624"/>
                </a:lnTo>
                <a:lnTo>
                  <a:pt x="3634930" y="728954"/>
                </a:lnTo>
                <a:lnTo>
                  <a:pt x="3596754" y="752919"/>
                </a:lnTo>
                <a:lnTo>
                  <a:pt x="3518674" y="826198"/>
                </a:lnTo>
                <a:lnTo>
                  <a:pt x="3479609" y="850138"/>
                </a:lnTo>
                <a:lnTo>
                  <a:pt x="3439680" y="886739"/>
                </a:lnTo>
                <a:lnTo>
                  <a:pt x="3359353" y="934516"/>
                </a:lnTo>
                <a:lnTo>
                  <a:pt x="3317887" y="971067"/>
                </a:lnTo>
                <a:lnTo>
                  <a:pt x="3276295" y="994905"/>
                </a:lnTo>
                <a:lnTo>
                  <a:pt x="3233991" y="1018717"/>
                </a:lnTo>
                <a:lnTo>
                  <a:pt x="3147822" y="1066266"/>
                </a:lnTo>
                <a:lnTo>
                  <a:pt x="3014980" y="1137462"/>
                </a:lnTo>
                <a:lnTo>
                  <a:pt x="2970288" y="1148473"/>
                </a:lnTo>
                <a:lnTo>
                  <a:pt x="2924683" y="1172159"/>
                </a:lnTo>
                <a:lnTo>
                  <a:pt x="2786977" y="1205039"/>
                </a:lnTo>
                <a:lnTo>
                  <a:pt x="2740825" y="1203286"/>
                </a:lnTo>
                <a:lnTo>
                  <a:pt x="2693860" y="1214208"/>
                </a:lnTo>
                <a:lnTo>
                  <a:pt x="6358382" y="1353705"/>
                </a:lnTo>
                <a:lnTo>
                  <a:pt x="2456929" y="1205191"/>
                </a:lnTo>
                <a:lnTo>
                  <a:pt x="2264918" y="1147038"/>
                </a:lnTo>
                <a:lnTo>
                  <a:pt x="2219007" y="1119873"/>
                </a:lnTo>
                <a:lnTo>
                  <a:pt x="2173528" y="1105433"/>
                </a:lnTo>
                <a:lnTo>
                  <a:pt x="2129371" y="1078344"/>
                </a:lnTo>
                <a:lnTo>
                  <a:pt x="2085517" y="1063955"/>
                </a:lnTo>
                <a:lnTo>
                  <a:pt x="2000973" y="1009904"/>
                </a:lnTo>
                <a:lnTo>
                  <a:pt x="1918982" y="955954"/>
                </a:lnTo>
                <a:lnTo>
                  <a:pt x="1878812" y="929005"/>
                </a:lnTo>
                <a:lnTo>
                  <a:pt x="1839595" y="889381"/>
                </a:lnTo>
                <a:lnTo>
                  <a:pt x="1722843" y="808685"/>
                </a:lnTo>
                <a:lnTo>
                  <a:pt x="1685010" y="769112"/>
                </a:lnTo>
                <a:lnTo>
                  <a:pt x="1646910" y="742238"/>
                </a:lnTo>
                <a:lnTo>
                  <a:pt x="1609458" y="702691"/>
                </a:lnTo>
                <a:lnTo>
                  <a:pt x="1571625" y="675830"/>
                </a:lnTo>
                <a:lnTo>
                  <a:pt x="1496555" y="609434"/>
                </a:lnTo>
                <a:lnTo>
                  <a:pt x="1458734" y="582574"/>
                </a:lnTo>
                <a:lnTo>
                  <a:pt x="1421282" y="543013"/>
                </a:lnTo>
                <a:lnTo>
                  <a:pt x="1383195" y="516153"/>
                </a:lnTo>
                <a:lnTo>
                  <a:pt x="1345387" y="476580"/>
                </a:lnTo>
                <a:lnTo>
                  <a:pt x="1228699" y="395884"/>
                </a:lnTo>
                <a:lnTo>
                  <a:pt x="1189520" y="356273"/>
                </a:lnTo>
                <a:lnTo>
                  <a:pt x="1108710" y="302348"/>
                </a:lnTo>
                <a:lnTo>
                  <a:pt x="983665" y="221335"/>
                </a:lnTo>
                <a:lnTo>
                  <a:pt x="940676" y="206997"/>
                </a:lnTo>
                <a:lnTo>
                  <a:pt x="853846" y="152857"/>
                </a:lnTo>
                <a:lnTo>
                  <a:pt x="670814" y="95046"/>
                </a:lnTo>
                <a:lnTo>
                  <a:pt x="573900" y="65938"/>
                </a:lnTo>
                <a:lnTo>
                  <a:pt x="329044" y="56616"/>
                </a:lnTo>
                <a:lnTo>
                  <a:pt x="184823" y="89255"/>
                </a:lnTo>
                <a:lnTo>
                  <a:pt x="137604" y="112877"/>
                </a:lnTo>
                <a:lnTo>
                  <a:pt x="91719" y="123837"/>
                </a:lnTo>
                <a:lnTo>
                  <a:pt x="46291" y="147535"/>
                </a:lnTo>
                <a:lnTo>
                  <a:pt x="2311" y="171272"/>
                </a:lnTo>
                <a:lnTo>
                  <a:pt x="0" y="171183"/>
                </a:lnTo>
                <a:lnTo>
                  <a:pt x="215" y="1670888"/>
                </a:lnTo>
                <a:lnTo>
                  <a:pt x="11909704" y="1679384"/>
                </a:lnTo>
                <a:lnTo>
                  <a:pt x="11907126" y="1672894"/>
                </a:lnTo>
                <a:lnTo>
                  <a:pt x="18288216" y="1670875"/>
                </a:lnTo>
                <a:lnTo>
                  <a:pt x="18288254" y="438708"/>
                </a:lnTo>
                <a:close/>
              </a:path>
            </a:pathLst>
          </a:custGeom>
          <a:solidFill>
            <a:srgbClr val="B0E7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299585">
              <a:lnSpc>
                <a:spcPct val="100000"/>
              </a:lnSpc>
              <a:spcBef>
                <a:spcPts val="100"/>
              </a:spcBef>
            </a:pPr>
            <a:r>
              <a:rPr dirty="0" sz="6000" spc="-375"/>
              <a:t>2.</a:t>
            </a:r>
            <a:r>
              <a:rPr dirty="0" sz="6000" spc="-434"/>
              <a:t> </a:t>
            </a:r>
            <a:r>
              <a:rPr dirty="0" sz="6000" spc="140"/>
              <a:t>Core</a:t>
            </a:r>
            <a:r>
              <a:rPr dirty="0" sz="6000" spc="-430"/>
              <a:t> </a:t>
            </a:r>
            <a:r>
              <a:rPr dirty="0" sz="6000" spc="60"/>
              <a:t>Objectives</a:t>
            </a:r>
            <a:endParaRPr sz="6000"/>
          </a:p>
        </p:txBody>
      </p:sp>
      <p:sp>
        <p:nvSpPr>
          <p:cNvPr id="27" name="object 27" descr=""/>
          <p:cNvSpPr txBox="1"/>
          <p:nvPr/>
        </p:nvSpPr>
        <p:spPr>
          <a:xfrm>
            <a:off x="5334104" y="2500349"/>
            <a:ext cx="26276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80" b="1">
                <a:solidFill>
                  <a:srgbClr val="000440"/>
                </a:solidFill>
                <a:latin typeface="Trebuchet MS"/>
                <a:cs typeface="Trebuchet MS"/>
              </a:rPr>
              <a:t>Primary</a:t>
            </a:r>
            <a:r>
              <a:rPr dirty="0" sz="3000" spc="-19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110" b="1">
                <a:solidFill>
                  <a:srgbClr val="000440"/>
                </a:solidFill>
                <a:latin typeface="Trebuchet MS"/>
                <a:cs typeface="Trebuchet MS"/>
              </a:rPr>
              <a:t>Goals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6354" y="3514725"/>
            <a:ext cx="76200" cy="76199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6354" y="3867150"/>
            <a:ext cx="76200" cy="76199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6354" y="4571999"/>
            <a:ext cx="76200" cy="76199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6354" y="4924424"/>
            <a:ext cx="76200" cy="76199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6354" y="5276849"/>
            <a:ext cx="76200" cy="76199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6354" y="5629274"/>
            <a:ext cx="76200" cy="76199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6354" y="5981699"/>
            <a:ext cx="76200" cy="76199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6354" y="6686550"/>
            <a:ext cx="76200" cy="76199"/>
          </a:xfrm>
          <a:prstGeom prst="rect">
            <a:avLst/>
          </a:prstGeom>
        </p:spPr>
      </p:pic>
      <p:sp>
        <p:nvSpPr>
          <p:cNvPr id="36" name="object 3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pc="155"/>
              <a:t>Mood</a:t>
            </a:r>
            <a:r>
              <a:rPr dirty="0" spc="-15"/>
              <a:t> </a:t>
            </a:r>
            <a:r>
              <a:rPr dirty="0" spc="100"/>
              <a:t>ľracking</a:t>
            </a:r>
            <a:r>
              <a:rPr dirty="0" spc="-10"/>
              <a:t> </a:t>
            </a:r>
            <a:r>
              <a:rPr dirty="0" spc="229"/>
              <a:t>Įog</a:t>
            </a:r>
            <a:r>
              <a:rPr dirty="0" spc="-15"/>
              <a:t> </a:t>
            </a:r>
            <a:r>
              <a:rPr dirty="0" spc="70"/>
              <a:t>and</a:t>
            </a:r>
            <a:r>
              <a:rPr dirty="0" spc="-10"/>
              <a:t> </a:t>
            </a:r>
            <a:r>
              <a:rPr dirty="0"/>
              <a:t>analyze</a:t>
            </a:r>
            <a:r>
              <a:rPr dirty="0" spc="-10"/>
              <a:t> </a:t>
            </a:r>
            <a:r>
              <a:rPr dirty="0"/>
              <a:t>daily</a:t>
            </a:r>
            <a:r>
              <a:rPr dirty="0" spc="-15"/>
              <a:t> </a:t>
            </a:r>
            <a:r>
              <a:rPr dirty="0"/>
              <a:t>emotional</a:t>
            </a:r>
            <a:r>
              <a:rPr dirty="0" spc="-10"/>
              <a:t> </a:t>
            </a:r>
            <a:r>
              <a:rPr dirty="0" spc="60"/>
              <a:t>states</a:t>
            </a:r>
          </a:p>
          <a:p>
            <a:pPr marL="12700" marR="236220">
              <a:lnSpc>
                <a:spcPct val="115599"/>
              </a:lnSpc>
            </a:pPr>
            <a:r>
              <a:rPr dirty="0"/>
              <a:t>Habit</a:t>
            </a:r>
            <a:r>
              <a:rPr dirty="0" spc="-20"/>
              <a:t> </a:t>
            </a:r>
            <a:r>
              <a:rPr dirty="0" spc="80"/>
              <a:t>Management</a:t>
            </a:r>
            <a:r>
              <a:rPr dirty="0" spc="-15"/>
              <a:t> </a:t>
            </a:r>
            <a:r>
              <a:rPr dirty="0" spc="-90"/>
              <a:t>-</a:t>
            </a:r>
            <a:r>
              <a:rPr dirty="0" spc="-20"/>
              <a:t> </a:t>
            </a:r>
            <a:r>
              <a:rPr dirty="0" spc="-40"/>
              <a:t>Create,</a:t>
            </a:r>
            <a:r>
              <a:rPr dirty="0" spc="-15"/>
              <a:t> </a:t>
            </a:r>
            <a:r>
              <a:rPr dirty="0" spc="-50"/>
              <a:t>track,</a:t>
            </a:r>
            <a:r>
              <a:rPr dirty="0" spc="-15"/>
              <a:t> </a:t>
            </a:r>
            <a:r>
              <a:rPr dirty="0" spc="70"/>
              <a:t>and</a:t>
            </a:r>
            <a:r>
              <a:rPr dirty="0" spc="-20"/>
              <a:t> </a:t>
            </a:r>
            <a:r>
              <a:rPr dirty="0"/>
              <a:t>maintain</a:t>
            </a:r>
            <a:r>
              <a:rPr dirty="0" spc="-15"/>
              <a:t> </a:t>
            </a:r>
            <a:r>
              <a:rPr dirty="0"/>
              <a:t>positive</a:t>
            </a:r>
            <a:r>
              <a:rPr dirty="0" spc="-15"/>
              <a:t> </a:t>
            </a:r>
            <a:r>
              <a:rPr dirty="0"/>
              <a:t>habits</a:t>
            </a:r>
            <a:r>
              <a:rPr dirty="0" spc="-20"/>
              <a:t> with </a:t>
            </a:r>
            <a:r>
              <a:rPr dirty="0" spc="50"/>
              <a:t>streak</a:t>
            </a:r>
            <a:r>
              <a:rPr dirty="0" spc="-90"/>
              <a:t> </a:t>
            </a:r>
            <a:r>
              <a:rPr dirty="0" spc="-10"/>
              <a:t>visualization</a:t>
            </a:r>
          </a:p>
          <a:p>
            <a:pPr marL="12700" marR="5080">
              <a:lnSpc>
                <a:spcPct val="115599"/>
              </a:lnSpc>
            </a:pPr>
            <a:r>
              <a:rPr dirty="0"/>
              <a:t>Journaling</a:t>
            </a:r>
            <a:r>
              <a:rPr dirty="0" spc="-80"/>
              <a:t> </a:t>
            </a:r>
            <a:r>
              <a:rPr dirty="0" spc="-90"/>
              <a:t>-</a:t>
            </a:r>
            <a:r>
              <a:rPr dirty="0" spc="-80"/>
              <a:t> </a:t>
            </a:r>
            <a:r>
              <a:rPr dirty="0"/>
              <a:t>Private</a:t>
            </a:r>
            <a:r>
              <a:rPr dirty="0" spc="-75"/>
              <a:t> </a:t>
            </a:r>
            <a:r>
              <a:rPr dirty="0" spc="95"/>
              <a:t>space</a:t>
            </a:r>
            <a:r>
              <a:rPr dirty="0" spc="-80"/>
              <a:t> </a:t>
            </a:r>
            <a:r>
              <a:rPr dirty="0"/>
              <a:t>to</a:t>
            </a:r>
            <a:r>
              <a:rPr dirty="0" spc="-75"/>
              <a:t> </a:t>
            </a:r>
            <a:r>
              <a:rPr dirty="0"/>
              <a:t>write</a:t>
            </a:r>
            <a:r>
              <a:rPr dirty="0" spc="-80"/>
              <a:t> </a:t>
            </a:r>
            <a:r>
              <a:rPr dirty="0" spc="70"/>
              <a:t>and</a:t>
            </a:r>
            <a:r>
              <a:rPr dirty="0" spc="-75"/>
              <a:t> </a:t>
            </a:r>
            <a:r>
              <a:rPr dirty="0"/>
              <a:t>reflect</a:t>
            </a:r>
            <a:r>
              <a:rPr dirty="0" spc="-80"/>
              <a:t> </a:t>
            </a:r>
            <a:r>
              <a:rPr dirty="0" spc="100"/>
              <a:t>on</a:t>
            </a:r>
            <a:r>
              <a:rPr dirty="0" spc="-75"/>
              <a:t> </a:t>
            </a:r>
            <a:r>
              <a:rPr dirty="0" spc="35"/>
              <a:t>experiences </a:t>
            </a:r>
            <a:r>
              <a:rPr dirty="0"/>
              <a:t>Meditation</a:t>
            </a:r>
            <a:r>
              <a:rPr dirty="0" spc="50"/>
              <a:t> </a:t>
            </a:r>
            <a:r>
              <a:rPr dirty="0" spc="80"/>
              <a:t>Support</a:t>
            </a:r>
            <a:r>
              <a:rPr dirty="0" spc="55"/>
              <a:t> </a:t>
            </a:r>
            <a:r>
              <a:rPr dirty="0"/>
              <a:t>Guided</a:t>
            </a:r>
            <a:r>
              <a:rPr dirty="0" spc="55"/>
              <a:t> </a:t>
            </a:r>
            <a:r>
              <a:rPr dirty="0"/>
              <a:t>meditation</a:t>
            </a:r>
            <a:r>
              <a:rPr dirty="0" spc="50"/>
              <a:t> </a:t>
            </a:r>
            <a:r>
              <a:rPr dirty="0"/>
              <a:t>timer</a:t>
            </a:r>
            <a:r>
              <a:rPr dirty="0" spc="55"/>
              <a:t> </a:t>
            </a:r>
            <a:r>
              <a:rPr dirty="0"/>
              <a:t>with</a:t>
            </a:r>
            <a:r>
              <a:rPr dirty="0" spc="55"/>
              <a:t> </a:t>
            </a:r>
            <a:r>
              <a:rPr dirty="0"/>
              <a:t>breathing</a:t>
            </a:r>
            <a:r>
              <a:rPr dirty="0" spc="50"/>
              <a:t> exercises </a:t>
            </a:r>
            <a:r>
              <a:rPr dirty="0" spc="45"/>
              <a:t>Motivation</a:t>
            </a:r>
            <a:r>
              <a:rPr dirty="0" spc="-35"/>
              <a:t> </a:t>
            </a:r>
            <a:r>
              <a:rPr dirty="0" spc="-90"/>
              <a:t>-</a:t>
            </a:r>
            <a:r>
              <a:rPr dirty="0" spc="-30"/>
              <a:t> </a:t>
            </a:r>
            <a:r>
              <a:rPr dirty="0"/>
              <a:t>Personalized</a:t>
            </a:r>
            <a:r>
              <a:rPr dirty="0" spc="-30"/>
              <a:t> </a:t>
            </a:r>
            <a:r>
              <a:rPr dirty="0" spc="75"/>
              <a:t>quotes</a:t>
            </a:r>
            <a:r>
              <a:rPr dirty="0" spc="-30"/>
              <a:t> </a:t>
            </a:r>
            <a:r>
              <a:rPr dirty="0" spc="70"/>
              <a:t>and</a:t>
            </a:r>
            <a:r>
              <a:rPr dirty="0" spc="-35"/>
              <a:t> </a:t>
            </a:r>
            <a:r>
              <a:rPr dirty="0" spc="50"/>
              <a:t>reminders</a:t>
            </a:r>
            <a:r>
              <a:rPr dirty="0" spc="-30"/>
              <a:t> </a:t>
            </a:r>
            <a:r>
              <a:rPr dirty="0" spc="95"/>
              <a:t>based</a:t>
            </a:r>
            <a:r>
              <a:rPr dirty="0" spc="-30"/>
              <a:t> </a:t>
            </a:r>
            <a:r>
              <a:rPr dirty="0" spc="100"/>
              <a:t>on</a:t>
            </a:r>
            <a:r>
              <a:rPr dirty="0" spc="-30"/>
              <a:t> </a:t>
            </a:r>
            <a:r>
              <a:rPr dirty="0" spc="80"/>
              <a:t>mood </a:t>
            </a:r>
            <a:r>
              <a:rPr dirty="0" spc="50"/>
              <a:t>Analytics</a:t>
            </a:r>
            <a:r>
              <a:rPr dirty="0" spc="-60"/>
              <a:t> </a:t>
            </a:r>
            <a:r>
              <a:rPr dirty="0" spc="-90"/>
              <a:t>-</a:t>
            </a:r>
            <a:r>
              <a:rPr dirty="0" spc="-60"/>
              <a:t> </a:t>
            </a:r>
            <a:r>
              <a:rPr dirty="0"/>
              <a:t>Visual</a:t>
            </a:r>
            <a:r>
              <a:rPr dirty="0" spc="-55"/>
              <a:t> </a:t>
            </a:r>
            <a:r>
              <a:rPr dirty="0" spc="65"/>
              <a:t>charts</a:t>
            </a:r>
            <a:r>
              <a:rPr dirty="0" spc="-60"/>
              <a:t> </a:t>
            </a:r>
            <a:r>
              <a:rPr dirty="0" spc="95"/>
              <a:t>showing</a:t>
            </a:r>
            <a:r>
              <a:rPr dirty="0" spc="-60"/>
              <a:t> </a:t>
            </a:r>
            <a:r>
              <a:rPr dirty="0" spc="100"/>
              <a:t>mood</a:t>
            </a:r>
            <a:r>
              <a:rPr dirty="0" spc="-55"/>
              <a:t> </a:t>
            </a:r>
            <a:r>
              <a:rPr dirty="0" spc="60"/>
              <a:t>trends</a:t>
            </a:r>
            <a:r>
              <a:rPr dirty="0" spc="-60"/>
              <a:t> </a:t>
            </a:r>
            <a:r>
              <a:rPr dirty="0" spc="70"/>
              <a:t>and</a:t>
            </a:r>
            <a:r>
              <a:rPr dirty="0" spc="-60"/>
              <a:t> </a:t>
            </a:r>
            <a:r>
              <a:rPr dirty="0"/>
              <a:t>habit</a:t>
            </a:r>
            <a:r>
              <a:rPr dirty="0" spc="-55"/>
              <a:t> </a:t>
            </a:r>
            <a:r>
              <a:rPr dirty="0" spc="95"/>
              <a:t>progress </a:t>
            </a:r>
            <a:r>
              <a:rPr dirty="0" spc="90"/>
              <a:t>User</a:t>
            </a:r>
            <a:r>
              <a:rPr dirty="0" spc="-25"/>
              <a:t> </a:t>
            </a:r>
            <a:r>
              <a:rPr dirty="0"/>
              <a:t>Authentication</a:t>
            </a:r>
            <a:r>
              <a:rPr dirty="0" spc="-25"/>
              <a:t> </a:t>
            </a:r>
            <a:r>
              <a:rPr dirty="0" spc="85"/>
              <a:t>Secure</a:t>
            </a:r>
            <a:r>
              <a:rPr dirty="0" spc="-25"/>
              <a:t> </a:t>
            </a:r>
            <a:r>
              <a:rPr dirty="0" spc="-40"/>
              <a:t>multi-</a:t>
            </a:r>
            <a:r>
              <a:rPr dirty="0" spc="80"/>
              <a:t>user</a:t>
            </a:r>
            <a:r>
              <a:rPr dirty="0" spc="-25"/>
              <a:t> </a:t>
            </a:r>
            <a:r>
              <a:rPr dirty="0" spc="75"/>
              <a:t>support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5"/>
              <a:t> </a:t>
            </a:r>
            <a:r>
              <a:rPr dirty="0"/>
              <a:t>individual</a:t>
            </a:r>
            <a:r>
              <a:rPr dirty="0" spc="-25"/>
              <a:t> </a:t>
            </a:r>
            <a:r>
              <a:rPr dirty="0" spc="-20"/>
              <a:t>data </a:t>
            </a:r>
            <a:r>
              <a:rPr dirty="0" spc="-10"/>
              <a:t>isolation</a:t>
            </a: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/>
              <a:t>Data</a:t>
            </a:r>
            <a:r>
              <a:rPr dirty="0" spc="-10"/>
              <a:t> </a:t>
            </a:r>
            <a:r>
              <a:rPr dirty="0" spc="60"/>
              <a:t>Persistence</a:t>
            </a:r>
            <a:r>
              <a:rPr dirty="0" spc="-5"/>
              <a:t> </a:t>
            </a:r>
            <a:r>
              <a:rPr dirty="0" spc="-90"/>
              <a:t>-</a:t>
            </a:r>
            <a:r>
              <a:rPr dirty="0" spc="-10"/>
              <a:t> </a:t>
            </a:r>
            <a:r>
              <a:rPr dirty="0"/>
              <a:t>Automatic</a:t>
            </a:r>
            <a:r>
              <a:rPr dirty="0" spc="-5"/>
              <a:t> </a:t>
            </a:r>
            <a:r>
              <a:rPr dirty="0" spc="80"/>
              <a:t>saving</a:t>
            </a:r>
            <a:r>
              <a:rPr dirty="0" spc="-10"/>
              <a:t> </a:t>
            </a:r>
            <a:r>
              <a:rPr dirty="0" spc="70"/>
              <a:t>and</a:t>
            </a:r>
            <a:r>
              <a:rPr dirty="0" spc="-5"/>
              <a:t> </a:t>
            </a:r>
            <a:r>
              <a:rPr dirty="0"/>
              <a:t>data</a:t>
            </a:r>
            <a:r>
              <a:rPr dirty="0" spc="-10"/>
              <a:t> </a:t>
            </a:r>
            <a:r>
              <a:rPr dirty="0" spc="50"/>
              <a:t>recovery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0E7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284949" y="0"/>
            <a:ext cx="17003395" cy="10287000"/>
            <a:chOff x="1284949" y="0"/>
            <a:chExt cx="17003395" cy="10287000"/>
          </a:xfrm>
        </p:grpSpPr>
        <p:sp>
          <p:nvSpPr>
            <p:cNvPr id="4" name="object 4" descr=""/>
            <p:cNvSpPr/>
            <p:nvPr/>
          </p:nvSpPr>
          <p:spPr>
            <a:xfrm>
              <a:off x="1284947" y="0"/>
              <a:ext cx="17003395" cy="10287635"/>
            </a:xfrm>
            <a:custGeom>
              <a:avLst/>
              <a:gdLst/>
              <a:ahLst/>
              <a:cxnLst/>
              <a:rect l="l" t="t" r="r" b="b"/>
              <a:pathLst>
                <a:path w="17003395" h="10287635">
                  <a:moveTo>
                    <a:pt x="17003052" y="0"/>
                  </a:moveTo>
                  <a:lnTo>
                    <a:pt x="4328376" y="0"/>
                  </a:lnTo>
                  <a:lnTo>
                    <a:pt x="3787165" y="12"/>
                  </a:lnTo>
                  <a:lnTo>
                    <a:pt x="3691623" y="25412"/>
                  </a:lnTo>
                  <a:lnTo>
                    <a:pt x="3644011" y="25412"/>
                  </a:lnTo>
                  <a:lnTo>
                    <a:pt x="3407727" y="88912"/>
                  </a:lnTo>
                  <a:lnTo>
                    <a:pt x="3360851" y="88912"/>
                  </a:lnTo>
                  <a:lnTo>
                    <a:pt x="3174784" y="139712"/>
                  </a:lnTo>
                  <a:lnTo>
                    <a:pt x="3128632" y="165112"/>
                  </a:lnTo>
                  <a:lnTo>
                    <a:pt x="2945676" y="215912"/>
                  </a:lnTo>
                  <a:lnTo>
                    <a:pt x="2900362" y="241312"/>
                  </a:lnTo>
                  <a:lnTo>
                    <a:pt x="2810281" y="266712"/>
                  </a:lnTo>
                  <a:lnTo>
                    <a:pt x="2765526" y="292112"/>
                  </a:lnTo>
                  <a:lnTo>
                    <a:pt x="2676575" y="317512"/>
                  </a:lnTo>
                  <a:lnTo>
                    <a:pt x="2632392" y="342912"/>
                  </a:lnTo>
                  <a:lnTo>
                    <a:pt x="2588425" y="355612"/>
                  </a:lnTo>
                  <a:lnTo>
                    <a:pt x="2501112" y="406412"/>
                  </a:lnTo>
                  <a:lnTo>
                    <a:pt x="2457767" y="419112"/>
                  </a:lnTo>
                  <a:lnTo>
                    <a:pt x="2371763" y="469912"/>
                  </a:lnTo>
                  <a:lnTo>
                    <a:pt x="2329103" y="482612"/>
                  </a:lnTo>
                  <a:lnTo>
                    <a:pt x="2119363" y="609612"/>
                  </a:lnTo>
                  <a:lnTo>
                    <a:pt x="1956104" y="711212"/>
                  </a:lnTo>
                  <a:lnTo>
                    <a:pt x="1836483" y="787412"/>
                  </a:lnTo>
                  <a:lnTo>
                    <a:pt x="1797177" y="825512"/>
                  </a:lnTo>
                  <a:lnTo>
                    <a:pt x="1719402" y="876312"/>
                  </a:lnTo>
                  <a:lnTo>
                    <a:pt x="1679155" y="914412"/>
                  </a:lnTo>
                  <a:lnTo>
                    <a:pt x="1640243" y="939812"/>
                  </a:lnTo>
                  <a:lnTo>
                    <a:pt x="1602663" y="977912"/>
                  </a:lnTo>
                  <a:lnTo>
                    <a:pt x="1566392" y="1016012"/>
                  </a:lnTo>
                  <a:lnTo>
                    <a:pt x="1531416" y="1041412"/>
                  </a:lnTo>
                  <a:lnTo>
                    <a:pt x="1497711" y="1079512"/>
                  </a:lnTo>
                  <a:lnTo>
                    <a:pt x="1465262" y="1117612"/>
                  </a:lnTo>
                  <a:lnTo>
                    <a:pt x="1434058" y="1155712"/>
                  </a:lnTo>
                  <a:lnTo>
                    <a:pt x="1404073" y="1193812"/>
                  </a:lnTo>
                  <a:lnTo>
                    <a:pt x="1375295" y="1231912"/>
                  </a:lnTo>
                  <a:lnTo>
                    <a:pt x="1347698" y="1270012"/>
                  </a:lnTo>
                  <a:lnTo>
                    <a:pt x="1321282" y="1320812"/>
                  </a:lnTo>
                  <a:lnTo>
                    <a:pt x="1296009" y="1358912"/>
                  </a:lnTo>
                  <a:lnTo>
                    <a:pt x="1271866" y="1397012"/>
                  </a:lnTo>
                  <a:lnTo>
                    <a:pt x="1248854" y="1435112"/>
                  </a:lnTo>
                  <a:lnTo>
                    <a:pt x="1226934" y="1485912"/>
                  </a:lnTo>
                  <a:lnTo>
                    <a:pt x="1206106" y="1524012"/>
                  </a:lnTo>
                  <a:lnTo>
                    <a:pt x="1186332" y="1574812"/>
                  </a:lnTo>
                  <a:lnTo>
                    <a:pt x="1167612" y="1612912"/>
                  </a:lnTo>
                  <a:lnTo>
                    <a:pt x="1149921" y="1663712"/>
                  </a:lnTo>
                  <a:lnTo>
                    <a:pt x="1133233" y="1701812"/>
                  </a:lnTo>
                  <a:lnTo>
                    <a:pt x="1117549" y="1752612"/>
                  </a:lnTo>
                  <a:lnTo>
                    <a:pt x="1102842" y="1790712"/>
                  </a:lnTo>
                  <a:lnTo>
                    <a:pt x="1089101" y="1841512"/>
                  </a:lnTo>
                  <a:lnTo>
                    <a:pt x="1076286" y="1892312"/>
                  </a:lnTo>
                  <a:lnTo>
                    <a:pt x="1064412" y="1943112"/>
                  </a:lnTo>
                  <a:lnTo>
                    <a:pt x="1053439" y="1981212"/>
                  </a:lnTo>
                  <a:lnTo>
                    <a:pt x="1043355" y="2032012"/>
                  </a:lnTo>
                  <a:lnTo>
                    <a:pt x="1034148" y="2082812"/>
                  </a:lnTo>
                  <a:lnTo>
                    <a:pt x="1025791" y="2133612"/>
                  </a:lnTo>
                  <a:lnTo>
                    <a:pt x="1018273" y="2184412"/>
                  </a:lnTo>
                  <a:lnTo>
                    <a:pt x="1011580" y="2235212"/>
                  </a:lnTo>
                  <a:lnTo>
                    <a:pt x="1005687" y="2286012"/>
                  </a:lnTo>
                  <a:lnTo>
                    <a:pt x="1000582" y="2336812"/>
                  </a:lnTo>
                  <a:lnTo>
                    <a:pt x="996238" y="2387612"/>
                  </a:lnTo>
                  <a:lnTo>
                    <a:pt x="992644" y="2425712"/>
                  </a:lnTo>
                  <a:lnTo>
                    <a:pt x="989787" y="2476512"/>
                  </a:lnTo>
                  <a:lnTo>
                    <a:pt x="987640" y="2527312"/>
                  </a:lnTo>
                  <a:lnTo>
                    <a:pt x="986205" y="2578112"/>
                  </a:lnTo>
                  <a:lnTo>
                    <a:pt x="985431" y="2641612"/>
                  </a:lnTo>
                  <a:lnTo>
                    <a:pt x="985329" y="2692412"/>
                  </a:lnTo>
                  <a:lnTo>
                    <a:pt x="984440" y="2730512"/>
                  </a:lnTo>
                  <a:lnTo>
                    <a:pt x="981354" y="2781312"/>
                  </a:lnTo>
                  <a:lnTo>
                    <a:pt x="976109" y="2832112"/>
                  </a:lnTo>
                  <a:lnTo>
                    <a:pt x="968743" y="2882912"/>
                  </a:lnTo>
                  <a:lnTo>
                    <a:pt x="959294" y="2933712"/>
                  </a:lnTo>
                  <a:lnTo>
                    <a:pt x="947801" y="2984512"/>
                  </a:lnTo>
                  <a:lnTo>
                    <a:pt x="934300" y="3022612"/>
                  </a:lnTo>
                  <a:lnTo>
                    <a:pt x="919238" y="3073412"/>
                  </a:lnTo>
                  <a:lnTo>
                    <a:pt x="904697" y="3124212"/>
                  </a:lnTo>
                  <a:lnTo>
                    <a:pt x="890866" y="3175012"/>
                  </a:lnTo>
                  <a:lnTo>
                    <a:pt x="878001" y="3225812"/>
                  </a:lnTo>
                  <a:lnTo>
                    <a:pt x="866292" y="3276612"/>
                  </a:lnTo>
                  <a:lnTo>
                    <a:pt x="855992" y="3327412"/>
                  </a:lnTo>
                  <a:lnTo>
                    <a:pt x="847293" y="3365512"/>
                  </a:lnTo>
                  <a:lnTo>
                    <a:pt x="840435" y="3416312"/>
                  </a:lnTo>
                  <a:lnTo>
                    <a:pt x="835634" y="3467112"/>
                  </a:lnTo>
                  <a:lnTo>
                    <a:pt x="833120" y="3517912"/>
                  </a:lnTo>
                  <a:lnTo>
                    <a:pt x="833094" y="3556012"/>
                  </a:lnTo>
                  <a:lnTo>
                    <a:pt x="835799" y="3606812"/>
                  </a:lnTo>
                  <a:lnTo>
                    <a:pt x="841451" y="3644912"/>
                  </a:lnTo>
                  <a:lnTo>
                    <a:pt x="850265" y="3695712"/>
                  </a:lnTo>
                  <a:lnTo>
                    <a:pt x="862469" y="3733812"/>
                  </a:lnTo>
                  <a:lnTo>
                    <a:pt x="878281" y="3784612"/>
                  </a:lnTo>
                  <a:lnTo>
                    <a:pt x="898791" y="3835412"/>
                  </a:lnTo>
                  <a:lnTo>
                    <a:pt x="917803" y="3886212"/>
                  </a:lnTo>
                  <a:lnTo>
                    <a:pt x="935101" y="3924312"/>
                  </a:lnTo>
                  <a:lnTo>
                    <a:pt x="950468" y="3975112"/>
                  </a:lnTo>
                  <a:lnTo>
                    <a:pt x="963701" y="4025912"/>
                  </a:lnTo>
                  <a:lnTo>
                    <a:pt x="974585" y="4064012"/>
                  </a:lnTo>
                  <a:lnTo>
                    <a:pt x="982891" y="4114812"/>
                  </a:lnTo>
                  <a:lnTo>
                    <a:pt x="988428" y="4152912"/>
                  </a:lnTo>
                  <a:lnTo>
                    <a:pt x="990981" y="4203712"/>
                  </a:lnTo>
                  <a:lnTo>
                    <a:pt x="990320" y="4241812"/>
                  </a:lnTo>
                  <a:lnTo>
                    <a:pt x="986256" y="4279912"/>
                  </a:lnTo>
                  <a:lnTo>
                    <a:pt x="978573" y="4330712"/>
                  </a:lnTo>
                  <a:lnTo>
                    <a:pt x="967041" y="4368812"/>
                  </a:lnTo>
                  <a:lnTo>
                    <a:pt x="951458" y="4419612"/>
                  </a:lnTo>
                  <a:lnTo>
                    <a:pt x="931608" y="4457712"/>
                  </a:lnTo>
                  <a:lnTo>
                    <a:pt x="907288" y="4508512"/>
                  </a:lnTo>
                  <a:lnTo>
                    <a:pt x="878281" y="4546612"/>
                  </a:lnTo>
                  <a:lnTo>
                    <a:pt x="29654" y="5842012"/>
                  </a:lnTo>
                  <a:lnTo>
                    <a:pt x="9779" y="5880112"/>
                  </a:lnTo>
                  <a:lnTo>
                    <a:pt x="114" y="5918212"/>
                  </a:lnTo>
                  <a:lnTo>
                    <a:pt x="0" y="5956312"/>
                  </a:lnTo>
                  <a:lnTo>
                    <a:pt x="8737" y="6007112"/>
                  </a:lnTo>
                  <a:lnTo>
                    <a:pt x="25679" y="6032512"/>
                  </a:lnTo>
                  <a:lnTo>
                    <a:pt x="50139" y="6070612"/>
                  </a:lnTo>
                  <a:lnTo>
                    <a:pt x="81445" y="6096012"/>
                  </a:lnTo>
                  <a:lnTo>
                    <a:pt x="118922" y="6121412"/>
                  </a:lnTo>
                  <a:lnTo>
                    <a:pt x="161912" y="6121412"/>
                  </a:lnTo>
                  <a:lnTo>
                    <a:pt x="207137" y="6134112"/>
                  </a:lnTo>
                  <a:lnTo>
                    <a:pt x="250736" y="6146812"/>
                  </a:lnTo>
                  <a:lnTo>
                    <a:pt x="292595" y="6146812"/>
                  </a:lnTo>
                  <a:lnTo>
                    <a:pt x="332613" y="6159512"/>
                  </a:lnTo>
                  <a:lnTo>
                    <a:pt x="370649" y="6172212"/>
                  </a:lnTo>
                  <a:lnTo>
                    <a:pt x="406615" y="6184912"/>
                  </a:lnTo>
                  <a:lnTo>
                    <a:pt x="440385" y="6210312"/>
                  </a:lnTo>
                  <a:lnTo>
                    <a:pt x="471843" y="6223012"/>
                  </a:lnTo>
                  <a:lnTo>
                    <a:pt x="500888" y="6248412"/>
                  </a:lnTo>
                  <a:lnTo>
                    <a:pt x="527392" y="6261112"/>
                  </a:lnTo>
                  <a:lnTo>
                    <a:pt x="551243" y="6286512"/>
                  </a:lnTo>
                  <a:lnTo>
                    <a:pt x="572338" y="6311912"/>
                  </a:lnTo>
                  <a:lnTo>
                    <a:pt x="590550" y="6350013"/>
                  </a:lnTo>
                  <a:lnTo>
                    <a:pt x="605777" y="6375413"/>
                  </a:lnTo>
                  <a:lnTo>
                    <a:pt x="617893" y="6413513"/>
                  </a:lnTo>
                  <a:lnTo>
                    <a:pt x="626795" y="6438913"/>
                  </a:lnTo>
                  <a:lnTo>
                    <a:pt x="632371" y="6477013"/>
                  </a:lnTo>
                  <a:lnTo>
                    <a:pt x="634492" y="6527813"/>
                  </a:lnTo>
                  <a:lnTo>
                    <a:pt x="633056" y="6565913"/>
                  </a:lnTo>
                  <a:lnTo>
                    <a:pt x="627951" y="6616713"/>
                  </a:lnTo>
                  <a:lnTo>
                    <a:pt x="619048" y="6654813"/>
                  </a:lnTo>
                  <a:lnTo>
                    <a:pt x="606247" y="6718313"/>
                  </a:lnTo>
                  <a:lnTo>
                    <a:pt x="589445" y="6769113"/>
                  </a:lnTo>
                  <a:lnTo>
                    <a:pt x="568502" y="6819913"/>
                  </a:lnTo>
                  <a:lnTo>
                    <a:pt x="543318" y="6883413"/>
                  </a:lnTo>
                  <a:lnTo>
                    <a:pt x="526453" y="6934213"/>
                  </a:lnTo>
                  <a:lnTo>
                    <a:pt x="517144" y="6972313"/>
                  </a:lnTo>
                  <a:lnTo>
                    <a:pt x="516140" y="7010413"/>
                  </a:lnTo>
                  <a:lnTo>
                    <a:pt x="524205" y="7048513"/>
                  </a:lnTo>
                  <a:lnTo>
                    <a:pt x="542074" y="7086613"/>
                  </a:lnTo>
                  <a:lnTo>
                    <a:pt x="570534" y="7124713"/>
                  </a:lnTo>
                  <a:lnTo>
                    <a:pt x="610311" y="7150113"/>
                  </a:lnTo>
                  <a:lnTo>
                    <a:pt x="654265" y="7175513"/>
                  </a:lnTo>
                  <a:lnTo>
                    <a:pt x="682663" y="7200913"/>
                  </a:lnTo>
                  <a:lnTo>
                    <a:pt x="696988" y="7239013"/>
                  </a:lnTo>
                  <a:lnTo>
                    <a:pt x="698652" y="7277113"/>
                  </a:lnTo>
                  <a:lnTo>
                    <a:pt x="689127" y="7327913"/>
                  </a:lnTo>
                  <a:lnTo>
                    <a:pt x="669861" y="7378713"/>
                  </a:lnTo>
                  <a:lnTo>
                    <a:pt x="657440" y="7429513"/>
                  </a:lnTo>
                  <a:lnTo>
                    <a:pt x="657542" y="7454913"/>
                  </a:lnTo>
                  <a:lnTo>
                    <a:pt x="657593" y="7467613"/>
                  </a:lnTo>
                  <a:lnTo>
                    <a:pt x="668312" y="7518413"/>
                  </a:lnTo>
                  <a:lnTo>
                    <a:pt x="687654" y="7556513"/>
                  </a:lnTo>
                  <a:lnTo>
                    <a:pt x="713638" y="7607313"/>
                  </a:lnTo>
                  <a:lnTo>
                    <a:pt x="744296" y="7645413"/>
                  </a:lnTo>
                  <a:lnTo>
                    <a:pt x="771829" y="7683513"/>
                  </a:lnTo>
                  <a:lnTo>
                    <a:pt x="796620" y="7721613"/>
                  </a:lnTo>
                  <a:lnTo>
                    <a:pt x="818718" y="7772413"/>
                  </a:lnTo>
                  <a:lnTo>
                    <a:pt x="838174" y="7810513"/>
                  </a:lnTo>
                  <a:lnTo>
                    <a:pt x="855027" y="7848613"/>
                  </a:lnTo>
                  <a:lnTo>
                    <a:pt x="869315" y="7899413"/>
                  </a:lnTo>
                  <a:lnTo>
                    <a:pt x="881100" y="7937513"/>
                  </a:lnTo>
                  <a:lnTo>
                    <a:pt x="890422" y="7988313"/>
                  </a:lnTo>
                  <a:lnTo>
                    <a:pt x="897318" y="8039113"/>
                  </a:lnTo>
                  <a:lnTo>
                    <a:pt x="901839" y="8089913"/>
                  </a:lnTo>
                  <a:lnTo>
                    <a:pt x="904036" y="8140713"/>
                  </a:lnTo>
                  <a:lnTo>
                    <a:pt x="903935" y="8191513"/>
                  </a:lnTo>
                  <a:lnTo>
                    <a:pt x="901611" y="8242313"/>
                  </a:lnTo>
                  <a:lnTo>
                    <a:pt x="897089" y="8293113"/>
                  </a:lnTo>
                  <a:lnTo>
                    <a:pt x="890422" y="8343913"/>
                  </a:lnTo>
                  <a:lnTo>
                    <a:pt x="881659" y="8407413"/>
                  </a:lnTo>
                  <a:lnTo>
                    <a:pt x="870839" y="8458213"/>
                  </a:lnTo>
                  <a:lnTo>
                    <a:pt x="860831" y="8521713"/>
                  </a:lnTo>
                  <a:lnTo>
                    <a:pt x="853592" y="8572513"/>
                  </a:lnTo>
                  <a:lnTo>
                    <a:pt x="849109" y="8636013"/>
                  </a:lnTo>
                  <a:lnTo>
                    <a:pt x="847382" y="8686813"/>
                  </a:lnTo>
                  <a:lnTo>
                    <a:pt x="848410" y="8737613"/>
                  </a:lnTo>
                  <a:lnTo>
                    <a:pt x="852182" y="8775713"/>
                  </a:lnTo>
                  <a:lnTo>
                    <a:pt x="858697" y="8826513"/>
                  </a:lnTo>
                  <a:lnTo>
                    <a:pt x="867943" y="8877313"/>
                  </a:lnTo>
                  <a:lnTo>
                    <a:pt x="879932" y="8915413"/>
                  </a:lnTo>
                  <a:lnTo>
                    <a:pt x="894651" y="8953513"/>
                  </a:lnTo>
                  <a:lnTo>
                    <a:pt x="912088" y="8991613"/>
                  </a:lnTo>
                  <a:lnTo>
                    <a:pt x="932256" y="9017013"/>
                  </a:lnTo>
                  <a:lnTo>
                    <a:pt x="955141" y="9055113"/>
                  </a:lnTo>
                  <a:lnTo>
                    <a:pt x="980744" y="9080513"/>
                  </a:lnTo>
                  <a:lnTo>
                    <a:pt x="1009040" y="9105913"/>
                  </a:lnTo>
                  <a:lnTo>
                    <a:pt x="1040053" y="9118613"/>
                  </a:lnTo>
                  <a:lnTo>
                    <a:pt x="1073772" y="9144013"/>
                  </a:lnTo>
                  <a:lnTo>
                    <a:pt x="1110183" y="9156713"/>
                  </a:lnTo>
                  <a:lnTo>
                    <a:pt x="1149299" y="9156713"/>
                  </a:lnTo>
                  <a:lnTo>
                    <a:pt x="1191094" y="9169413"/>
                  </a:lnTo>
                  <a:lnTo>
                    <a:pt x="1235570" y="9169413"/>
                  </a:lnTo>
                  <a:lnTo>
                    <a:pt x="1290548" y="9156713"/>
                  </a:lnTo>
                  <a:lnTo>
                    <a:pt x="1398816" y="9156713"/>
                  </a:lnTo>
                  <a:lnTo>
                    <a:pt x="1452130" y="9144013"/>
                  </a:lnTo>
                  <a:lnTo>
                    <a:pt x="1504924" y="9144013"/>
                  </a:lnTo>
                  <a:lnTo>
                    <a:pt x="1557197" y="9131313"/>
                  </a:lnTo>
                  <a:lnTo>
                    <a:pt x="1608988" y="9131313"/>
                  </a:lnTo>
                  <a:lnTo>
                    <a:pt x="1711109" y="9118613"/>
                  </a:lnTo>
                  <a:lnTo>
                    <a:pt x="1761477" y="9105913"/>
                  </a:lnTo>
                  <a:lnTo>
                    <a:pt x="1860918" y="9105913"/>
                  </a:lnTo>
                  <a:lnTo>
                    <a:pt x="1910003" y="9093213"/>
                  </a:lnTo>
                  <a:lnTo>
                    <a:pt x="2007006" y="9093213"/>
                  </a:lnTo>
                  <a:lnTo>
                    <a:pt x="2054936" y="9080513"/>
                  </a:lnTo>
                  <a:lnTo>
                    <a:pt x="2289568" y="9080513"/>
                  </a:lnTo>
                  <a:lnTo>
                    <a:pt x="2335580" y="9093213"/>
                  </a:lnTo>
                  <a:lnTo>
                    <a:pt x="2426805" y="9093213"/>
                  </a:lnTo>
                  <a:lnTo>
                    <a:pt x="2517063" y="9118613"/>
                  </a:lnTo>
                  <a:lnTo>
                    <a:pt x="2561856" y="9118613"/>
                  </a:lnTo>
                  <a:lnTo>
                    <a:pt x="2606459" y="9131313"/>
                  </a:lnTo>
                  <a:lnTo>
                    <a:pt x="2650871" y="9156713"/>
                  </a:lnTo>
                  <a:lnTo>
                    <a:pt x="2739186" y="9182113"/>
                  </a:lnTo>
                  <a:lnTo>
                    <a:pt x="2780525" y="9207513"/>
                  </a:lnTo>
                  <a:lnTo>
                    <a:pt x="2820492" y="9220213"/>
                  </a:lnTo>
                  <a:lnTo>
                    <a:pt x="2859087" y="9245613"/>
                  </a:lnTo>
                  <a:lnTo>
                    <a:pt x="2896324" y="9271013"/>
                  </a:lnTo>
                  <a:lnTo>
                    <a:pt x="2932201" y="9296413"/>
                  </a:lnTo>
                  <a:lnTo>
                    <a:pt x="2966707" y="9321813"/>
                  </a:lnTo>
                  <a:lnTo>
                    <a:pt x="2999867" y="9347213"/>
                  </a:lnTo>
                  <a:lnTo>
                    <a:pt x="3031667" y="9372613"/>
                  </a:lnTo>
                  <a:lnTo>
                    <a:pt x="3062109" y="9398013"/>
                  </a:lnTo>
                  <a:lnTo>
                    <a:pt x="3091205" y="9436113"/>
                  </a:lnTo>
                  <a:lnTo>
                    <a:pt x="3118955" y="9461513"/>
                  </a:lnTo>
                  <a:lnTo>
                    <a:pt x="3145358" y="9499613"/>
                  </a:lnTo>
                  <a:lnTo>
                    <a:pt x="3170415" y="9537713"/>
                  </a:lnTo>
                  <a:lnTo>
                    <a:pt x="3194139" y="9563113"/>
                  </a:lnTo>
                  <a:lnTo>
                    <a:pt x="3216516" y="9601213"/>
                  </a:lnTo>
                  <a:lnTo>
                    <a:pt x="3237560" y="9639313"/>
                  </a:lnTo>
                  <a:lnTo>
                    <a:pt x="3257270" y="9677413"/>
                  </a:lnTo>
                  <a:lnTo>
                    <a:pt x="3275647" y="9715513"/>
                  </a:lnTo>
                  <a:lnTo>
                    <a:pt x="3292703" y="9766313"/>
                  </a:lnTo>
                  <a:lnTo>
                    <a:pt x="3308426" y="9804413"/>
                  </a:lnTo>
                  <a:lnTo>
                    <a:pt x="3322828" y="9842513"/>
                  </a:lnTo>
                  <a:lnTo>
                    <a:pt x="3335909" y="9893313"/>
                  </a:lnTo>
                  <a:lnTo>
                    <a:pt x="3347669" y="9931413"/>
                  </a:lnTo>
                  <a:lnTo>
                    <a:pt x="3358121" y="9982213"/>
                  </a:lnTo>
                  <a:lnTo>
                    <a:pt x="3367240" y="10033013"/>
                  </a:lnTo>
                  <a:lnTo>
                    <a:pt x="3375063" y="10083813"/>
                  </a:lnTo>
                  <a:lnTo>
                    <a:pt x="3381565" y="10134613"/>
                  </a:lnTo>
                  <a:lnTo>
                    <a:pt x="3386772" y="10185413"/>
                  </a:lnTo>
                  <a:lnTo>
                    <a:pt x="3390671" y="10236213"/>
                  </a:lnTo>
                  <a:lnTo>
                    <a:pt x="3392754" y="10274313"/>
                  </a:lnTo>
                  <a:lnTo>
                    <a:pt x="4328376" y="10274313"/>
                  </a:lnTo>
                  <a:lnTo>
                    <a:pt x="4328376" y="10287013"/>
                  </a:lnTo>
                  <a:lnTo>
                    <a:pt x="17003052" y="10287013"/>
                  </a:lnTo>
                  <a:lnTo>
                    <a:pt x="17003052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03705" y="1308347"/>
              <a:ext cx="5416823" cy="348479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0769422" y="0"/>
              <a:ext cx="7519034" cy="10287000"/>
            </a:xfrm>
            <a:custGeom>
              <a:avLst/>
              <a:gdLst/>
              <a:ahLst/>
              <a:cxnLst/>
              <a:rect l="l" t="t" r="r" b="b"/>
              <a:pathLst>
                <a:path w="7519034" h="10287000">
                  <a:moveTo>
                    <a:pt x="1574800" y="9304325"/>
                  </a:moveTo>
                  <a:lnTo>
                    <a:pt x="1574800" y="9304325"/>
                  </a:lnTo>
                  <a:lnTo>
                    <a:pt x="0" y="9304325"/>
                  </a:lnTo>
                  <a:lnTo>
                    <a:pt x="0" y="10287000"/>
                  </a:lnTo>
                  <a:lnTo>
                    <a:pt x="25400" y="10287000"/>
                  </a:lnTo>
                  <a:lnTo>
                    <a:pt x="25400" y="9332989"/>
                  </a:lnTo>
                  <a:lnTo>
                    <a:pt x="304800" y="9332989"/>
                  </a:lnTo>
                  <a:lnTo>
                    <a:pt x="304800" y="10287000"/>
                  </a:lnTo>
                  <a:lnTo>
                    <a:pt x="342900" y="10287000"/>
                  </a:lnTo>
                  <a:lnTo>
                    <a:pt x="342900" y="9332989"/>
                  </a:lnTo>
                  <a:lnTo>
                    <a:pt x="622300" y="9332989"/>
                  </a:lnTo>
                  <a:lnTo>
                    <a:pt x="622300" y="10287000"/>
                  </a:lnTo>
                  <a:lnTo>
                    <a:pt x="647700" y="10287000"/>
                  </a:lnTo>
                  <a:lnTo>
                    <a:pt x="647700" y="9332989"/>
                  </a:lnTo>
                  <a:lnTo>
                    <a:pt x="927100" y="9332989"/>
                  </a:lnTo>
                  <a:lnTo>
                    <a:pt x="927100" y="10287000"/>
                  </a:lnTo>
                  <a:lnTo>
                    <a:pt x="965200" y="10287000"/>
                  </a:lnTo>
                  <a:lnTo>
                    <a:pt x="965200" y="9332989"/>
                  </a:lnTo>
                  <a:lnTo>
                    <a:pt x="1244600" y="9332989"/>
                  </a:lnTo>
                  <a:lnTo>
                    <a:pt x="1244600" y="10287000"/>
                  </a:lnTo>
                  <a:lnTo>
                    <a:pt x="1270000" y="10287000"/>
                  </a:lnTo>
                  <a:lnTo>
                    <a:pt x="1270000" y="9332989"/>
                  </a:lnTo>
                  <a:lnTo>
                    <a:pt x="1549400" y="9332989"/>
                  </a:lnTo>
                  <a:lnTo>
                    <a:pt x="1549400" y="10287000"/>
                  </a:lnTo>
                  <a:lnTo>
                    <a:pt x="1574800" y="10287000"/>
                  </a:lnTo>
                  <a:lnTo>
                    <a:pt x="1574800" y="9304325"/>
                  </a:lnTo>
                  <a:close/>
                </a:path>
                <a:path w="7519034" h="10287000">
                  <a:moveTo>
                    <a:pt x="7518565" y="134696"/>
                  </a:moveTo>
                  <a:lnTo>
                    <a:pt x="7331875" y="134696"/>
                  </a:lnTo>
                  <a:lnTo>
                    <a:pt x="7331875" y="0"/>
                  </a:lnTo>
                  <a:lnTo>
                    <a:pt x="7303935" y="0"/>
                  </a:lnTo>
                  <a:lnTo>
                    <a:pt x="7303935" y="5734355"/>
                  </a:lnTo>
                  <a:lnTo>
                    <a:pt x="7020725" y="5734355"/>
                  </a:lnTo>
                  <a:lnTo>
                    <a:pt x="7020725" y="5451830"/>
                  </a:lnTo>
                  <a:lnTo>
                    <a:pt x="7303935" y="5451830"/>
                  </a:lnTo>
                  <a:lnTo>
                    <a:pt x="7303935" y="5423268"/>
                  </a:lnTo>
                  <a:lnTo>
                    <a:pt x="7020725" y="5423268"/>
                  </a:lnTo>
                  <a:lnTo>
                    <a:pt x="7020725" y="5140731"/>
                  </a:lnTo>
                  <a:lnTo>
                    <a:pt x="7303935" y="5140731"/>
                  </a:lnTo>
                  <a:lnTo>
                    <a:pt x="7303935" y="5112182"/>
                  </a:lnTo>
                  <a:lnTo>
                    <a:pt x="7020725" y="5112182"/>
                  </a:lnTo>
                  <a:lnTo>
                    <a:pt x="7020725" y="4829632"/>
                  </a:lnTo>
                  <a:lnTo>
                    <a:pt x="7303935" y="4829632"/>
                  </a:lnTo>
                  <a:lnTo>
                    <a:pt x="7303935" y="4801082"/>
                  </a:lnTo>
                  <a:lnTo>
                    <a:pt x="7020725" y="4801082"/>
                  </a:lnTo>
                  <a:lnTo>
                    <a:pt x="7020725" y="4518545"/>
                  </a:lnTo>
                  <a:lnTo>
                    <a:pt x="7303935" y="4518545"/>
                  </a:lnTo>
                  <a:lnTo>
                    <a:pt x="7303935" y="4489983"/>
                  </a:lnTo>
                  <a:lnTo>
                    <a:pt x="7020725" y="4489983"/>
                  </a:lnTo>
                  <a:lnTo>
                    <a:pt x="7020725" y="4207446"/>
                  </a:lnTo>
                  <a:lnTo>
                    <a:pt x="7303935" y="4207446"/>
                  </a:lnTo>
                  <a:lnTo>
                    <a:pt x="7303935" y="4178897"/>
                  </a:lnTo>
                  <a:lnTo>
                    <a:pt x="7020725" y="4178897"/>
                  </a:lnTo>
                  <a:lnTo>
                    <a:pt x="7020725" y="3896360"/>
                  </a:lnTo>
                  <a:lnTo>
                    <a:pt x="7303935" y="3896360"/>
                  </a:lnTo>
                  <a:lnTo>
                    <a:pt x="7303935" y="3867797"/>
                  </a:lnTo>
                  <a:lnTo>
                    <a:pt x="7020725" y="3867797"/>
                  </a:lnTo>
                  <a:lnTo>
                    <a:pt x="7020725" y="3585273"/>
                  </a:lnTo>
                  <a:lnTo>
                    <a:pt x="7303935" y="3585273"/>
                  </a:lnTo>
                  <a:lnTo>
                    <a:pt x="7303935" y="3556711"/>
                  </a:lnTo>
                  <a:lnTo>
                    <a:pt x="7020725" y="3556711"/>
                  </a:lnTo>
                  <a:lnTo>
                    <a:pt x="7020725" y="3274174"/>
                  </a:lnTo>
                  <a:lnTo>
                    <a:pt x="7303935" y="3274174"/>
                  </a:lnTo>
                  <a:lnTo>
                    <a:pt x="7303935" y="3245612"/>
                  </a:lnTo>
                  <a:lnTo>
                    <a:pt x="7020725" y="3245612"/>
                  </a:lnTo>
                  <a:lnTo>
                    <a:pt x="7020725" y="2963075"/>
                  </a:lnTo>
                  <a:lnTo>
                    <a:pt x="7303935" y="2963075"/>
                  </a:lnTo>
                  <a:lnTo>
                    <a:pt x="7303935" y="2934525"/>
                  </a:lnTo>
                  <a:lnTo>
                    <a:pt x="7020725" y="2934525"/>
                  </a:lnTo>
                  <a:lnTo>
                    <a:pt x="7020725" y="2651988"/>
                  </a:lnTo>
                  <a:lnTo>
                    <a:pt x="7303935" y="2651988"/>
                  </a:lnTo>
                  <a:lnTo>
                    <a:pt x="7303935" y="2623426"/>
                  </a:lnTo>
                  <a:lnTo>
                    <a:pt x="7020725" y="2623426"/>
                  </a:lnTo>
                  <a:lnTo>
                    <a:pt x="7020725" y="2340902"/>
                  </a:lnTo>
                  <a:lnTo>
                    <a:pt x="7303935" y="2340902"/>
                  </a:lnTo>
                  <a:lnTo>
                    <a:pt x="7303935" y="2312339"/>
                  </a:lnTo>
                  <a:lnTo>
                    <a:pt x="7020725" y="2312339"/>
                  </a:lnTo>
                  <a:lnTo>
                    <a:pt x="7020725" y="2029802"/>
                  </a:lnTo>
                  <a:lnTo>
                    <a:pt x="7303935" y="2029802"/>
                  </a:lnTo>
                  <a:lnTo>
                    <a:pt x="7303935" y="2001253"/>
                  </a:lnTo>
                  <a:lnTo>
                    <a:pt x="7020725" y="2001253"/>
                  </a:lnTo>
                  <a:lnTo>
                    <a:pt x="7020725" y="1718716"/>
                  </a:lnTo>
                  <a:lnTo>
                    <a:pt x="7303935" y="1718716"/>
                  </a:lnTo>
                  <a:lnTo>
                    <a:pt x="7303935" y="1690154"/>
                  </a:lnTo>
                  <a:lnTo>
                    <a:pt x="7020725" y="1690154"/>
                  </a:lnTo>
                  <a:lnTo>
                    <a:pt x="7020725" y="1407617"/>
                  </a:lnTo>
                  <a:lnTo>
                    <a:pt x="7303935" y="1407617"/>
                  </a:lnTo>
                  <a:lnTo>
                    <a:pt x="7303935" y="1379054"/>
                  </a:lnTo>
                  <a:lnTo>
                    <a:pt x="7020725" y="1379054"/>
                  </a:lnTo>
                  <a:lnTo>
                    <a:pt x="7020725" y="1096518"/>
                  </a:lnTo>
                  <a:lnTo>
                    <a:pt x="7303935" y="1096518"/>
                  </a:lnTo>
                  <a:lnTo>
                    <a:pt x="7303935" y="1067968"/>
                  </a:lnTo>
                  <a:lnTo>
                    <a:pt x="7020725" y="1067968"/>
                  </a:lnTo>
                  <a:lnTo>
                    <a:pt x="7020725" y="785431"/>
                  </a:lnTo>
                  <a:lnTo>
                    <a:pt x="7303935" y="785431"/>
                  </a:lnTo>
                  <a:lnTo>
                    <a:pt x="7303935" y="756881"/>
                  </a:lnTo>
                  <a:lnTo>
                    <a:pt x="7020725" y="756881"/>
                  </a:lnTo>
                  <a:lnTo>
                    <a:pt x="7020725" y="474345"/>
                  </a:lnTo>
                  <a:lnTo>
                    <a:pt x="7303935" y="474345"/>
                  </a:lnTo>
                  <a:lnTo>
                    <a:pt x="7303935" y="445782"/>
                  </a:lnTo>
                  <a:lnTo>
                    <a:pt x="7020725" y="445782"/>
                  </a:lnTo>
                  <a:lnTo>
                    <a:pt x="7020725" y="163245"/>
                  </a:lnTo>
                  <a:lnTo>
                    <a:pt x="7303935" y="163245"/>
                  </a:lnTo>
                  <a:lnTo>
                    <a:pt x="7303935" y="134696"/>
                  </a:lnTo>
                  <a:lnTo>
                    <a:pt x="7020725" y="134696"/>
                  </a:lnTo>
                  <a:lnTo>
                    <a:pt x="7020725" y="0"/>
                  </a:lnTo>
                  <a:lnTo>
                    <a:pt x="6992785" y="0"/>
                  </a:lnTo>
                  <a:lnTo>
                    <a:pt x="6992785" y="5734355"/>
                  </a:lnTo>
                  <a:lnTo>
                    <a:pt x="6709575" y="5734355"/>
                  </a:lnTo>
                  <a:lnTo>
                    <a:pt x="6709575" y="5451830"/>
                  </a:lnTo>
                  <a:lnTo>
                    <a:pt x="6992785" y="5451830"/>
                  </a:lnTo>
                  <a:lnTo>
                    <a:pt x="6992785" y="5423268"/>
                  </a:lnTo>
                  <a:lnTo>
                    <a:pt x="6709575" y="5423268"/>
                  </a:lnTo>
                  <a:lnTo>
                    <a:pt x="6709575" y="5140731"/>
                  </a:lnTo>
                  <a:lnTo>
                    <a:pt x="6992785" y="5140731"/>
                  </a:lnTo>
                  <a:lnTo>
                    <a:pt x="6992785" y="5112182"/>
                  </a:lnTo>
                  <a:lnTo>
                    <a:pt x="6709575" y="5112182"/>
                  </a:lnTo>
                  <a:lnTo>
                    <a:pt x="6709575" y="4829632"/>
                  </a:lnTo>
                  <a:lnTo>
                    <a:pt x="6992785" y="4829632"/>
                  </a:lnTo>
                  <a:lnTo>
                    <a:pt x="6992785" y="4801082"/>
                  </a:lnTo>
                  <a:lnTo>
                    <a:pt x="6709575" y="4801082"/>
                  </a:lnTo>
                  <a:lnTo>
                    <a:pt x="6709575" y="4518545"/>
                  </a:lnTo>
                  <a:lnTo>
                    <a:pt x="6992785" y="4518545"/>
                  </a:lnTo>
                  <a:lnTo>
                    <a:pt x="6992785" y="4489983"/>
                  </a:lnTo>
                  <a:lnTo>
                    <a:pt x="6709575" y="4489983"/>
                  </a:lnTo>
                  <a:lnTo>
                    <a:pt x="6709575" y="4207446"/>
                  </a:lnTo>
                  <a:lnTo>
                    <a:pt x="6992785" y="4207446"/>
                  </a:lnTo>
                  <a:lnTo>
                    <a:pt x="6992785" y="4178897"/>
                  </a:lnTo>
                  <a:lnTo>
                    <a:pt x="6709575" y="4178897"/>
                  </a:lnTo>
                  <a:lnTo>
                    <a:pt x="6709575" y="3896360"/>
                  </a:lnTo>
                  <a:lnTo>
                    <a:pt x="6992785" y="3896360"/>
                  </a:lnTo>
                  <a:lnTo>
                    <a:pt x="6992785" y="3867797"/>
                  </a:lnTo>
                  <a:lnTo>
                    <a:pt x="6709575" y="3867797"/>
                  </a:lnTo>
                  <a:lnTo>
                    <a:pt x="6709575" y="3585273"/>
                  </a:lnTo>
                  <a:lnTo>
                    <a:pt x="6992785" y="3585273"/>
                  </a:lnTo>
                  <a:lnTo>
                    <a:pt x="6992785" y="3556711"/>
                  </a:lnTo>
                  <a:lnTo>
                    <a:pt x="6709575" y="3556711"/>
                  </a:lnTo>
                  <a:lnTo>
                    <a:pt x="6709575" y="3274174"/>
                  </a:lnTo>
                  <a:lnTo>
                    <a:pt x="6992785" y="3274174"/>
                  </a:lnTo>
                  <a:lnTo>
                    <a:pt x="6992785" y="3245612"/>
                  </a:lnTo>
                  <a:lnTo>
                    <a:pt x="6709575" y="3245612"/>
                  </a:lnTo>
                  <a:lnTo>
                    <a:pt x="6709575" y="2963075"/>
                  </a:lnTo>
                  <a:lnTo>
                    <a:pt x="6992785" y="2963075"/>
                  </a:lnTo>
                  <a:lnTo>
                    <a:pt x="6992785" y="2934525"/>
                  </a:lnTo>
                  <a:lnTo>
                    <a:pt x="6709575" y="2934525"/>
                  </a:lnTo>
                  <a:lnTo>
                    <a:pt x="6709575" y="2651988"/>
                  </a:lnTo>
                  <a:lnTo>
                    <a:pt x="6992785" y="2651988"/>
                  </a:lnTo>
                  <a:lnTo>
                    <a:pt x="6992785" y="2623426"/>
                  </a:lnTo>
                  <a:lnTo>
                    <a:pt x="6709575" y="2623426"/>
                  </a:lnTo>
                  <a:lnTo>
                    <a:pt x="6709575" y="2340902"/>
                  </a:lnTo>
                  <a:lnTo>
                    <a:pt x="6992785" y="2340902"/>
                  </a:lnTo>
                  <a:lnTo>
                    <a:pt x="6992785" y="2312339"/>
                  </a:lnTo>
                  <a:lnTo>
                    <a:pt x="6709575" y="2312339"/>
                  </a:lnTo>
                  <a:lnTo>
                    <a:pt x="6709575" y="2029802"/>
                  </a:lnTo>
                  <a:lnTo>
                    <a:pt x="6992785" y="2029802"/>
                  </a:lnTo>
                  <a:lnTo>
                    <a:pt x="6992785" y="2001253"/>
                  </a:lnTo>
                  <a:lnTo>
                    <a:pt x="6709575" y="2001253"/>
                  </a:lnTo>
                  <a:lnTo>
                    <a:pt x="6709575" y="1718716"/>
                  </a:lnTo>
                  <a:lnTo>
                    <a:pt x="6992785" y="1718716"/>
                  </a:lnTo>
                  <a:lnTo>
                    <a:pt x="6992785" y="1690154"/>
                  </a:lnTo>
                  <a:lnTo>
                    <a:pt x="6709575" y="1690154"/>
                  </a:lnTo>
                  <a:lnTo>
                    <a:pt x="6709575" y="1407617"/>
                  </a:lnTo>
                  <a:lnTo>
                    <a:pt x="6992785" y="1407617"/>
                  </a:lnTo>
                  <a:lnTo>
                    <a:pt x="6992785" y="1379054"/>
                  </a:lnTo>
                  <a:lnTo>
                    <a:pt x="6709575" y="1379054"/>
                  </a:lnTo>
                  <a:lnTo>
                    <a:pt x="6709575" y="1096518"/>
                  </a:lnTo>
                  <a:lnTo>
                    <a:pt x="6992785" y="1096518"/>
                  </a:lnTo>
                  <a:lnTo>
                    <a:pt x="6992785" y="1067968"/>
                  </a:lnTo>
                  <a:lnTo>
                    <a:pt x="6709575" y="1067968"/>
                  </a:lnTo>
                  <a:lnTo>
                    <a:pt x="6709575" y="785431"/>
                  </a:lnTo>
                  <a:lnTo>
                    <a:pt x="6992785" y="785431"/>
                  </a:lnTo>
                  <a:lnTo>
                    <a:pt x="6992785" y="756881"/>
                  </a:lnTo>
                  <a:lnTo>
                    <a:pt x="6709575" y="756881"/>
                  </a:lnTo>
                  <a:lnTo>
                    <a:pt x="6709575" y="474345"/>
                  </a:lnTo>
                  <a:lnTo>
                    <a:pt x="6992785" y="474345"/>
                  </a:lnTo>
                  <a:lnTo>
                    <a:pt x="6992785" y="445782"/>
                  </a:lnTo>
                  <a:lnTo>
                    <a:pt x="6709575" y="445782"/>
                  </a:lnTo>
                  <a:lnTo>
                    <a:pt x="6709575" y="163245"/>
                  </a:lnTo>
                  <a:lnTo>
                    <a:pt x="6992785" y="163245"/>
                  </a:lnTo>
                  <a:lnTo>
                    <a:pt x="6992785" y="134696"/>
                  </a:lnTo>
                  <a:lnTo>
                    <a:pt x="6709575" y="134696"/>
                  </a:lnTo>
                  <a:lnTo>
                    <a:pt x="6709575" y="0"/>
                  </a:lnTo>
                  <a:lnTo>
                    <a:pt x="6682905" y="0"/>
                  </a:lnTo>
                  <a:lnTo>
                    <a:pt x="6682905" y="5777014"/>
                  </a:lnTo>
                  <a:lnTo>
                    <a:pt x="6709575" y="5777014"/>
                  </a:lnTo>
                  <a:lnTo>
                    <a:pt x="6709575" y="5762917"/>
                  </a:lnTo>
                  <a:lnTo>
                    <a:pt x="6992785" y="5762917"/>
                  </a:lnTo>
                  <a:lnTo>
                    <a:pt x="6992785" y="5777014"/>
                  </a:lnTo>
                  <a:lnTo>
                    <a:pt x="7020725" y="5777014"/>
                  </a:lnTo>
                  <a:lnTo>
                    <a:pt x="7020725" y="5762917"/>
                  </a:lnTo>
                  <a:lnTo>
                    <a:pt x="7303935" y="5762917"/>
                  </a:lnTo>
                  <a:lnTo>
                    <a:pt x="7303935" y="5777014"/>
                  </a:lnTo>
                  <a:lnTo>
                    <a:pt x="7331875" y="5777014"/>
                  </a:lnTo>
                  <a:lnTo>
                    <a:pt x="7331875" y="5762917"/>
                  </a:lnTo>
                  <a:lnTo>
                    <a:pt x="7518565" y="5762917"/>
                  </a:lnTo>
                  <a:lnTo>
                    <a:pt x="7518565" y="5734355"/>
                  </a:lnTo>
                  <a:lnTo>
                    <a:pt x="7331875" y="5734355"/>
                  </a:lnTo>
                  <a:lnTo>
                    <a:pt x="7331875" y="5451830"/>
                  </a:lnTo>
                  <a:lnTo>
                    <a:pt x="7518565" y="5451830"/>
                  </a:lnTo>
                  <a:lnTo>
                    <a:pt x="7518565" y="5423268"/>
                  </a:lnTo>
                  <a:lnTo>
                    <a:pt x="7331875" y="5423268"/>
                  </a:lnTo>
                  <a:lnTo>
                    <a:pt x="7331875" y="5140731"/>
                  </a:lnTo>
                  <a:lnTo>
                    <a:pt x="7518565" y="5140731"/>
                  </a:lnTo>
                  <a:lnTo>
                    <a:pt x="7518565" y="5112182"/>
                  </a:lnTo>
                  <a:lnTo>
                    <a:pt x="7331875" y="5112182"/>
                  </a:lnTo>
                  <a:lnTo>
                    <a:pt x="7331875" y="4829632"/>
                  </a:lnTo>
                  <a:lnTo>
                    <a:pt x="7518565" y="4829632"/>
                  </a:lnTo>
                  <a:lnTo>
                    <a:pt x="7518565" y="4801082"/>
                  </a:lnTo>
                  <a:lnTo>
                    <a:pt x="7331875" y="4801082"/>
                  </a:lnTo>
                  <a:lnTo>
                    <a:pt x="7331875" y="4518545"/>
                  </a:lnTo>
                  <a:lnTo>
                    <a:pt x="7518565" y="4518545"/>
                  </a:lnTo>
                  <a:lnTo>
                    <a:pt x="7518565" y="4489983"/>
                  </a:lnTo>
                  <a:lnTo>
                    <a:pt x="7331875" y="4489983"/>
                  </a:lnTo>
                  <a:lnTo>
                    <a:pt x="7331875" y="4207446"/>
                  </a:lnTo>
                  <a:lnTo>
                    <a:pt x="7518565" y="4207446"/>
                  </a:lnTo>
                  <a:lnTo>
                    <a:pt x="7518565" y="4178897"/>
                  </a:lnTo>
                  <a:lnTo>
                    <a:pt x="7331875" y="4178897"/>
                  </a:lnTo>
                  <a:lnTo>
                    <a:pt x="7331875" y="3896360"/>
                  </a:lnTo>
                  <a:lnTo>
                    <a:pt x="7518565" y="3896360"/>
                  </a:lnTo>
                  <a:lnTo>
                    <a:pt x="7518565" y="3867797"/>
                  </a:lnTo>
                  <a:lnTo>
                    <a:pt x="7331875" y="3867797"/>
                  </a:lnTo>
                  <a:lnTo>
                    <a:pt x="7331875" y="3585273"/>
                  </a:lnTo>
                  <a:lnTo>
                    <a:pt x="7518565" y="3585273"/>
                  </a:lnTo>
                  <a:lnTo>
                    <a:pt x="7518565" y="3556711"/>
                  </a:lnTo>
                  <a:lnTo>
                    <a:pt x="7331875" y="3556711"/>
                  </a:lnTo>
                  <a:lnTo>
                    <a:pt x="7331875" y="3274174"/>
                  </a:lnTo>
                  <a:lnTo>
                    <a:pt x="7518565" y="3274174"/>
                  </a:lnTo>
                  <a:lnTo>
                    <a:pt x="7518565" y="3245612"/>
                  </a:lnTo>
                  <a:lnTo>
                    <a:pt x="7331875" y="3245612"/>
                  </a:lnTo>
                  <a:lnTo>
                    <a:pt x="7331875" y="2963075"/>
                  </a:lnTo>
                  <a:lnTo>
                    <a:pt x="7518565" y="2963075"/>
                  </a:lnTo>
                  <a:lnTo>
                    <a:pt x="7518565" y="2934525"/>
                  </a:lnTo>
                  <a:lnTo>
                    <a:pt x="7331875" y="2934525"/>
                  </a:lnTo>
                  <a:lnTo>
                    <a:pt x="7331875" y="2651988"/>
                  </a:lnTo>
                  <a:lnTo>
                    <a:pt x="7518565" y="2651988"/>
                  </a:lnTo>
                  <a:lnTo>
                    <a:pt x="7518565" y="2623426"/>
                  </a:lnTo>
                  <a:lnTo>
                    <a:pt x="7331875" y="2623426"/>
                  </a:lnTo>
                  <a:lnTo>
                    <a:pt x="7331875" y="2340902"/>
                  </a:lnTo>
                  <a:lnTo>
                    <a:pt x="7518565" y="2340902"/>
                  </a:lnTo>
                  <a:lnTo>
                    <a:pt x="7518565" y="2312339"/>
                  </a:lnTo>
                  <a:lnTo>
                    <a:pt x="7331875" y="2312339"/>
                  </a:lnTo>
                  <a:lnTo>
                    <a:pt x="7331875" y="2029802"/>
                  </a:lnTo>
                  <a:lnTo>
                    <a:pt x="7518565" y="2029802"/>
                  </a:lnTo>
                  <a:lnTo>
                    <a:pt x="7518565" y="2001253"/>
                  </a:lnTo>
                  <a:lnTo>
                    <a:pt x="7331875" y="2001253"/>
                  </a:lnTo>
                  <a:lnTo>
                    <a:pt x="7331875" y="1718716"/>
                  </a:lnTo>
                  <a:lnTo>
                    <a:pt x="7518565" y="1718716"/>
                  </a:lnTo>
                  <a:lnTo>
                    <a:pt x="7518565" y="1690154"/>
                  </a:lnTo>
                  <a:lnTo>
                    <a:pt x="7331875" y="1690154"/>
                  </a:lnTo>
                  <a:lnTo>
                    <a:pt x="7331875" y="1407617"/>
                  </a:lnTo>
                  <a:lnTo>
                    <a:pt x="7518565" y="1407617"/>
                  </a:lnTo>
                  <a:lnTo>
                    <a:pt x="7518565" y="1379054"/>
                  </a:lnTo>
                  <a:lnTo>
                    <a:pt x="7331875" y="1379054"/>
                  </a:lnTo>
                  <a:lnTo>
                    <a:pt x="7331875" y="1096518"/>
                  </a:lnTo>
                  <a:lnTo>
                    <a:pt x="7518565" y="1096518"/>
                  </a:lnTo>
                  <a:lnTo>
                    <a:pt x="7518565" y="1067968"/>
                  </a:lnTo>
                  <a:lnTo>
                    <a:pt x="7331875" y="1067968"/>
                  </a:lnTo>
                  <a:lnTo>
                    <a:pt x="7331875" y="785431"/>
                  </a:lnTo>
                  <a:lnTo>
                    <a:pt x="7518565" y="785431"/>
                  </a:lnTo>
                  <a:lnTo>
                    <a:pt x="7518565" y="756881"/>
                  </a:lnTo>
                  <a:lnTo>
                    <a:pt x="7331875" y="756881"/>
                  </a:lnTo>
                  <a:lnTo>
                    <a:pt x="7331875" y="474345"/>
                  </a:lnTo>
                  <a:lnTo>
                    <a:pt x="7518565" y="474345"/>
                  </a:lnTo>
                  <a:lnTo>
                    <a:pt x="7518565" y="445782"/>
                  </a:lnTo>
                  <a:lnTo>
                    <a:pt x="7331875" y="445782"/>
                  </a:lnTo>
                  <a:lnTo>
                    <a:pt x="7331875" y="163245"/>
                  </a:lnTo>
                  <a:lnTo>
                    <a:pt x="7518565" y="163245"/>
                  </a:lnTo>
                  <a:lnTo>
                    <a:pt x="7518565" y="134696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778322" y="9304324"/>
              <a:ext cx="6540500" cy="982980"/>
            </a:xfrm>
            <a:custGeom>
              <a:avLst/>
              <a:gdLst/>
              <a:ahLst/>
              <a:cxnLst/>
              <a:rect l="l" t="t" r="r" b="b"/>
              <a:pathLst>
                <a:path w="6540500" h="982979">
                  <a:moveTo>
                    <a:pt x="5295900" y="311200"/>
                  </a:moveTo>
                  <a:lnTo>
                    <a:pt x="5016500" y="311200"/>
                  </a:lnTo>
                  <a:lnTo>
                    <a:pt x="5016500" y="0"/>
                  </a:lnTo>
                  <a:lnTo>
                    <a:pt x="4991100" y="0"/>
                  </a:lnTo>
                  <a:lnTo>
                    <a:pt x="4991100" y="933323"/>
                  </a:lnTo>
                  <a:lnTo>
                    <a:pt x="4711700" y="933323"/>
                  </a:lnTo>
                  <a:lnTo>
                    <a:pt x="4711700" y="650798"/>
                  </a:lnTo>
                  <a:lnTo>
                    <a:pt x="4991100" y="650798"/>
                  </a:lnTo>
                  <a:lnTo>
                    <a:pt x="4991100" y="622236"/>
                  </a:lnTo>
                  <a:lnTo>
                    <a:pt x="4711700" y="622236"/>
                  </a:lnTo>
                  <a:lnTo>
                    <a:pt x="4711700" y="339699"/>
                  </a:lnTo>
                  <a:lnTo>
                    <a:pt x="4991100" y="339699"/>
                  </a:lnTo>
                  <a:lnTo>
                    <a:pt x="4991100" y="311200"/>
                  </a:lnTo>
                  <a:lnTo>
                    <a:pt x="4711700" y="311200"/>
                  </a:lnTo>
                  <a:lnTo>
                    <a:pt x="4711700" y="28663"/>
                  </a:lnTo>
                  <a:lnTo>
                    <a:pt x="4991100" y="28663"/>
                  </a:lnTo>
                  <a:lnTo>
                    <a:pt x="4991100" y="0"/>
                  </a:lnTo>
                  <a:lnTo>
                    <a:pt x="4711700" y="0"/>
                  </a:lnTo>
                  <a:lnTo>
                    <a:pt x="4673600" y="0"/>
                  </a:lnTo>
                  <a:lnTo>
                    <a:pt x="4673600" y="28663"/>
                  </a:lnTo>
                  <a:lnTo>
                    <a:pt x="4673600" y="933323"/>
                  </a:lnTo>
                  <a:lnTo>
                    <a:pt x="4394200" y="933323"/>
                  </a:lnTo>
                  <a:lnTo>
                    <a:pt x="4394200" y="650798"/>
                  </a:lnTo>
                  <a:lnTo>
                    <a:pt x="4673600" y="650798"/>
                  </a:lnTo>
                  <a:lnTo>
                    <a:pt x="4673600" y="622236"/>
                  </a:lnTo>
                  <a:lnTo>
                    <a:pt x="4394200" y="622236"/>
                  </a:lnTo>
                  <a:lnTo>
                    <a:pt x="4394200" y="339699"/>
                  </a:lnTo>
                  <a:lnTo>
                    <a:pt x="4673600" y="339699"/>
                  </a:lnTo>
                  <a:lnTo>
                    <a:pt x="4673600" y="311200"/>
                  </a:lnTo>
                  <a:lnTo>
                    <a:pt x="4394200" y="311200"/>
                  </a:lnTo>
                  <a:lnTo>
                    <a:pt x="4394200" y="28663"/>
                  </a:lnTo>
                  <a:lnTo>
                    <a:pt x="4673600" y="28663"/>
                  </a:lnTo>
                  <a:lnTo>
                    <a:pt x="4673600" y="0"/>
                  </a:lnTo>
                  <a:lnTo>
                    <a:pt x="4394200" y="0"/>
                  </a:lnTo>
                  <a:lnTo>
                    <a:pt x="4368800" y="0"/>
                  </a:lnTo>
                  <a:lnTo>
                    <a:pt x="4368800" y="28663"/>
                  </a:lnTo>
                  <a:lnTo>
                    <a:pt x="4368800" y="933323"/>
                  </a:lnTo>
                  <a:lnTo>
                    <a:pt x="4089400" y="933323"/>
                  </a:lnTo>
                  <a:lnTo>
                    <a:pt x="4089400" y="650798"/>
                  </a:lnTo>
                  <a:lnTo>
                    <a:pt x="4368800" y="650798"/>
                  </a:lnTo>
                  <a:lnTo>
                    <a:pt x="4368800" y="622236"/>
                  </a:lnTo>
                  <a:lnTo>
                    <a:pt x="4089400" y="622236"/>
                  </a:lnTo>
                  <a:lnTo>
                    <a:pt x="4089400" y="339699"/>
                  </a:lnTo>
                  <a:lnTo>
                    <a:pt x="4368800" y="339699"/>
                  </a:lnTo>
                  <a:lnTo>
                    <a:pt x="4368800" y="311200"/>
                  </a:lnTo>
                  <a:lnTo>
                    <a:pt x="4089400" y="311200"/>
                  </a:lnTo>
                  <a:lnTo>
                    <a:pt x="4089400" y="28663"/>
                  </a:lnTo>
                  <a:lnTo>
                    <a:pt x="4368800" y="28663"/>
                  </a:lnTo>
                  <a:lnTo>
                    <a:pt x="4368800" y="0"/>
                  </a:lnTo>
                  <a:lnTo>
                    <a:pt x="4089400" y="0"/>
                  </a:lnTo>
                  <a:lnTo>
                    <a:pt x="4051300" y="0"/>
                  </a:lnTo>
                  <a:lnTo>
                    <a:pt x="4051300" y="28663"/>
                  </a:lnTo>
                  <a:lnTo>
                    <a:pt x="4051300" y="933323"/>
                  </a:lnTo>
                  <a:lnTo>
                    <a:pt x="3771900" y="933323"/>
                  </a:lnTo>
                  <a:lnTo>
                    <a:pt x="3771900" y="650798"/>
                  </a:lnTo>
                  <a:lnTo>
                    <a:pt x="4051300" y="650798"/>
                  </a:lnTo>
                  <a:lnTo>
                    <a:pt x="4051300" y="622236"/>
                  </a:lnTo>
                  <a:lnTo>
                    <a:pt x="3771900" y="622236"/>
                  </a:lnTo>
                  <a:lnTo>
                    <a:pt x="3771900" y="339699"/>
                  </a:lnTo>
                  <a:lnTo>
                    <a:pt x="4051300" y="339699"/>
                  </a:lnTo>
                  <a:lnTo>
                    <a:pt x="4051300" y="311200"/>
                  </a:lnTo>
                  <a:lnTo>
                    <a:pt x="3771900" y="311200"/>
                  </a:lnTo>
                  <a:lnTo>
                    <a:pt x="3771900" y="28663"/>
                  </a:lnTo>
                  <a:lnTo>
                    <a:pt x="4051300" y="28663"/>
                  </a:lnTo>
                  <a:lnTo>
                    <a:pt x="4051300" y="0"/>
                  </a:lnTo>
                  <a:lnTo>
                    <a:pt x="3771900" y="0"/>
                  </a:lnTo>
                  <a:lnTo>
                    <a:pt x="3746500" y="0"/>
                  </a:lnTo>
                  <a:lnTo>
                    <a:pt x="3746500" y="28663"/>
                  </a:lnTo>
                  <a:lnTo>
                    <a:pt x="3746500" y="933323"/>
                  </a:lnTo>
                  <a:lnTo>
                    <a:pt x="3467100" y="933323"/>
                  </a:lnTo>
                  <a:lnTo>
                    <a:pt x="3467100" y="650798"/>
                  </a:lnTo>
                  <a:lnTo>
                    <a:pt x="3746500" y="650798"/>
                  </a:lnTo>
                  <a:lnTo>
                    <a:pt x="3746500" y="622236"/>
                  </a:lnTo>
                  <a:lnTo>
                    <a:pt x="3467100" y="622236"/>
                  </a:lnTo>
                  <a:lnTo>
                    <a:pt x="3467100" y="339699"/>
                  </a:lnTo>
                  <a:lnTo>
                    <a:pt x="3746500" y="339699"/>
                  </a:lnTo>
                  <a:lnTo>
                    <a:pt x="3746500" y="311200"/>
                  </a:lnTo>
                  <a:lnTo>
                    <a:pt x="3467100" y="311200"/>
                  </a:lnTo>
                  <a:lnTo>
                    <a:pt x="3467100" y="28663"/>
                  </a:lnTo>
                  <a:lnTo>
                    <a:pt x="3746500" y="28663"/>
                  </a:lnTo>
                  <a:lnTo>
                    <a:pt x="3746500" y="0"/>
                  </a:lnTo>
                  <a:lnTo>
                    <a:pt x="3467100" y="0"/>
                  </a:lnTo>
                  <a:lnTo>
                    <a:pt x="3429000" y="0"/>
                  </a:lnTo>
                  <a:lnTo>
                    <a:pt x="3429000" y="28663"/>
                  </a:lnTo>
                  <a:lnTo>
                    <a:pt x="3429000" y="933323"/>
                  </a:lnTo>
                  <a:lnTo>
                    <a:pt x="3149600" y="933323"/>
                  </a:lnTo>
                  <a:lnTo>
                    <a:pt x="3149600" y="650798"/>
                  </a:lnTo>
                  <a:lnTo>
                    <a:pt x="3429000" y="650798"/>
                  </a:lnTo>
                  <a:lnTo>
                    <a:pt x="3429000" y="622236"/>
                  </a:lnTo>
                  <a:lnTo>
                    <a:pt x="3149600" y="622236"/>
                  </a:lnTo>
                  <a:lnTo>
                    <a:pt x="3149600" y="339699"/>
                  </a:lnTo>
                  <a:lnTo>
                    <a:pt x="3429000" y="339699"/>
                  </a:lnTo>
                  <a:lnTo>
                    <a:pt x="3429000" y="311200"/>
                  </a:lnTo>
                  <a:lnTo>
                    <a:pt x="3149600" y="311200"/>
                  </a:lnTo>
                  <a:lnTo>
                    <a:pt x="3149600" y="28663"/>
                  </a:lnTo>
                  <a:lnTo>
                    <a:pt x="3429000" y="28663"/>
                  </a:lnTo>
                  <a:lnTo>
                    <a:pt x="3429000" y="0"/>
                  </a:lnTo>
                  <a:lnTo>
                    <a:pt x="3149600" y="0"/>
                  </a:lnTo>
                  <a:lnTo>
                    <a:pt x="3124200" y="0"/>
                  </a:lnTo>
                  <a:lnTo>
                    <a:pt x="3124200" y="28663"/>
                  </a:lnTo>
                  <a:lnTo>
                    <a:pt x="3124200" y="933323"/>
                  </a:lnTo>
                  <a:lnTo>
                    <a:pt x="2844800" y="933323"/>
                  </a:lnTo>
                  <a:lnTo>
                    <a:pt x="2844800" y="650798"/>
                  </a:lnTo>
                  <a:lnTo>
                    <a:pt x="3124200" y="650798"/>
                  </a:lnTo>
                  <a:lnTo>
                    <a:pt x="3124200" y="622236"/>
                  </a:lnTo>
                  <a:lnTo>
                    <a:pt x="2844800" y="622236"/>
                  </a:lnTo>
                  <a:lnTo>
                    <a:pt x="2844800" y="339699"/>
                  </a:lnTo>
                  <a:lnTo>
                    <a:pt x="3124200" y="339699"/>
                  </a:lnTo>
                  <a:lnTo>
                    <a:pt x="3124200" y="311200"/>
                  </a:lnTo>
                  <a:lnTo>
                    <a:pt x="2844800" y="311200"/>
                  </a:lnTo>
                  <a:lnTo>
                    <a:pt x="2844800" y="28663"/>
                  </a:lnTo>
                  <a:lnTo>
                    <a:pt x="3124200" y="28663"/>
                  </a:lnTo>
                  <a:lnTo>
                    <a:pt x="3124200" y="0"/>
                  </a:lnTo>
                  <a:lnTo>
                    <a:pt x="2844800" y="0"/>
                  </a:lnTo>
                  <a:lnTo>
                    <a:pt x="2806700" y="0"/>
                  </a:lnTo>
                  <a:lnTo>
                    <a:pt x="2806700" y="28663"/>
                  </a:lnTo>
                  <a:lnTo>
                    <a:pt x="2806700" y="311200"/>
                  </a:lnTo>
                  <a:lnTo>
                    <a:pt x="2527300" y="311200"/>
                  </a:lnTo>
                  <a:lnTo>
                    <a:pt x="2527300" y="28663"/>
                  </a:lnTo>
                  <a:lnTo>
                    <a:pt x="2806700" y="28663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8663"/>
                  </a:lnTo>
                  <a:lnTo>
                    <a:pt x="12700" y="28663"/>
                  </a:lnTo>
                  <a:lnTo>
                    <a:pt x="12700" y="982675"/>
                  </a:lnTo>
                  <a:lnTo>
                    <a:pt x="38100" y="982675"/>
                  </a:lnTo>
                  <a:lnTo>
                    <a:pt x="38100" y="28663"/>
                  </a:lnTo>
                  <a:lnTo>
                    <a:pt x="317500" y="28663"/>
                  </a:lnTo>
                  <a:lnTo>
                    <a:pt x="317500" y="982675"/>
                  </a:lnTo>
                  <a:lnTo>
                    <a:pt x="355600" y="982675"/>
                  </a:lnTo>
                  <a:lnTo>
                    <a:pt x="355600" y="28663"/>
                  </a:lnTo>
                  <a:lnTo>
                    <a:pt x="635000" y="28663"/>
                  </a:lnTo>
                  <a:lnTo>
                    <a:pt x="635000" y="982675"/>
                  </a:lnTo>
                  <a:lnTo>
                    <a:pt x="660400" y="982675"/>
                  </a:lnTo>
                  <a:lnTo>
                    <a:pt x="660400" y="28663"/>
                  </a:lnTo>
                  <a:lnTo>
                    <a:pt x="939800" y="28663"/>
                  </a:lnTo>
                  <a:lnTo>
                    <a:pt x="939800" y="982675"/>
                  </a:lnTo>
                  <a:lnTo>
                    <a:pt x="977900" y="982675"/>
                  </a:lnTo>
                  <a:lnTo>
                    <a:pt x="977900" y="28663"/>
                  </a:lnTo>
                  <a:lnTo>
                    <a:pt x="1257300" y="28663"/>
                  </a:lnTo>
                  <a:lnTo>
                    <a:pt x="1257300" y="982675"/>
                  </a:lnTo>
                  <a:lnTo>
                    <a:pt x="1282700" y="982675"/>
                  </a:lnTo>
                  <a:lnTo>
                    <a:pt x="1282700" y="28663"/>
                  </a:lnTo>
                  <a:lnTo>
                    <a:pt x="1562100" y="28663"/>
                  </a:lnTo>
                  <a:lnTo>
                    <a:pt x="1562100" y="982675"/>
                  </a:lnTo>
                  <a:lnTo>
                    <a:pt x="1600200" y="982675"/>
                  </a:lnTo>
                  <a:lnTo>
                    <a:pt x="1600200" y="28663"/>
                  </a:lnTo>
                  <a:lnTo>
                    <a:pt x="1879600" y="28663"/>
                  </a:lnTo>
                  <a:lnTo>
                    <a:pt x="1879600" y="982675"/>
                  </a:lnTo>
                  <a:lnTo>
                    <a:pt x="1905000" y="982675"/>
                  </a:lnTo>
                  <a:lnTo>
                    <a:pt x="1905000" y="28663"/>
                  </a:lnTo>
                  <a:lnTo>
                    <a:pt x="2184400" y="28663"/>
                  </a:lnTo>
                  <a:lnTo>
                    <a:pt x="2184400" y="982675"/>
                  </a:lnTo>
                  <a:lnTo>
                    <a:pt x="2222500" y="982675"/>
                  </a:lnTo>
                  <a:lnTo>
                    <a:pt x="2222500" y="28663"/>
                  </a:lnTo>
                  <a:lnTo>
                    <a:pt x="2501900" y="28663"/>
                  </a:lnTo>
                  <a:lnTo>
                    <a:pt x="2501900" y="982675"/>
                  </a:lnTo>
                  <a:lnTo>
                    <a:pt x="2527300" y="982675"/>
                  </a:lnTo>
                  <a:lnTo>
                    <a:pt x="2527300" y="339699"/>
                  </a:lnTo>
                  <a:lnTo>
                    <a:pt x="2806700" y="339699"/>
                  </a:lnTo>
                  <a:lnTo>
                    <a:pt x="2806700" y="982675"/>
                  </a:lnTo>
                  <a:lnTo>
                    <a:pt x="2844800" y="982675"/>
                  </a:lnTo>
                  <a:lnTo>
                    <a:pt x="2844800" y="961885"/>
                  </a:lnTo>
                  <a:lnTo>
                    <a:pt x="3124200" y="961885"/>
                  </a:lnTo>
                  <a:lnTo>
                    <a:pt x="3124200" y="982675"/>
                  </a:lnTo>
                  <a:lnTo>
                    <a:pt x="3149600" y="982675"/>
                  </a:lnTo>
                  <a:lnTo>
                    <a:pt x="3149600" y="961885"/>
                  </a:lnTo>
                  <a:lnTo>
                    <a:pt x="3429000" y="961885"/>
                  </a:lnTo>
                  <a:lnTo>
                    <a:pt x="3429000" y="982675"/>
                  </a:lnTo>
                  <a:lnTo>
                    <a:pt x="3467100" y="982675"/>
                  </a:lnTo>
                  <a:lnTo>
                    <a:pt x="3467100" y="961885"/>
                  </a:lnTo>
                  <a:lnTo>
                    <a:pt x="3746500" y="961885"/>
                  </a:lnTo>
                  <a:lnTo>
                    <a:pt x="3746500" y="982675"/>
                  </a:lnTo>
                  <a:lnTo>
                    <a:pt x="3771900" y="982675"/>
                  </a:lnTo>
                  <a:lnTo>
                    <a:pt x="3771900" y="961885"/>
                  </a:lnTo>
                  <a:lnTo>
                    <a:pt x="4051300" y="961885"/>
                  </a:lnTo>
                  <a:lnTo>
                    <a:pt x="4051300" y="982675"/>
                  </a:lnTo>
                  <a:lnTo>
                    <a:pt x="4089400" y="982675"/>
                  </a:lnTo>
                  <a:lnTo>
                    <a:pt x="4089400" y="961885"/>
                  </a:lnTo>
                  <a:lnTo>
                    <a:pt x="4368800" y="961885"/>
                  </a:lnTo>
                  <a:lnTo>
                    <a:pt x="4368800" y="982675"/>
                  </a:lnTo>
                  <a:lnTo>
                    <a:pt x="4394200" y="982675"/>
                  </a:lnTo>
                  <a:lnTo>
                    <a:pt x="4394200" y="961885"/>
                  </a:lnTo>
                  <a:lnTo>
                    <a:pt x="4673600" y="961885"/>
                  </a:lnTo>
                  <a:lnTo>
                    <a:pt x="4673600" y="982675"/>
                  </a:lnTo>
                  <a:lnTo>
                    <a:pt x="4711700" y="982675"/>
                  </a:lnTo>
                  <a:lnTo>
                    <a:pt x="4711700" y="961885"/>
                  </a:lnTo>
                  <a:lnTo>
                    <a:pt x="4991100" y="961885"/>
                  </a:lnTo>
                  <a:lnTo>
                    <a:pt x="4991100" y="982675"/>
                  </a:lnTo>
                  <a:lnTo>
                    <a:pt x="5016500" y="982675"/>
                  </a:lnTo>
                  <a:lnTo>
                    <a:pt x="5016500" y="961885"/>
                  </a:lnTo>
                  <a:lnTo>
                    <a:pt x="5295900" y="961885"/>
                  </a:lnTo>
                  <a:lnTo>
                    <a:pt x="5295900" y="933323"/>
                  </a:lnTo>
                  <a:lnTo>
                    <a:pt x="5016500" y="933323"/>
                  </a:lnTo>
                  <a:lnTo>
                    <a:pt x="5016500" y="650798"/>
                  </a:lnTo>
                  <a:lnTo>
                    <a:pt x="5295900" y="650798"/>
                  </a:lnTo>
                  <a:lnTo>
                    <a:pt x="5295900" y="622236"/>
                  </a:lnTo>
                  <a:lnTo>
                    <a:pt x="5016500" y="622236"/>
                  </a:lnTo>
                  <a:lnTo>
                    <a:pt x="5016500" y="339699"/>
                  </a:lnTo>
                  <a:lnTo>
                    <a:pt x="5295900" y="339699"/>
                  </a:lnTo>
                  <a:lnTo>
                    <a:pt x="5295900" y="311200"/>
                  </a:lnTo>
                  <a:close/>
                </a:path>
                <a:path w="6540500" h="982979">
                  <a:moveTo>
                    <a:pt x="5613400" y="933323"/>
                  </a:moveTo>
                  <a:lnTo>
                    <a:pt x="5334000" y="933323"/>
                  </a:lnTo>
                  <a:lnTo>
                    <a:pt x="5334000" y="961885"/>
                  </a:lnTo>
                  <a:lnTo>
                    <a:pt x="5613400" y="961885"/>
                  </a:lnTo>
                  <a:lnTo>
                    <a:pt x="5613400" y="933323"/>
                  </a:lnTo>
                  <a:close/>
                </a:path>
                <a:path w="6540500" h="982979">
                  <a:moveTo>
                    <a:pt x="5613400" y="622236"/>
                  </a:moveTo>
                  <a:lnTo>
                    <a:pt x="5334000" y="622236"/>
                  </a:lnTo>
                  <a:lnTo>
                    <a:pt x="5334000" y="650798"/>
                  </a:lnTo>
                  <a:lnTo>
                    <a:pt x="5613400" y="650798"/>
                  </a:lnTo>
                  <a:lnTo>
                    <a:pt x="5613400" y="622236"/>
                  </a:lnTo>
                  <a:close/>
                </a:path>
                <a:path w="6540500" h="982979">
                  <a:moveTo>
                    <a:pt x="5613400" y="311200"/>
                  </a:moveTo>
                  <a:lnTo>
                    <a:pt x="5334000" y="311200"/>
                  </a:lnTo>
                  <a:lnTo>
                    <a:pt x="5334000" y="339699"/>
                  </a:lnTo>
                  <a:lnTo>
                    <a:pt x="5613400" y="339699"/>
                  </a:lnTo>
                  <a:lnTo>
                    <a:pt x="5613400" y="311200"/>
                  </a:lnTo>
                  <a:close/>
                </a:path>
                <a:path w="6540500" h="982979">
                  <a:moveTo>
                    <a:pt x="5918200" y="933323"/>
                  </a:moveTo>
                  <a:lnTo>
                    <a:pt x="5638800" y="933323"/>
                  </a:lnTo>
                  <a:lnTo>
                    <a:pt x="5638800" y="961885"/>
                  </a:lnTo>
                  <a:lnTo>
                    <a:pt x="5918200" y="961885"/>
                  </a:lnTo>
                  <a:lnTo>
                    <a:pt x="5918200" y="933323"/>
                  </a:lnTo>
                  <a:close/>
                </a:path>
                <a:path w="6540500" h="982979">
                  <a:moveTo>
                    <a:pt x="5918200" y="622236"/>
                  </a:moveTo>
                  <a:lnTo>
                    <a:pt x="5638800" y="622236"/>
                  </a:lnTo>
                  <a:lnTo>
                    <a:pt x="5638800" y="650798"/>
                  </a:lnTo>
                  <a:lnTo>
                    <a:pt x="5918200" y="650798"/>
                  </a:lnTo>
                  <a:lnTo>
                    <a:pt x="5918200" y="622236"/>
                  </a:lnTo>
                  <a:close/>
                </a:path>
                <a:path w="6540500" h="982979">
                  <a:moveTo>
                    <a:pt x="5918200" y="311200"/>
                  </a:moveTo>
                  <a:lnTo>
                    <a:pt x="5638800" y="311200"/>
                  </a:lnTo>
                  <a:lnTo>
                    <a:pt x="5638800" y="339699"/>
                  </a:lnTo>
                  <a:lnTo>
                    <a:pt x="5918200" y="339699"/>
                  </a:lnTo>
                  <a:lnTo>
                    <a:pt x="5918200" y="311200"/>
                  </a:lnTo>
                  <a:close/>
                </a:path>
                <a:path w="6540500" h="982979">
                  <a:moveTo>
                    <a:pt x="6235700" y="933323"/>
                  </a:moveTo>
                  <a:lnTo>
                    <a:pt x="5956300" y="933323"/>
                  </a:lnTo>
                  <a:lnTo>
                    <a:pt x="5956300" y="961885"/>
                  </a:lnTo>
                  <a:lnTo>
                    <a:pt x="6235700" y="961885"/>
                  </a:lnTo>
                  <a:lnTo>
                    <a:pt x="6235700" y="933323"/>
                  </a:lnTo>
                  <a:close/>
                </a:path>
                <a:path w="6540500" h="982979">
                  <a:moveTo>
                    <a:pt x="6235700" y="622236"/>
                  </a:moveTo>
                  <a:lnTo>
                    <a:pt x="5956300" y="622236"/>
                  </a:lnTo>
                  <a:lnTo>
                    <a:pt x="5956300" y="650798"/>
                  </a:lnTo>
                  <a:lnTo>
                    <a:pt x="6235700" y="650798"/>
                  </a:lnTo>
                  <a:lnTo>
                    <a:pt x="6235700" y="622236"/>
                  </a:lnTo>
                  <a:close/>
                </a:path>
                <a:path w="6540500" h="982979">
                  <a:moveTo>
                    <a:pt x="6235700" y="311200"/>
                  </a:moveTo>
                  <a:lnTo>
                    <a:pt x="5956300" y="311200"/>
                  </a:lnTo>
                  <a:lnTo>
                    <a:pt x="5956300" y="339699"/>
                  </a:lnTo>
                  <a:lnTo>
                    <a:pt x="6235700" y="339699"/>
                  </a:lnTo>
                  <a:lnTo>
                    <a:pt x="6235700" y="311200"/>
                  </a:lnTo>
                  <a:close/>
                </a:path>
                <a:path w="6540500" h="982979">
                  <a:moveTo>
                    <a:pt x="6540500" y="933323"/>
                  </a:moveTo>
                  <a:lnTo>
                    <a:pt x="6261100" y="933323"/>
                  </a:lnTo>
                  <a:lnTo>
                    <a:pt x="6261100" y="961885"/>
                  </a:lnTo>
                  <a:lnTo>
                    <a:pt x="6540500" y="961885"/>
                  </a:lnTo>
                  <a:lnTo>
                    <a:pt x="6540500" y="933323"/>
                  </a:lnTo>
                  <a:close/>
                </a:path>
                <a:path w="6540500" h="982979">
                  <a:moveTo>
                    <a:pt x="6540500" y="622236"/>
                  </a:moveTo>
                  <a:lnTo>
                    <a:pt x="6261100" y="622236"/>
                  </a:lnTo>
                  <a:lnTo>
                    <a:pt x="6261100" y="650798"/>
                  </a:lnTo>
                  <a:lnTo>
                    <a:pt x="6540500" y="650798"/>
                  </a:lnTo>
                  <a:lnTo>
                    <a:pt x="6540500" y="622236"/>
                  </a:lnTo>
                  <a:close/>
                </a:path>
                <a:path w="6540500" h="982979">
                  <a:moveTo>
                    <a:pt x="6540500" y="311200"/>
                  </a:moveTo>
                  <a:lnTo>
                    <a:pt x="6261100" y="311200"/>
                  </a:lnTo>
                  <a:lnTo>
                    <a:pt x="6261100" y="339699"/>
                  </a:lnTo>
                  <a:lnTo>
                    <a:pt x="6540500" y="339699"/>
                  </a:lnTo>
                  <a:lnTo>
                    <a:pt x="6540500" y="31120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778322" y="9615525"/>
              <a:ext cx="2806700" cy="650875"/>
            </a:xfrm>
            <a:custGeom>
              <a:avLst/>
              <a:gdLst/>
              <a:ahLst/>
              <a:cxnLst/>
              <a:rect l="l" t="t" r="r" b="b"/>
              <a:pathLst>
                <a:path w="2806700" h="650875">
                  <a:moveTo>
                    <a:pt x="12700" y="622122"/>
                  </a:moveTo>
                  <a:lnTo>
                    <a:pt x="0" y="622122"/>
                  </a:lnTo>
                  <a:lnTo>
                    <a:pt x="0" y="650684"/>
                  </a:lnTo>
                  <a:lnTo>
                    <a:pt x="12700" y="650684"/>
                  </a:lnTo>
                  <a:lnTo>
                    <a:pt x="12700" y="622122"/>
                  </a:lnTo>
                  <a:close/>
                </a:path>
                <a:path w="2806700" h="650875">
                  <a:moveTo>
                    <a:pt x="12700" y="311035"/>
                  </a:moveTo>
                  <a:lnTo>
                    <a:pt x="0" y="311035"/>
                  </a:lnTo>
                  <a:lnTo>
                    <a:pt x="0" y="339598"/>
                  </a:lnTo>
                  <a:lnTo>
                    <a:pt x="12700" y="339598"/>
                  </a:lnTo>
                  <a:lnTo>
                    <a:pt x="12700" y="311035"/>
                  </a:lnTo>
                  <a:close/>
                </a:path>
                <a:path w="2806700" h="650875">
                  <a:moveTo>
                    <a:pt x="12700" y="0"/>
                  </a:moveTo>
                  <a:lnTo>
                    <a:pt x="0" y="0"/>
                  </a:lnTo>
                  <a:lnTo>
                    <a:pt x="0" y="28498"/>
                  </a:lnTo>
                  <a:lnTo>
                    <a:pt x="12700" y="28498"/>
                  </a:lnTo>
                  <a:lnTo>
                    <a:pt x="12700" y="0"/>
                  </a:lnTo>
                  <a:close/>
                </a:path>
                <a:path w="2806700" h="650875">
                  <a:moveTo>
                    <a:pt x="317500" y="622122"/>
                  </a:moveTo>
                  <a:lnTo>
                    <a:pt x="38100" y="622122"/>
                  </a:lnTo>
                  <a:lnTo>
                    <a:pt x="38100" y="650684"/>
                  </a:lnTo>
                  <a:lnTo>
                    <a:pt x="317500" y="650684"/>
                  </a:lnTo>
                  <a:lnTo>
                    <a:pt x="317500" y="622122"/>
                  </a:lnTo>
                  <a:close/>
                </a:path>
                <a:path w="2806700" h="650875">
                  <a:moveTo>
                    <a:pt x="317500" y="311035"/>
                  </a:moveTo>
                  <a:lnTo>
                    <a:pt x="38100" y="311035"/>
                  </a:lnTo>
                  <a:lnTo>
                    <a:pt x="38100" y="339598"/>
                  </a:lnTo>
                  <a:lnTo>
                    <a:pt x="317500" y="339598"/>
                  </a:lnTo>
                  <a:lnTo>
                    <a:pt x="317500" y="311035"/>
                  </a:lnTo>
                  <a:close/>
                </a:path>
                <a:path w="2806700" h="650875">
                  <a:moveTo>
                    <a:pt x="317500" y="0"/>
                  </a:moveTo>
                  <a:lnTo>
                    <a:pt x="38100" y="0"/>
                  </a:lnTo>
                  <a:lnTo>
                    <a:pt x="38100" y="28498"/>
                  </a:lnTo>
                  <a:lnTo>
                    <a:pt x="317500" y="28498"/>
                  </a:lnTo>
                  <a:lnTo>
                    <a:pt x="317500" y="0"/>
                  </a:lnTo>
                  <a:close/>
                </a:path>
                <a:path w="2806700" h="650875">
                  <a:moveTo>
                    <a:pt x="635000" y="622122"/>
                  </a:moveTo>
                  <a:lnTo>
                    <a:pt x="355600" y="622122"/>
                  </a:lnTo>
                  <a:lnTo>
                    <a:pt x="355600" y="650684"/>
                  </a:lnTo>
                  <a:lnTo>
                    <a:pt x="635000" y="650684"/>
                  </a:lnTo>
                  <a:lnTo>
                    <a:pt x="635000" y="622122"/>
                  </a:lnTo>
                  <a:close/>
                </a:path>
                <a:path w="2806700" h="650875">
                  <a:moveTo>
                    <a:pt x="635000" y="311035"/>
                  </a:moveTo>
                  <a:lnTo>
                    <a:pt x="355600" y="311035"/>
                  </a:lnTo>
                  <a:lnTo>
                    <a:pt x="355600" y="339598"/>
                  </a:lnTo>
                  <a:lnTo>
                    <a:pt x="635000" y="339598"/>
                  </a:lnTo>
                  <a:lnTo>
                    <a:pt x="635000" y="311035"/>
                  </a:lnTo>
                  <a:close/>
                </a:path>
                <a:path w="2806700" h="650875">
                  <a:moveTo>
                    <a:pt x="635000" y="0"/>
                  </a:moveTo>
                  <a:lnTo>
                    <a:pt x="355600" y="0"/>
                  </a:lnTo>
                  <a:lnTo>
                    <a:pt x="355600" y="28498"/>
                  </a:lnTo>
                  <a:lnTo>
                    <a:pt x="635000" y="28498"/>
                  </a:lnTo>
                  <a:lnTo>
                    <a:pt x="635000" y="0"/>
                  </a:lnTo>
                  <a:close/>
                </a:path>
                <a:path w="2806700" h="650875">
                  <a:moveTo>
                    <a:pt x="939800" y="622122"/>
                  </a:moveTo>
                  <a:lnTo>
                    <a:pt x="660400" y="622122"/>
                  </a:lnTo>
                  <a:lnTo>
                    <a:pt x="660400" y="650684"/>
                  </a:lnTo>
                  <a:lnTo>
                    <a:pt x="939800" y="650684"/>
                  </a:lnTo>
                  <a:lnTo>
                    <a:pt x="939800" y="622122"/>
                  </a:lnTo>
                  <a:close/>
                </a:path>
                <a:path w="2806700" h="650875">
                  <a:moveTo>
                    <a:pt x="939800" y="311035"/>
                  </a:moveTo>
                  <a:lnTo>
                    <a:pt x="660400" y="311035"/>
                  </a:lnTo>
                  <a:lnTo>
                    <a:pt x="660400" y="339598"/>
                  </a:lnTo>
                  <a:lnTo>
                    <a:pt x="939800" y="339598"/>
                  </a:lnTo>
                  <a:lnTo>
                    <a:pt x="939800" y="311035"/>
                  </a:lnTo>
                  <a:close/>
                </a:path>
                <a:path w="2806700" h="650875">
                  <a:moveTo>
                    <a:pt x="939800" y="0"/>
                  </a:moveTo>
                  <a:lnTo>
                    <a:pt x="660400" y="0"/>
                  </a:lnTo>
                  <a:lnTo>
                    <a:pt x="660400" y="28498"/>
                  </a:lnTo>
                  <a:lnTo>
                    <a:pt x="939800" y="28498"/>
                  </a:lnTo>
                  <a:lnTo>
                    <a:pt x="939800" y="0"/>
                  </a:lnTo>
                  <a:close/>
                </a:path>
                <a:path w="2806700" h="650875">
                  <a:moveTo>
                    <a:pt x="1257300" y="622122"/>
                  </a:moveTo>
                  <a:lnTo>
                    <a:pt x="977900" y="622122"/>
                  </a:lnTo>
                  <a:lnTo>
                    <a:pt x="977900" y="650684"/>
                  </a:lnTo>
                  <a:lnTo>
                    <a:pt x="1257300" y="650684"/>
                  </a:lnTo>
                  <a:lnTo>
                    <a:pt x="1257300" y="622122"/>
                  </a:lnTo>
                  <a:close/>
                </a:path>
                <a:path w="2806700" h="650875">
                  <a:moveTo>
                    <a:pt x="1257300" y="311035"/>
                  </a:moveTo>
                  <a:lnTo>
                    <a:pt x="977900" y="311035"/>
                  </a:lnTo>
                  <a:lnTo>
                    <a:pt x="977900" y="339598"/>
                  </a:lnTo>
                  <a:lnTo>
                    <a:pt x="1257300" y="339598"/>
                  </a:lnTo>
                  <a:lnTo>
                    <a:pt x="1257300" y="311035"/>
                  </a:lnTo>
                  <a:close/>
                </a:path>
                <a:path w="2806700" h="650875">
                  <a:moveTo>
                    <a:pt x="1257300" y="0"/>
                  </a:moveTo>
                  <a:lnTo>
                    <a:pt x="977900" y="0"/>
                  </a:lnTo>
                  <a:lnTo>
                    <a:pt x="977900" y="28498"/>
                  </a:lnTo>
                  <a:lnTo>
                    <a:pt x="1257300" y="28498"/>
                  </a:lnTo>
                  <a:lnTo>
                    <a:pt x="1257300" y="0"/>
                  </a:lnTo>
                  <a:close/>
                </a:path>
                <a:path w="2806700" h="650875">
                  <a:moveTo>
                    <a:pt x="1562100" y="622122"/>
                  </a:moveTo>
                  <a:lnTo>
                    <a:pt x="1282700" y="622122"/>
                  </a:lnTo>
                  <a:lnTo>
                    <a:pt x="1282700" y="650684"/>
                  </a:lnTo>
                  <a:lnTo>
                    <a:pt x="1562100" y="650684"/>
                  </a:lnTo>
                  <a:lnTo>
                    <a:pt x="1562100" y="622122"/>
                  </a:lnTo>
                  <a:close/>
                </a:path>
                <a:path w="2806700" h="650875">
                  <a:moveTo>
                    <a:pt x="1562100" y="311035"/>
                  </a:moveTo>
                  <a:lnTo>
                    <a:pt x="1282700" y="311035"/>
                  </a:lnTo>
                  <a:lnTo>
                    <a:pt x="1282700" y="339598"/>
                  </a:lnTo>
                  <a:lnTo>
                    <a:pt x="1562100" y="339598"/>
                  </a:lnTo>
                  <a:lnTo>
                    <a:pt x="1562100" y="311035"/>
                  </a:lnTo>
                  <a:close/>
                </a:path>
                <a:path w="2806700" h="650875">
                  <a:moveTo>
                    <a:pt x="1562100" y="0"/>
                  </a:moveTo>
                  <a:lnTo>
                    <a:pt x="1282700" y="0"/>
                  </a:lnTo>
                  <a:lnTo>
                    <a:pt x="1282700" y="28498"/>
                  </a:lnTo>
                  <a:lnTo>
                    <a:pt x="1562100" y="28498"/>
                  </a:lnTo>
                  <a:lnTo>
                    <a:pt x="1562100" y="0"/>
                  </a:lnTo>
                  <a:close/>
                </a:path>
                <a:path w="2806700" h="650875">
                  <a:moveTo>
                    <a:pt x="1879600" y="622122"/>
                  </a:moveTo>
                  <a:lnTo>
                    <a:pt x="1600200" y="622122"/>
                  </a:lnTo>
                  <a:lnTo>
                    <a:pt x="1600200" y="650684"/>
                  </a:lnTo>
                  <a:lnTo>
                    <a:pt x="1879600" y="650684"/>
                  </a:lnTo>
                  <a:lnTo>
                    <a:pt x="1879600" y="622122"/>
                  </a:lnTo>
                  <a:close/>
                </a:path>
                <a:path w="2806700" h="650875">
                  <a:moveTo>
                    <a:pt x="1879600" y="311035"/>
                  </a:moveTo>
                  <a:lnTo>
                    <a:pt x="1600200" y="311035"/>
                  </a:lnTo>
                  <a:lnTo>
                    <a:pt x="1600200" y="339598"/>
                  </a:lnTo>
                  <a:lnTo>
                    <a:pt x="1879600" y="339598"/>
                  </a:lnTo>
                  <a:lnTo>
                    <a:pt x="1879600" y="311035"/>
                  </a:lnTo>
                  <a:close/>
                </a:path>
                <a:path w="2806700" h="650875">
                  <a:moveTo>
                    <a:pt x="1879600" y="0"/>
                  </a:moveTo>
                  <a:lnTo>
                    <a:pt x="1600200" y="0"/>
                  </a:lnTo>
                  <a:lnTo>
                    <a:pt x="1600200" y="28498"/>
                  </a:lnTo>
                  <a:lnTo>
                    <a:pt x="1879600" y="28498"/>
                  </a:lnTo>
                  <a:lnTo>
                    <a:pt x="1879600" y="0"/>
                  </a:lnTo>
                  <a:close/>
                </a:path>
                <a:path w="2806700" h="650875">
                  <a:moveTo>
                    <a:pt x="2184400" y="622122"/>
                  </a:moveTo>
                  <a:lnTo>
                    <a:pt x="1905000" y="622122"/>
                  </a:lnTo>
                  <a:lnTo>
                    <a:pt x="1905000" y="650684"/>
                  </a:lnTo>
                  <a:lnTo>
                    <a:pt x="2184400" y="650684"/>
                  </a:lnTo>
                  <a:lnTo>
                    <a:pt x="2184400" y="622122"/>
                  </a:lnTo>
                  <a:close/>
                </a:path>
                <a:path w="2806700" h="650875">
                  <a:moveTo>
                    <a:pt x="2184400" y="311035"/>
                  </a:moveTo>
                  <a:lnTo>
                    <a:pt x="1905000" y="311035"/>
                  </a:lnTo>
                  <a:lnTo>
                    <a:pt x="1905000" y="339598"/>
                  </a:lnTo>
                  <a:lnTo>
                    <a:pt x="2184400" y="339598"/>
                  </a:lnTo>
                  <a:lnTo>
                    <a:pt x="2184400" y="311035"/>
                  </a:lnTo>
                  <a:close/>
                </a:path>
                <a:path w="2806700" h="650875">
                  <a:moveTo>
                    <a:pt x="2184400" y="0"/>
                  </a:moveTo>
                  <a:lnTo>
                    <a:pt x="1905000" y="0"/>
                  </a:lnTo>
                  <a:lnTo>
                    <a:pt x="1905000" y="28498"/>
                  </a:lnTo>
                  <a:lnTo>
                    <a:pt x="2184400" y="28498"/>
                  </a:lnTo>
                  <a:lnTo>
                    <a:pt x="2184400" y="0"/>
                  </a:lnTo>
                  <a:close/>
                </a:path>
                <a:path w="2806700" h="650875">
                  <a:moveTo>
                    <a:pt x="2501900" y="622122"/>
                  </a:moveTo>
                  <a:lnTo>
                    <a:pt x="2222500" y="622122"/>
                  </a:lnTo>
                  <a:lnTo>
                    <a:pt x="2222500" y="650684"/>
                  </a:lnTo>
                  <a:lnTo>
                    <a:pt x="2501900" y="650684"/>
                  </a:lnTo>
                  <a:lnTo>
                    <a:pt x="2501900" y="622122"/>
                  </a:lnTo>
                  <a:close/>
                </a:path>
                <a:path w="2806700" h="650875">
                  <a:moveTo>
                    <a:pt x="2501900" y="311035"/>
                  </a:moveTo>
                  <a:lnTo>
                    <a:pt x="2222500" y="311035"/>
                  </a:lnTo>
                  <a:lnTo>
                    <a:pt x="2222500" y="339598"/>
                  </a:lnTo>
                  <a:lnTo>
                    <a:pt x="2501900" y="339598"/>
                  </a:lnTo>
                  <a:lnTo>
                    <a:pt x="2501900" y="311035"/>
                  </a:lnTo>
                  <a:close/>
                </a:path>
                <a:path w="2806700" h="650875">
                  <a:moveTo>
                    <a:pt x="2501900" y="0"/>
                  </a:moveTo>
                  <a:lnTo>
                    <a:pt x="2222500" y="0"/>
                  </a:lnTo>
                  <a:lnTo>
                    <a:pt x="2222500" y="28498"/>
                  </a:lnTo>
                  <a:lnTo>
                    <a:pt x="2501900" y="28498"/>
                  </a:lnTo>
                  <a:lnTo>
                    <a:pt x="2501900" y="0"/>
                  </a:lnTo>
                  <a:close/>
                </a:path>
                <a:path w="2806700" h="650875">
                  <a:moveTo>
                    <a:pt x="2806700" y="622122"/>
                  </a:moveTo>
                  <a:lnTo>
                    <a:pt x="2527300" y="622122"/>
                  </a:lnTo>
                  <a:lnTo>
                    <a:pt x="2527300" y="650684"/>
                  </a:lnTo>
                  <a:lnTo>
                    <a:pt x="2806700" y="650684"/>
                  </a:lnTo>
                  <a:lnTo>
                    <a:pt x="2806700" y="622122"/>
                  </a:lnTo>
                  <a:close/>
                </a:path>
                <a:path w="2806700" h="650875">
                  <a:moveTo>
                    <a:pt x="2806700" y="311035"/>
                  </a:moveTo>
                  <a:lnTo>
                    <a:pt x="2527300" y="311035"/>
                  </a:lnTo>
                  <a:lnTo>
                    <a:pt x="2527300" y="339598"/>
                  </a:lnTo>
                  <a:lnTo>
                    <a:pt x="2806700" y="339598"/>
                  </a:lnTo>
                  <a:lnTo>
                    <a:pt x="2806700" y="311035"/>
                  </a:lnTo>
                  <a:close/>
                </a:path>
                <a:path w="2806700" h="650875">
                  <a:moveTo>
                    <a:pt x="2806700" y="0"/>
                  </a:moveTo>
                  <a:lnTo>
                    <a:pt x="2527300" y="0"/>
                  </a:lnTo>
                  <a:lnTo>
                    <a:pt x="2527300" y="28498"/>
                  </a:lnTo>
                  <a:lnTo>
                    <a:pt x="2806700" y="28498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79276" y="0"/>
              <a:ext cx="2381249" cy="514244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41208" y="0"/>
              <a:ext cx="3946792" cy="321841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0907" y="8791042"/>
              <a:ext cx="5647274" cy="1495956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479221" y="749003"/>
            <a:ext cx="6253480" cy="1778000"/>
          </a:xfrm>
          <a:prstGeom prst="rect"/>
        </p:spPr>
        <p:txBody>
          <a:bodyPr wrap="square" lIns="0" tIns="101600" rIns="0" bIns="0" rtlCol="0" vert="horz">
            <a:spAutoFit/>
          </a:bodyPr>
          <a:lstStyle/>
          <a:p>
            <a:pPr marL="12700" marR="5080">
              <a:lnSpc>
                <a:spcPts val="6600"/>
              </a:lnSpc>
              <a:spcBef>
                <a:spcPts val="800"/>
              </a:spcBef>
            </a:pPr>
            <a:r>
              <a:rPr dirty="0" sz="6000" spc="-375"/>
              <a:t>3.</a:t>
            </a:r>
            <a:r>
              <a:rPr dirty="0" sz="6000" spc="-415"/>
              <a:t> </a:t>
            </a:r>
            <a:r>
              <a:rPr dirty="0" sz="6000" spc="80"/>
              <a:t>Architecture</a:t>
            </a:r>
            <a:r>
              <a:rPr dirty="0" sz="6000" spc="-415"/>
              <a:t> </a:t>
            </a:r>
            <a:r>
              <a:rPr dirty="0" sz="6000" spc="160"/>
              <a:t>&amp; </a:t>
            </a:r>
            <a:r>
              <a:rPr dirty="0" sz="6000" spc="245"/>
              <a:t>Design</a:t>
            </a:r>
            <a:endParaRPr sz="6000"/>
          </a:p>
        </p:txBody>
      </p:sp>
      <p:sp>
        <p:nvSpPr>
          <p:cNvPr id="13" name="object 13" descr=""/>
          <p:cNvSpPr txBox="1"/>
          <p:nvPr/>
        </p:nvSpPr>
        <p:spPr>
          <a:xfrm>
            <a:off x="3794858" y="4873625"/>
            <a:ext cx="393572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000440"/>
                </a:solidFill>
                <a:latin typeface="Trebuchet MS"/>
                <a:cs typeface="Trebuchet MS"/>
              </a:rPr>
              <a:t>Layered</a:t>
            </a:r>
            <a:r>
              <a:rPr dirty="0" sz="3000" spc="7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-10" b="1">
                <a:solidFill>
                  <a:srgbClr val="000440"/>
                </a:solidFill>
                <a:latin typeface="Trebuchet MS"/>
                <a:cs typeface="Trebuchet MS"/>
              </a:rPr>
              <a:t>Architecture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896197" y="4738305"/>
            <a:ext cx="82550" cy="3117850"/>
            <a:chOff x="9896197" y="4738305"/>
            <a:chExt cx="82550" cy="3117850"/>
          </a:xfrm>
        </p:grpSpPr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96197" y="4738305"/>
              <a:ext cx="82045" cy="8204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96197" y="5497222"/>
              <a:ext cx="82045" cy="82045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96197" y="6256139"/>
              <a:ext cx="82045" cy="8204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96197" y="6635597"/>
              <a:ext cx="82045" cy="8204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96197" y="7015056"/>
              <a:ext cx="82045" cy="8204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96197" y="7773973"/>
              <a:ext cx="82045" cy="82044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9657873" y="3177187"/>
            <a:ext cx="7279005" cy="516699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 marR="4318635">
              <a:lnSpc>
                <a:spcPts val="3300"/>
              </a:lnSpc>
              <a:spcBef>
                <a:spcPts val="459"/>
              </a:spcBef>
            </a:pPr>
            <a:r>
              <a:rPr dirty="0" sz="3000" spc="125" b="1">
                <a:solidFill>
                  <a:srgbClr val="000440"/>
                </a:solidFill>
                <a:latin typeface="Trebuchet MS"/>
                <a:cs typeface="Trebuchet MS"/>
              </a:rPr>
              <a:t>Design</a:t>
            </a:r>
            <a:r>
              <a:rPr dirty="0" sz="3000" spc="-20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70" b="1">
                <a:solidFill>
                  <a:srgbClr val="000440"/>
                </a:solidFill>
                <a:latin typeface="Trebuchet MS"/>
                <a:cs typeface="Trebuchet MS"/>
              </a:rPr>
              <a:t>Patterns </a:t>
            </a:r>
            <a:r>
              <a:rPr dirty="0" sz="3000" spc="130" b="1">
                <a:solidFill>
                  <a:srgbClr val="000440"/>
                </a:solidFill>
                <a:latin typeface="Trebuchet MS"/>
                <a:cs typeface="Trebuchet MS"/>
              </a:rPr>
              <a:t>Used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3000">
              <a:latin typeface="Trebuchet MS"/>
              <a:cs typeface="Trebuchet MS"/>
            </a:endParaRPr>
          </a:p>
          <a:p>
            <a:pPr marL="477520" marR="62230">
              <a:lnSpc>
                <a:spcPct val="115799"/>
              </a:lnSpc>
            </a:pPr>
            <a:r>
              <a:rPr dirty="0" sz="2150" spc="60">
                <a:solidFill>
                  <a:srgbClr val="000440"/>
                </a:solidFill>
                <a:latin typeface="Trebuchet MS"/>
                <a:cs typeface="Trebuchet MS"/>
              </a:rPr>
              <a:t>Model-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View-Controller</a:t>
            </a:r>
            <a:r>
              <a:rPr dirty="0" sz="2150" spc="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(MVC)</a:t>
            </a:r>
            <a:r>
              <a:rPr dirty="0" sz="2150" spc="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000440"/>
                </a:solidFill>
                <a:latin typeface="Trebuchet MS"/>
                <a:cs typeface="Trebuchet MS"/>
              </a:rPr>
              <a:t>Separation</a:t>
            </a:r>
            <a:r>
              <a:rPr dirty="0" sz="2150" spc="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000440"/>
                </a:solidFill>
                <a:latin typeface="Trebuchet MS"/>
                <a:cs typeface="Trebuchet MS"/>
              </a:rPr>
              <a:t>of</a:t>
            </a:r>
            <a:r>
              <a:rPr dirty="0" sz="2150" spc="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85">
                <a:solidFill>
                  <a:srgbClr val="000440"/>
                </a:solidFill>
                <a:latin typeface="Trebuchet MS"/>
                <a:cs typeface="Trebuchet MS"/>
              </a:rPr>
              <a:t>concerns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between</a:t>
            </a:r>
            <a:r>
              <a:rPr dirty="0" sz="21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Ul</a:t>
            </a:r>
            <a:r>
              <a:rPr dirty="0" sz="21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15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114">
                <a:solidFill>
                  <a:srgbClr val="000440"/>
                </a:solidFill>
                <a:latin typeface="Trebuchet MS"/>
                <a:cs typeface="Trebuchet MS"/>
              </a:rPr>
              <a:t>business</a:t>
            </a:r>
            <a:r>
              <a:rPr dirty="0" sz="21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000440"/>
                </a:solidFill>
                <a:latin typeface="Trebuchet MS"/>
                <a:cs typeface="Trebuchet MS"/>
              </a:rPr>
              <a:t>logic</a:t>
            </a:r>
            <a:endParaRPr sz="2150">
              <a:latin typeface="Trebuchet MS"/>
              <a:cs typeface="Trebuchet MS"/>
            </a:endParaRPr>
          </a:p>
          <a:p>
            <a:pPr marL="477520" marR="5080">
              <a:lnSpc>
                <a:spcPct val="115799"/>
              </a:lnSpc>
            </a:pPr>
            <a:r>
              <a:rPr dirty="0" sz="2150" spc="60">
                <a:solidFill>
                  <a:srgbClr val="000440"/>
                </a:solidFill>
                <a:latin typeface="Trebuchet MS"/>
                <a:cs typeface="Trebuchet MS"/>
              </a:rPr>
              <a:t>Service</a:t>
            </a:r>
            <a:r>
              <a:rPr dirty="0" sz="21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Pattern</a:t>
            </a:r>
            <a:r>
              <a:rPr dirty="0" sz="21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95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1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Centralized</a:t>
            </a:r>
            <a:r>
              <a:rPr dirty="0" sz="21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114">
                <a:solidFill>
                  <a:srgbClr val="000440"/>
                </a:solidFill>
                <a:latin typeface="Trebuchet MS"/>
                <a:cs typeface="Trebuchet MS"/>
              </a:rPr>
              <a:t>business</a:t>
            </a:r>
            <a:r>
              <a:rPr dirty="0" sz="21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logic</a:t>
            </a:r>
            <a:r>
              <a:rPr dirty="0" sz="21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in</a:t>
            </a:r>
            <a:r>
              <a:rPr dirty="0" sz="21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40">
                <a:solidFill>
                  <a:srgbClr val="000440"/>
                </a:solidFill>
                <a:latin typeface="Trebuchet MS"/>
                <a:cs typeface="Trebuchet MS"/>
              </a:rPr>
              <a:t>service </a:t>
            </a:r>
            <a:r>
              <a:rPr dirty="0" sz="2150" spc="100">
                <a:solidFill>
                  <a:srgbClr val="000440"/>
                </a:solidFill>
                <a:latin typeface="Trebuchet MS"/>
                <a:cs typeface="Trebuchet MS"/>
              </a:rPr>
              <a:t>classes</a:t>
            </a:r>
            <a:endParaRPr sz="2150">
              <a:latin typeface="Trebuchet MS"/>
              <a:cs typeface="Trebuchet MS"/>
            </a:endParaRPr>
          </a:p>
          <a:p>
            <a:pPr marL="477520" marR="740410">
              <a:lnSpc>
                <a:spcPct val="115799"/>
              </a:lnSpc>
            </a:pPr>
            <a:r>
              <a:rPr dirty="0" sz="2150" spc="65">
                <a:solidFill>
                  <a:srgbClr val="000440"/>
                </a:solidFill>
                <a:latin typeface="Trebuchet MS"/>
                <a:cs typeface="Trebuchet MS"/>
              </a:rPr>
              <a:t>Factory</a:t>
            </a:r>
            <a:r>
              <a:rPr dirty="0" sz="21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Pattern</a:t>
            </a:r>
            <a:r>
              <a:rPr dirty="0" sz="21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95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1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000440"/>
                </a:solidFill>
                <a:latin typeface="Trebuchet MS"/>
                <a:cs typeface="Trebuchet MS"/>
              </a:rPr>
              <a:t>User</a:t>
            </a:r>
            <a:r>
              <a:rPr dirty="0" sz="21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1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000440"/>
                </a:solidFill>
                <a:latin typeface="Trebuchet MS"/>
                <a:cs typeface="Trebuchet MS"/>
              </a:rPr>
              <a:t>service</a:t>
            </a:r>
            <a:r>
              <a:rPr dirty="0" sz="21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000440"/>
                </a:solidFill>
                <a:latin typeface="Trebuchet MS"/>
                <a:cs typeface="Trebuchet MS"/>
              </a:rPr>
              <a:t>creation </a:t>
            </a:r>
            <a:r>
              <a:rPr dirty="0" sz="2150" spc="65">
                <a:solidFill>
                  <a:srgbClr val="000440"/>
                </a:solidFill>
                <a:latin typeface="Trebuchet MS"/>
                <a:cs typeface="Trebuchet MS"/>
              </a:rPr>
              <a:t>Observer</a:t>
            </a:r>
            <a:r>
              <a:rPr dirty="0" sz="21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Pattern</a:t>
            </a:r>
            <a:r>
              <a:rPr dirty="0" sz="21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95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1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000440"/>
                </a:solidFill>
                <a:latin typeface="Trebuchet MS"/>
                <a:cs typeface="Trebuchet MS"/>
              </a:rPr>
              <a:t>Real-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time</a:t>
            </a:r>
            <a:r>
              <a:rPr dirty="0" sz="21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21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70">
                <a:solidFill>
                  <a:srgbClr val="000440"/>
                </a:solidFill>
                <a:latin typeface="Trebuchet MS"/>
                <a:cs typeface="Trebuchet MS"/>
              </a:rPr>
              <a:t>updates</a:t>
            </a:r>
            <a:r>
              <a:rPr dirty="0" sz="21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in</a:t>
            </a:r>
            <a:r>
              <a:rPr dirty="0" sz="21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000440"/>
                </a:solidFill>
                <a:latin typeface="Trebuchet MS"/>
                <a:cs typeface="Trebuchet MS"/>
              </a:rPr>
              <a:t>Ul </a:t>
            </a:r>
            <a:r>
              <a:rPr dirty="0" sz="2150" spc="55">
                <a:solidFill>
                  <a:srgbClr val="000440"/>
                </a:solidFill>
                <a:latin typeface="Trebuchet MS"/>
                <a:cs typeface="Trebuchet MS"/>
              </a:rPr>
              <a:t>Singleton</a:t>
            </a:r>
            <a:r>
              <a:rPr dirty="0" sz="2150" spc="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Pattern</a:t>
            </a:r>
            <a:r>
              <a:rPr dirty="0" sz="2150" spc="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95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15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UserService,</a:t>
            </a:r>
            <a:r>
              <a:rPr dirty="0" sz="2150" spc="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000440"/>
                </a:solidFill>
                <a:latin typeface="Trebuchet MS"/>
                <a:cs typeface="Trebuchet MS"/>
              </a:rPr>
              <a:t>StorageService </a:t>
            </a:r>
            <a:r>
              <a:rPr dirty="0" sz="2150" spc="55">
                <a:solidFill>
                  <a:srgbClr val="000440"/>
                </a:solidFill>
                <a:latin typeface="Trebuchet MS"/>
                <a:cs typeface="Trebuchet MS"/>
              </a:rPr>
              <a:t>management</a:t>
            </a:r>
            <a:endParaRPr sz="2150">
              <a:latin typeface="Trebuchet MS"/>
              <a:cs typeface="Trebuchet MS"/>
            </a:endParaRPr>
          </a:p>
          <a:p>
            <a:pPr marL="477520" marR="166370">
              <a:lnSpc>
                <a:spcPct val="115799"/>
              </a:lnSpc>
            </a:pPr>
            <a:r>
              <a:rPr dirty="0" sz="2150" spc="125">
                <a:solidFill>
                  <a:srgbClr val="000440"/>
                </a:solidFill>
                <a:latin typeface="Trebuchet MS"/>
                <a:cs typeface="Trebuchet MS"/>
              </a:rPr>
              <a:t>ľhread</a:t>
            </a:r>
            <a:r>
              <a:rPr dirty="0" sz="21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Pattern-</a:t>
            </a:r>
            <a:r>
              <a:rPr dirty="0" sz="2150" spc="90">
                <a:solidFill>
                  <a:srgbClr val="000440"/>
                </a:solidFill>
                <a:latin typeface="Trebuchet MS"/>
                <a:cs typeface="Trebuchet MS"/>
              </a:rPr>
              <a:t>Background</a:t>
            </a:r>
            <a:r>
              <a:rPr dirty="0" sz="21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auto-</a:t>
            </a:r>
            <a:r>
              <a:rPr dirty="0" sz="2150" spc="100">
                <a:solidFill>
                  <a:srgbClr val="000440"/>
                </a:solidFill>
                <a:latin typeface="Trebuchet MS"/>
                <a:cs typeface="Trebuchet MS"/>
              </a:rPr>
              <a:t>save</a:t>
            </a:r>
            <a:r>
              <a:rPr dirty="0" sz="21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1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000440"/>
                </a:solidFill>
                <a:latin typeface="Trebuchet MS"/>
                <a:cs typeface="Trebuchet MS"/>
              </a:rPr>
              <a:t>reminder notifications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017108" y="5942769"/>
            <a:ext cx="76200" cy="2190750"/>
            <a:chOff x="4017108" y="5942769"/>
            <a:chExt cx="76200" cy="2190750"/>
          </a:xfrm>
        </p:grpSpPr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17108" y="5942769"/>
              <a:ext cx="76200" cy="7619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17108" y="6647618"/>
              <a:ext cx="76200" cy="7619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17108" y="7352468"/>
              <a:ext cx="76200" cy="7619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17108" y="8057318"/>
              <a:ext cx="76200" cy="76199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4226608" y="5742731"/>
            <a:ext cx="3282950" cy="284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000" spc="10">
                <a:solidFill>
                  <a:srgbClr val="000440"/>
                </a:solidFill>
                <a:latin typeface="Trebuchet MS"/>
                <a:cs typeface="Trebuchet MS"/>
              </a:rPr>
              <a:t>Presentation</a:t>
            </a:r>
            <a:r>
              <a:rPr dirty="0" sz="2000" spc="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35">
                <a:solidFill>
                  <a:srgbClr val="000440"/>
                </a:solidFill>
                <a:latin typeface="Trebuchet MS"/>
                <a:cs typeface="Trebuchet MS"/>
              </a:rPr>
              <a:t>Įayer</a:t>
            </a:r>
            <a:r>
              <a:rPr dirty="0" sz="2000" spc="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(JavaFX GUI-</a:t>
            </a:r>
            <a:r>
              <a:rPr dirty="0" sz="2000" spc="55">
                <a:solidFill>
                  <a:srgbClr val="000440"/>
                </a:solidFill>
                <a:latin typeface="Trebuchet MS"/>
                <a:cs typeface="Trebuchet MS"/>
              </a:rPr>
              <a:t>MindBloomApp) </a:t>
            </a:r>
            <a:r>
              <a:rPr dirty="0" sz="2000" spc="114">
                <a:solidFill>
                  <a:srgbClr val="000440"/>
                </a:solidFill>
                <a:latin typeface="Trebuchet MS"/>
                <a:cs typeface="Trebuchet MS"/>
              </a:rPr>
              <a:t>Business</a:t>
            </a:r>
            <a:r>
              <a:rPr dirty="0" sz="20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35">
                <a:solidFill>
                  <a:srgbClr val="000440"/>
                </a:solidFill>
                <a:latin typeface="Trebuchet MS"/>
                <a:cs typeface="Trebuchet MS"/>
              </a:rPr>
              <a:t>Įogic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14">
                <a:solidFill>
                  <a:srgbClr val="000440"/>
                </a:solidFill>
                <a:latin typeface="Trebuchet MS"/>
                <a:cs typeface="Trebuchet MS"/>
              </a:rPr>
              <a:t>Įayer </a:t>
            </a:r>
            <a:r>
              <a:rPr dirty="0" sz="2000" spc="50">
                <a:solidFill>
                  <a:srgbClr val="000440"/>
                </a:solidFill>
                <a:latin typeface="Trebuchet MS"/>
                <a:cs typeface="Trebuchet MS"/>
              </a:rPr>
              <a:t>(Services</a:t>
            </a:r>
            <a:r>
              <a:rPr dirty="0" sz="20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80">
                <a:solidFill>
                  <a:srgbClr val="000440"/>
                </a:solidFill>
                <a:latin typeface="Trebuchet MS"/>
                <a:cs typeface="Trebuchet MS"/>
              </a:rPr>
              <a:t>&amp;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Controllers)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20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30">
                <a:solidFill>
                  <a:srgbClr val="000440"/>
                </a:solidFill>
                <a:latin typeface="Trebuchet MS"/>
                <a:cs typeface="Trebuchet MS"/>
              </a:rPr>
              <a:t>Access</a:t>
            </a:r>
            <a:r>
              <a:rPr dirty="0" sz="20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35">
                <a:solidFill>
                  <a:srgbClr val="000440"/>
                </a:solidFill>
                <a:latin typeface="Trebuchet MS"/>
                <a:cs typeface="Trebuchet MS"/>
              </a:rPr>
              <a:t>Įayer</a:t>
            </a:r>
            <a:r>
              <a:rPr dirty="0" sz="20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000440"/>
                </a:solidFill>
                <a:latin typeface="Trebuchet MS"/>
                <a:cs typeface="Trebuchet MS"/>
              </a:rPr>
              <a:t>(Storage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Service,</a:t>
            </a:r>
            <a:r>
              <a:rPr dirty="0" sz="200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Filel/O)</a:t>
            </a:r>
            <a:endParaRPr sz="2000">
              <a:latin typeface="Trebuchet MS"/>
              <a:cs typeface="Trebuchet MS"/>
            </a:endParaRPr>
          </a:p>
          <a:p>
            <a:pPr marL="12700" marR="530860">
              <a:lnSpc>
                <a:spcPct val="115599"/>
              </a:lnSpc>
            </a:pPr>
            <a:r>
              <a:rPr dirty="0" sz="2000" spc="-95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2000" spc="-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35">
                <a:solidFill>
                  <a:srgbClr val="000440"/>
                </a:solidFill>
                <a:latin typeface="Trebuchet MS"/>
                <a:cs typeface="Trebuchet MS"/>
              </a:rPr>
              <a:t>Įayer</a:t>
            </a:r>
            <a:r>
              <a:rPr dirty="0" sz="2000" spc="-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(Java </a:t>
            </a:r>
            <a:r>
              <a:rPr dirty="0" sz="2000" spc="-25">
                <a:solidFill>
                  <a:srgbClr val="000440"/>
                </a:solidFill>
                <a:latin typeface="Trebuchet MS"/>
                <a:cs typeface="Trebuchet MS"/>
              </a:rPr>
              <a:t>Serialization,</a:t>
            </a:r>
            <a:r>
              <a:rPr dirty="0" sz="200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14">
                <a:solidFill>
                  <a:srgbClr val="000440"/>
                </a:solidFill>
                <a:latin typeface="Trebuchet MS"/>
                <a:cs typeface="Trebuchet MS"/>
              </a:rPr>
              <a:t>ľext</a:t>
            </a:r>
            <a:r>
              <a:rPr dirty="0" sz="200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Files)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93985"/>
            <a:chOff x="0" y="0"/>
            <a:chExt cx="18288000" cy="1029398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9372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2357506" y="8282520"/>
              <a:ext cx="5930900" cy="1993900"/>
            </a:xfrm>
            <a:custGeom>
              <a:avLst/>
              <a:gdLst/>
              <a:ahLst/>
              <a:cxnLst/>
              <a:rect l="l" t="t" r="r" b="b"/>
              <a:pathLst>
                <a:path w="5930900" h="1993900">
                  <a:moveTo>
                    <a:pt x="5930493" y="0"/>
                  </a:moveTo>
                  <a:lnTo>
                    <a:pt x="5910808" y="0"/>
                  </a:lnTo>
                  <a:lnTo>
                    <a:pt x="5910808" y="25400"/>
                  </a:lnTo>
                  <a:lnTo>
                    <a:pt x="5910808" y="304800"/>
                  </a:lnTo>
                  <a:lnTo>
                    <a:pt x="5910808" y="330200"/>
                  </a:lnTo>
                  <a:lnTo>
                    <a:pt x="5910808" y="609600"/>
                  </a:lnTo>
                  <a:lnTo>
                    <a:pt x="5910808" y="647700"/>
                  </a:lnTo>
                  <a:lnTo>
                    <a:pt x="5910808" y="927100"/>
                  </a:lnTo>
                  <a:lnTo>
                    <a:pt x="5628271" y="927100"/>
                  </a:lnTo>
                  <a:lnTo>
                    <a:pt x="5628271" y="647700"/>
                  </a:lnTo>
                  <a:lnTo>
                    <a:pt x="5910808" y="647700"/>
                  </a:lnTo>
                  <a:lnTo>
                    <a:pt x="5910808" y="609600"/>
                  </a:lnTo>
                  <a:lnTo>
                    <a:pt x="5628271" y="609600"/>
                  </a:lnTo>
                  <a:lnTo>
                    <a:pt x="5628271" y="330200"/>
                  </a:lnTo>
                  <a:lnTo>
                    <a:pt x="5910808" y="330200"/>
                  </a:lnTo>
                  <a:lnTo>
                    <a:pt x="5910808" y="304800"/>
                  </a:lnTo>
                  <a:lnTo>
                    <a:pt x="5628271" y="304800"/>
                  </a:lnTo>
                  <a:lnTo>
                    <a:pt x="5628271" y="25400"/>
                  </a:lnTo>
                  <a:lnTo>
                    <a:pt x="5910808" y="25400"/>
                  </a:lnTo>
                  <a:lnTo>
                    <a:pt x="5910808" y="0"/>
                  </a:lnTo>
                  <a:lnTo>
                    <a:pt x="5599709" y="0"/>
                  </a:lnTo>
                  <a:lnTo>
                    <a:pt x="5599709" y="25400"/>
                  </a:lnTo>
                  <a:lnTo>
                    <a:pt x="5599709" y="304800"/>
                  </a:lnTo>
                  <a:lnTo>
                    <a:pt x="5599709" y="330200"/>
                  </a:lnTo>
                  <a:lnTo>
                    <a:pt x="5599709" y="609600"/>
                  </a:lnTo>
                  <a:lnTo>
                    <a:pt x="5599709" y="647700"/>
                  </a:lnTo>
                  <a:lnTo>
                    <a:pt x="5599709" y="927100"/>
                  </a:lnTo>
                  <a:lnTo>
                    <a:pt x="5317172" y="927100"/>
                  </a:lnTo>
                  <a:lnTo>
                    <a:pt x="5317172" y="647700"/>
                  </a:lnTo>
                  <a:lnTo>
                    <a:pt x="5599709" y="647700"/>
                  </a:lnTo>
                  <a:lnTo>
                    <a:pt x="5599709" y="609600"/>
                  </a:lnTo>
                  <a:lnTo>
                    <a:pt x="5317172" y="609600"/>
                  </a:lnTo>
                  <a:lnTo>
                    <a:pt x="5317172" y="330200"/>
                  </a:lnTo>
                  <a:lnTo>
                    <a:pt x="5599709" y="330200"/>
                  </a:lnTo>
                  <a:lnTo>
                    <a:pt x="5599709" y="304800"/>
                  </a:lnTo>
                  <a:lnTo>
                    <a:pt x="5317172" y="304800"/>
                  </a:lnTo>
                  <a:lnTo>
                    <a:pt x="5317172" y="25400"/>
                  </a:lnTo>
                  <a:lnTo>
                    <a:pt x="5599709" y="25400"/>
                  </a:lnTo>
                  <a:lnTo>
                    <a:pt x="5599709" y="0"/>
                  </a:lnTo>
                  <a:lnTo>
                    <a:pt x="5288610" y="0"/>
                  </a:lnTo>
                  <a:lnTo>
                    <a:pt x="5288610" y="25400"/>
                  </a:lnTo>
                  <a:lnTo>
                    <a:pt x="5288610" y="304800"/>
                  </a:lnTo>
                  <a:lnTo>
                    <a:pt x="5288610" y="330200"/>
                  </a:lnTo>
                  <a:lnTo>
                    <a:pt x="5288610" y="609600"/>
                  </a:lnTo>
                  <a:lnTo>
                    <a:pt x="5288610" y="647700"/>
                  </a:lnTo>
                  <a:lnTo>
                    <a:pt x="5288610" y="927100"/>
                  </a:lnTo>
                  <a:lnTo>
                    <a:pt x="5006086" y="927100"/>
                  </a:lnTo>
                  <a:lnTo>
                    <a:pt x="5006086" y="647700"/>
                  </a:lnTo>
                  <a:lnTo>
                    <a:pt x="5288610" y="647700"/>
                  </a:lnTo>
                  <a:lnTo>
                    <a:pt x="5288610" y="609600"/>
                  </a:lnTo>
                  <a:lnTo>
                    <a:pt x="5006086" y="609600"/>
                  </a:lnTo>
                  <a:lnTo>
                    <a:pt x="5006086" y="330200"/>
                  </a:lnTo>
                  <a:lnTo>
                    <a:pt x="5288610" y="330200"/>
                  </a:lnTo>
                  <a:lnTo>
                    <a:pt x="5288610" y="304800"/>
                  </a:lnTo>
                  <a:lnTo>
                    <a:pt x="5006086" y="304800"/>
                  </a:lnTo>
                  <a:lnTo>
                    <a:pt x="5006086" y="25400"/>
                  </a:lnTo>
                  <a:lnTo>
                    <a:pt x="5288610" y="25400"/>
                  </a:lnTo>
                  <a:lnTo>
                    <a:pt x="5288610" y="0"/>
                  </a:lnTo>
                  <a:lnTo>
                    <a:pt x="4977523" y="0"/>
                  </a:lnTo>
                  <a:lnTo>
                    <a:pt x="4977523" y="25400"/>
                  </a:lnTo>
                  <a:lnTo>
                    <a:pt x="4977523" y="304800"/>
                  </a:lnTo>
                  <a:lnTo>
                    <a:pt x="4977523" y="330200"/>
                  </a:lnTo>
                  <a:lnTo>
                    <a:pt x="4977523" y="609600"/>
                  </a:lnTo>
                  <a:lnTo>
                    <a:pt x="4977523" y="647700"/>
                  </a:lnTo>
                  <a:lnTo>
                    <a:pt x="4977523" y="927100"/>
                  </a:lnTo>
                  <a:lnTo>
                    <a:pt x="4694987" y="927100"/>
                  </a:lnTo>
                  <a:lnTo>
                    <a:pt x="4694987" y="647700"/>
                  </a:lnTo>
                  <a:lnTo>
                    <a:pt x="4977523" y="647700"/>
                  </a:lnTo>
                  <a:lnTo>
                    <a:pt x="4977523" y="609600"/>
                  </a:lnTo>
                  <a:lnTo>
                    <a:pt x="4694987" y="609600"/>
                  </a:lnTo>
                  <a:lnTo>
                    <a:pt x="4694987" y="330200"/>
                  </a:lnTo>
                  <a:lnTo>
                    <a:pt x="4977523" y="330200"/>
                  </a:lnTo>
                  <a:lnTo>
                    <a:pt x="4977523" y="304800"/>
                  </a:lnTo>
                  <a:lnTo>
                    <a:pt x="4694987" y="304800"/>
                  </a:lnTo>
                  <a:lnTo>
                    <a:pt x="4694987" y="25400"/>
                  </a:lnTo>
                  <a:lnTo>
                    <a:pt x="4977523" y="25400"/>
                  </a:lnTo>
                  <a:lnTo>
                    <a:pt x="4977523" y="0"/>
                  </a:lnTo>
                  <a:lnTo>
                    <a:pt x="4666437" y="0"/>
                  </a:lnTo>
                  <a:lnTo>
                    <a:pt x="4666437" y="25400"/>
                  </a:lnTo>
                  <a:lnTo>
                    <a:pt x="4666437" y="304800"/>
                  </a:lnTo>
                  <a:lnTo>
                    <a:pt x="4666437" y="330200"/>
                  </a:lnTo>
                  <a:lnTo>
                    <a:pt x="4666437" y="609600"/>
                  </a:lnTo>
                  <a:lnTo>
                    <a:pt x="4666437" y="647700"/>
                  </a:lnTo>
                  <a:lnTo>
                    <a:pt x="4666437" y="927100"/>
                  </a:lnTo>
                  <a:lnTo>
                    <a:pt x="4383900" y="927100"/>
                  </a:lnTo>
                  <a:lnTo>
                    <a:pt x="4383900" y="647700"/>
                  </a:lnTo>
                  <a:lnTo>
                    <a:pt x="4666437" y="647700"/>
                  </a:lnTo>
                  <a:lnTo>
                    <a:pt x="4666437" y="609600"/>
                  </a:lnTo>
                  <a:lnTo>
                    <a:pt x="4383900" y="609600"/>
                  </a:lnTo>
                  <a:lnTo>
                    <a:pt x="4383900" y="330200"/>
                  </a:lnTo>
                  <a:lnTo>
                    <a:pt x="4666437" y="330200"/>
                  </a:lnTo>
                  <a:lnTo>
                    <a:pt x="4666437" y="304800"/>
                  </a:lnTo>
                  <a:lnTo>
                    <a:pt x="4383900" y="304800"/>
                  </a:lnTo>
                  <a:lnTo>
                    <a:pt x="4383900" y="25400"/>
                  </a:lnTo>
                  <a:lnTo>
                    <a:pt x="4666437" y="25400"/>
                  </a:lnTo>
                  <a:lnTo>
                    <a:pt x="4666437" y="0"/>
                  </a:lnTo>
                  <a:lnTo>
                    <a:pt x="4355338" y="0"/>
                  </a:lnTo>
                  <a:lnTo>
                    <a:pt x="4355338" y="25400"/>
                  </a:lnTo>
                  <a:lnTo>
                    <a:pt x="4355338" y="304800"/>
                  </a:lnTo>
                  <a:lnTo>
                    <a:pt x="4355338" y="330200"/>
                  </a:lnTo>
                  <a:lnTo>
                    <a:pt x="4355338" y="609600"/>
                  </a:lnTo>
                  <a:lnTo>
                    <a:pt x="4355338" y="647700"/>
                  </a:lnTo>
                  <a:lnTo>
                    <a:pt x="4355338" y="927100"/>
                  </a:lnTo>
                  <a:lnTo>
                    <a:pt x="4072813" y="927100"/>
                  </a:lnTo>
                  <a:lnTo>
                    <a:pt x="4072813" y="647700"/>
                  </a:lnTo>
                  <a:lnTo>
                    <a:pt x="4355338" y="647700"/>
                  </a:lnTo>
                  <a:lnTo>
                    <a:pt x="4355338" y="609600"/>
                  </a:lnTo>
                  <a:lnTo>
                    <a:pt x="4072813" y="609600"/>
                  </a:lnTo>
                  <a:lnTo>
                    <a:pt x="4072813" y="330200"/>
                  </a:lnTo>
                  <a:lnTo>
                    <a:pt x="4355338" y="330200"/>
                  </a:lnTo>
                  <a:lnTo>
                    <a:pt x="4355338" y="304800"/>
                  </a:lnTo>
                  <a:lnTo>
                    <a:pt x="4072813" y="304800"/>
                  </a:lnTo>
                  <a:lnTo>
                    <a:pt x="4072813" y="25400"/>
                  </a:lnTo>
                  <a:lnTo>
                    <a:pt x="4355338" y="25400"/>
                  </a:lnTo>
                  <a:lnTo>
                    <a:pt x="4355338" y="0"/>
                  </a:lnTo>
                  <a:lnTo>
                    <a:pt x="4044251" y="0"/>
                  </a:lnTo>
                  <a:lnTo>
                    <a:pt x="4044251" y="25400"/>
                  </a:lnTo>
                  <a:lnTo>
                    <a:pt x="4044251" y="304800"/>
                  </a:lnTo>
                  <a:lnTo>
                    <a:pt x="4044251" y="330200"/>
                  </a:lnTo>
                  <a:lnTo>
                    <a:pt x="4044251" y="609600"/>
                  </a:lnTo>
                  <a:lnTo>
                    <a:pt x="4044251" y="647700"/>
                  </a:lnTo>
                  <a:lnTo>
                    <a:pt x="4044251" y="927100"/>
                  </a:lnTo>
                  <a:lnTo>
                    <a:pt x="3761714" y="927100"/>
                  </a:lnTo>
                  <a:lnTo>
                    <a:pt x="3761714" y="647700"/>
                  </a:lnTo>
                  <a:lnTo>
                    <a:pt x="4044251" y="647700"/>
                  </a:lnTo>
                  <a:lnTo>
                    <a:pt x="4044251" y="609600"/>
                  </a:lnTo>
                  <a:lnTo>
                    <a:pt x="3761714" y="609600"/>
                  </a:lnTo>
                  <a:lnTo>
                    <a:pt x="3761714" y="330200"/>
                  </a:lnTo>
                  <a:lnTo>
                    <a:pt x="4044251" y="330200"/>
                  </a:lnTo>
                  <a:lnTo>
                    <a:pt x="4044251" y="304800"/>
                  </a:lnTo>
                  <a:lnTo>
                    <a:pt x="3761714" y="304800"/>
                  </a:lnTo>
                  <a:lnTo>
                    <a:pt x="3761714" y="25400"/>
                  </a:lnTo>
                  <a:lnTo>
                    <a:pt x="4044251" y="25400"/>
                  </a:lnTo>
                  <a:lnTo>
                    <a:pt x="4044251" y="0"/>
                  </a:lnTo>
                  <a:lnTo>
                    <a:pt x="3733165" y="0"/>
                  </a:lnTo>
                  <a:lnTo>
                    <a:pt x="3733165" y="25400"/>
                  </a:lnTo>
                  <a:lnTo>
                    <a:pt x="3733165" y="304800"/>
                  </a:lnTo>
                  <a:lnTo>
                    <a:pt x="3733165" y="330200"/>
                  </a:lnTo>
                  <a:lnTo>
                    <a:pt x="3733165" y="609600"/>
                  </a:lnTo>
                  <a:lnTo>
                    <a:pt x="3733165" y="647700"/>
                  </a:lnTo>
                  <a:lnTo>
                    <a:pt x="3733165" y="927100"/>
                  </a:lnTo>
                  <a:lnTo>
                    <a:pt x="3450615" y="927100"/>
                  </a:lnTo>
                  <a:lnTo>
                    <a:pt x="3450615" y="647700"/>
                  </a:lnTo>
                  <a:lnTo>
                    <a:pt x="3733165" y="647700"/>
                  </a:lnTo>
                  <a:lnTo>
                    <a:pt x="3733165" y="609600"/>
                  </a:lnTo>
                  <a:lnTo>
                    <a:pt x="3450615" y="609600"/>
                  </a:lnTo>
                  <a:lnTo>
                    <a:pt x="3450615" y="330200"/>
                  </a:lnTo>
                  <a:lnTo>
                    <a:pt x="3733165" y="330200"/>
                  </a:lnTo>
                  <a:lnTo>
                    <a:pt x="3733165" y="304800"/>
                  </a:lnTo>
                  <a:lnTo>
                    <a:pt x="3450615" y="304800"/>
                  </a:lnTo>
                  <a:lnTo>
                    <a:pt x="3450615" y="25400"/>
                  </a:lnTo>
                  <a:lnTo>
                    <a:pt x="3733165" y="25400"/>
                  </a:lnTo>
                  <a:lnTo>
                    <a:pt x="3733165" y="0"/>
                  </a:lnTo>
                  <a:lnTo>
                    <a:pt x="3422065" y="0"/>
                  </a:lnTo>
                  <a:lnTo>
                    <a:pt x="3422065" y="25400"/>
                  </a:lnTo>
                  <a:lnTo>
                    <a:pt x="3422065" y="304800"/>
                  </a:lnTo>
                  <a:lnTo>
                    <a:pt x="3422065" y="330200"/>
                  </a:lnTo>
                  <a:lnTo>
                    <a:pt x="3422065" y="609600"/>
                  </a:lnTo>
                  <a:lnTo>
                    <a:pt x="3422065" y="647700"/>
                  </a:lnTo>
                  <a:lnTo>
                    <a:pt x="3422065" y="927100"/>
                  </a:lnTo>
                  <a:lnTo>
                    <a:pt x="3139529" y="927100"/>
                  </a:lnTo>
                  <a:lnTo>
                    <a:pt x="3139529" y="647700"/>
                  </a:lnTo>
                  <a:lnTo>
                    <a:pt x="3422065" y="647700"/>
                  </a:lnTo>
                  <a:lnTo>
                    <a:pt x="3422065" y="609600"/>
                  </a:lnTo>
                  <a:lnTo>
                    <a:pt x="3139529" y="609600"/>
                  </a:lnTo>
                  <a:lnTo>
                    <a:pt x="3139529" y="330200"/>
                  </a:lnTo>
                  <a:lnTo>
                    <a:pt x="3422065" y="330200"/>
                  </a:lnTo>
                  <a:lnTo>
                    <a:pt x="3422065" y="304800"/>
                  </a:lnTo>
                  <a:lnTo>
                    <a:pt x="3139529" y="304800"/>
                  </a:lnTo>
                  <a:lnTo>
                    <a:pt x="3139529" y="25400"/>
                  </a:lnTo>
                  <a:lnTo>
                    <a:pt x="3422065" y="25400"/>
                  </a:lnTo>
                  <a:lnTo>
                    <a:pt x="3422065" y="0"/>
                  </a:lnTo>
                  <a:lnTo>
                    <a:pt x="3110966" y="0"/>
                  </a:lnTo>
                  <a:lnTo>
                    <a:pt x="3110966" y="25400"/>
                  </a:lnTo>
                  <a:lnTo>
                    <a:pt x="3110966" y="304800"/>
                  </a:lnTo>
                  <a:lnTo>
                    <a:pt x="3110966" y="330200"/>
                  </a:lnTo>
                  <a:lnTo>
                    <a:pt x="3110966" y="609600"/>
                  </a:lnTo>
                  <a:lnTo>
                    <a:pt x="3110966" y="647700"/>
                  </a:lnTo>
                  <a:lnTo>
                    <a:pt x="3110966" y="927100"/>
                  </a:lnTo>
                  <a:lnTo>
                    <a:pt x="2828442" y="927100"/>
                  </a:lnTo>
                  <a:lnTo>
                    <a:pt x="2828442" y="647700"/>
                  </a:lnTo>
                  <a:lnTo>
                    <a:pt x="3110966" y="647700"/>
                  </a:lnTo>
                  <a:lnTo>
                    <a:pt x="3110966" y="609600"/>
                  </a:lnTo>
                  <a:lnTo>
                    <a:pt x="2828442" y="609600"/>
                  </a:lnTo>
                  <a:lnTo>
                    <a:pt x="2828442" y="330200"/>
                  </a:lnTo>
                  <a:lnTo>
                    <a:pt x="3110966" y="330200"/>
                  </a:lnTo>
                  <a:lnTo>
                    <a:pt x="3110966" y="304800"/>
                  </a:lnTo>
                  <a:lnTo>
                    <a:pt x="2828442" y="304800"/>
                  </a:lnTo>
                  <a:lnTo>
                    <a:pt x="2828442" y="25400"/>
                  </a:lnTo>
                  <a:lnTo>
                    <a:pt x="3110966" y="25400"/>
                  </a:lnTo>
                  <a:lnTo>
                    <a:pt x="3110966" y="0"/>
                  </a:lnTo>
                  <a:lnTo>
                    <a:pt x="2799880" y="0"/>
                  </a:lnTo>
                  <a:lnTo>
                    <a:pt x="2799880" y="25400"/>
                  </a:lnTo>
                  <a:lnTo>
                    <a:pt x="2799880" y="304800"/>
                  </a:lnTo>
                  <a:lnTo>
                    <a:pt x="2799880" y="330200"/>
                  </a:lnTo>
                  <a:lnTo>
                    <a:pt x="2799880" y="609600"/>
                  </a:lnTo>
                  <a:lnTo>
                    <a:pt x="2799880" y="647700"/>
                  </a:lnTo>
                  <a:lnTo>
                    <a:pt x="2799880" y="927100"/>
                  </a:lnTo>
                  <a:lnTo>
                    <a:pt x="2517343" y="927100"/>
                  </a:lnTo>
                  <a:lnTo>
                    <a:pt x="2517343" y="647700"/>
                  </a:lnTo>
                  <a:lnTo>
                    <a:pt x="2799880" y="647700"/>
                  </a:lnTo>
                  <a:lnTo>
                    <a:pt x="2799880" y="609600"/>
                  </a:lnTo>
                  <a:lnTo>
                    <a:pt x="2517343" y="609600"/>
                  </a:lnTo>
                  <a:lnTo>
                    <a:pt x="2517343" y="330200"/>
                  </a:lnTo>
                  <a:lnTo>
                    <a:pt x="2799880" y="330200"/>
                  </a:lnTo>
                  <a:lnTo>
                    <a:pt x="2799880" y="304800"/>
                  </a:lnTo>
                  <a:lnTo>
                    <a:pt x="2517343" y="304800"/>
                  </a:lnTo>
                  <a:lnTo>
                    <a:pt x="2517343" y="25400"/>
                  </a:lnTo>
                  <a:lnTo>
                    <a:pt x="2799880" y="25400"/>
                  </a:lnTo>
                  <a:lnTo>
                    <a:pt x="2799880" y="0"/>
                  </a:lnTo>
                  <a:lnTo>
                    <a:pt x="2488793" y="0"/>
                  </a:lnTo>
                  <a:lnTo>
                    <a:pt x="2488793" y="25400"/>
                  </a:lnTo>
                  <a:lnTo>
                    <a:pt x="2488793" y="304800"/>
                  </a:lnTo>
                  <a:lnTo>
                    <a:pt x="2488793" y="330200"/>
                  </a:lnTo>
                  <a:lnTo>
                    <a:pt x="2488793" y="609600"/>
                  </a:lnTo>
                  <a:lnTo>
                    <a:pt x="2488793" y="647700"/>
                  </a:lnTo>
                  <a:lnTo>
                    <a:pt x="2488793" y="927100"/>
                  </a:lnTo>
                  <a:lnTo>
                    <a:pt x="2206256" y="927100"/>
                  </a:lnTo>
                  <a:lnTo>
                    <a:pt x="2206256" y="647700"/>
                  </a:lnTo>
                  <a:lnTo>
                    <a:pt x="2488793" y="647700"/>
                  </a:lnTo>
                  <a:lnTo>
                    <a:pt x="2488793" y="609600"/>
                  </a:lnTo>
                  <a:lnTo>
                    <a:pt x="2206256" y="609600"/>
                  </a:lnTo>
                  <a:lnTo>
                    <a:pt x="2206256" y="330200"/>
                  </a:lnTo>
                  <a:lnTo>
                    <a:pt x="2488793" y="330200"/>
                  </a:lnTo>
                  <a:lnTo>
                    <a:pt x="2488793" y="304800"/>
                  </a:lnTo>
                  <a:lnTo>
                    <a:pt x="2206256" y="304800"/>
                  </a:lnTo>
                  <a:lnTo>
                    <a:pt x="2206256" y="25400"/>
                  </a:lnTo>
                  <a:lnTo>
                    <a:pt x="2488793" y="25400"/>
                  </a:lnTo>
                  <a:lnTo>
                    <a:pt x="2488793" y="0"/>
                  </a:lnTo>
                  <a:lnTo>
                    <a:pt x="2177694" y="0"/>
                  </a:lnTo>
                  <a:lnTo>
                    <a:pt x="2177694" y="25400"/>
                  </a:lnTo>
                  <a:lnTo>
                    <a:pt x="2177694" y="304800"/>
                  </a:lnTo>
                  <a:lnTo>
                    <a:pt x="2177694" y="330200"/>
                  </a:lnTo>
                  <a:lnTo>
                    <a:pt x="2177694" y="609600"/>
                  </a:lnTo>
                  <a:lnTo>
                    <a:pt x="2177694" y="647700"/>
                  </a:lnTo>
                  <a:lnTo>
                    <a:pt x="2177694" y="927100"/>
                  </a:lnTo>
                  <a:lnTo>
                    <a:pt x="1895157" y="927100"/>
                  </a:lnTo>
                  <a:lnTo>
                    <a:pt x="1895157" y="647700"/>
                  </a:lnTo>
                  <a:lnTo>
                    <a:pt x="2177694" y="647700"/>
                  </a:lnTo>
                  <a:lnTo>
                    <a:pt x="2177694" y="609600"/>
                  </a:lnTo>
                  <a:lnTo>
                    <a:pt x="1895157" y="609600"/>
                  </a:lnTo>
                  <a:lnTo>
                    <a:pt x="1895157" y="330200"/>
                  </a:lnTo>
                  <a:lnTo>
                    <a:pt x="2177694" y="330200"/>
                  </a:lnTo>
                  <a:lnTo>
                    <a:pt x="2177694" y="304800"/>
                  </a:lnTo>
                  <a:lnTo>
                    <a:pt x="1895157" y="304800"/>
                  </a:lnTo>
                  <a:lnTo>
                    <a:pt x="1895157" y="25400"/>
                  </a:lnTo>
                  <a:lnTo>
                    <a:pt x="2177694" y="25400"/>
                  </a:lnTo>
                  <a:lnTo>
                    <a:pt x="2177694" y="0"/>
                  </a:lnTo>
                  <a:lnTo>
                    <a:pt x="1866595" y="0"/>
                  </a:lnTo>
                  <a:lnTo>
                    <a:pt x="1866595" y="25400"/>
                  </a:lnTo>
                  <a:lnTo>
                    <a:pt x="1866595" y="304800"/>
                  </a:lnTo>
                  <a:lnTo>
                    <a:pt x="1866595" y="330200"/>
                  </a:lnTo>
                  <a:lnTo>
                    <a:pt x="1866595" y="609600"/>
                  </a:lnTo>
                  <a:lnTo>
                    <a:pt x="1866595" y="647700"/>
                  </a:lnTo>
                  <a:lnTo>
                    <a:pt x="1866595" y="927100"/>
                  </a:lnTo>
                  <a:lnTo>
                    <a:pt x="1584058" y="927100"/>
                  </a:lnTo>
                  <a:lnTo>
                    <a:pt x="1584058" y="647700"/>
                  </a:lnTo>
                  <a:lnTo>
                    <a:pt x="1866595" y="647700"/>
                  </a:lnTo>
                  <a:lnTo>
                    <a:pt x="1866595" y="609600"/>
                  </a:lnTo>
                  <a:lnTo>
                    <a:pt x="1584058" y="609600"/>
                  </a:lnTo>
                  <a:lnTo>
                    <a:pt x="1584058" y="330200"/>
                  </a:lnTo>
                  <a:lnTo>
                    <a:pt x="1866595" y="330200"/>
                  </a:lnTo>
                  <a:lnTo>
                    <a:pt x="1866595" y="304800"/>
                  </a:lnTo>
                  <a:lnTo>
                    <a:pt x="1584058" y="304800"/>
                  </a:lnTo>
                  <a:lnTo>
                    <a:pt x="1584058" y="25400"/>
                  </a:lnTo>
                  <a:lnTo>
                    <a:pt x="1866595" y="25400"/>
                  </a:lnTo>
                  <a:lnTo>
                    <a:pt x="1866595" y="0"/>
                  </a:lnTo>
                  <a:lnTo>
                    <a:pt x="1555508" y="0"/>
                  </a:lnTo>
                  <a:lnTo>
                    <a:pt x="1555508" y="25400"/>
                  </a:lnTo>
                  <a:lnTo>
                    <a:pt x="1555508" y="304800"/>
                  </a:lnTo>
                  <a:lnTo>
                    <a:pt x="1555508" y="330200"/>
                  </a:lnTo>
                  <a:lnTo>
                    <a:pt x="1555508" y="609600"/>
                  </a:lnTo>
                  <a:lnTo>
                    <a:pt x="1555508" y="647700"/>
                  </a:lnTo>
                  <a:lnTo>
                    <a:pt x="1555508" y="927100"/>
                  </a:lnTo>
                  <a:lnTo>
                    <a:pt x="1272971" y="927100"/>
                  </a:lnTo>
                  <a:lnTo>
                    <a:pt x="1272971" y="647700"/>
                  </a:lnTo>
                  <a:lnTo>
                    <a:pt x="1555508" y="647700"/>
                  </a:lnTo>
                  <a:lnTo>
                    <a:pt x="1555508" y="609600"/>
                  </a:lnTo>
                  <a:lnTo>
                    <a:pt x="1272971" y="609600"/>
                  </a:lnTo>
                  <a:lnTo>
                    <a:pt x="1272971" y="330200"/>
                  </a:lnTo>
                  <a:lnTo>
                    <a:pt x="1555508" y="330200"/>
                  </a:lnTo>
                  <a:lnTo>
                    <a:pt x="1555508" y="304800"/>
                  </a:lnTo>
                  <a:lnTo>
                    <a:pt x="1272971" y="304800"/>
                  </a:lnTo>
                  <a:lnTo>
                    <a:pt x="1272971" y="25400"/>
                  </a:lnTo>
                  <a:lnTo>
                    <a:pt x="1555508" y="25400"/>
                  </a:lnTo>
                  <a:lnTo>
                    <a:pt x="1555508" y="0"/>
                  </a:lnTo>
                  <a:lnTo>
                    <a:pt x="1244409" y="0"/>
                  </a:lnTo>
                  <a:lnTo>
                    <a:pt x="1244409" y="25400"/>
                  </a:lnTo>
                  <a:lnTo>
                    <a:pt x="1244409" y="304800"/>
                  </a:lnTo>
                  <a:lnTo>
                    <a:pt x="1244409" y="330200"/>
                  </a:lnTo>
                  <a:lnTo>
                    <a:pt x="1244409" y="609600"/>
                  </a:lnTo>
                  <a:lnTo>
                    <a:pt x="1244409" y="647700"/>
                  </a:lnTo>
                  <a:lnTo>
                    <a:pt x="1244409" y="927100"/>
                  </a:lnTo>
                  <a:lnTo>
                    <a:pt x="961885" y="927100"/>
                  </a:lnTo>
                  <a:lnTo>
                    <a:pt x="961885" y="647700"/>
                  </a:lnTo>
                  <a:lnTo>
                    <a:pt x="1244409" y="647700"/>
                  </a:lnTo>
                  <a:lnTo>
                    <a:pt x="1244409" y="609600"/>
                  </a:lnTo>
                  <a:lnTo>
                    <a:pt x="961885" y="609600"/>
                  </a:lnTo>
                  <a:lnTo>
                    <a:pt x="961885" y="330200"/>
                  </a:lnTo>
                  <a:lnTo>
                    <a:pt x="1244409" y="330200"/>
                  </a:lnTo>
                  <a:lnTo>
                    <a:pt x="1244409" y="304800"/>
                  </a:lnTo>
                  <a:lnTo>
                    <a:pt x="961885" y="304800"/>
                  </a:lnTo>
                  <a:lnTo>
                    <a:pt x="961885" y="25400"/>
                  </a:lnTo>
                  <a:lnTo>
                    <a:pt x="1244409" y="25400"/>
                  </a:lnTo>
                  <a:lnTo>
                    <a:pt x="1244409" y="0"/>
                  </a:lnTo>
                  <a:lnTo>
                    <a:pt x="933323" y="0"/>
                  </a:lnTo>
                  <a:lnTo>
                    <a:pt x="933323" y="25400"/>
                  </a:lnTo>
                  <a:lnTo>
                    <a:pt x="933323" y="304800"/>
                  </a:lnTo>
                  <a:lnTo>
                    <a:pt x="933323" y="330200"/>
                  </a:lnTo>
                  <a:lnTo>
                    <a:pt x="933323" y="609600"/>
                  </a:lnTo>
                  <a:lnTo>
                    <a:pt x="933323" y="647700"/>
                  </a:lnTo>
                  <a:lnTo>
                    <a:pt x="933323" y="927100"/>
                  </a:lnTo>
                  <a:lnTo>
                    <a:pt x="650786" y="927100"/>
                  </a:lnTo>
                  <a:lnTo>
                    <a:pt x="650786" y="647700"/>
                  </a:lnTo>
                  <a:lnTo>
                    <a:pt x="933323" y="647700"/>
                  </a:lnTo>
                  <a:lnTo>
                    <a:pt x="933323" y="609600"/>
                  </a:lnTo>
                  <a:lnTo>
                    <a:pt x="650786" y="609600"/>
                  </a:lnTo>
                  <a:lnTo>
                    <a:pt x="650786" y="330200"/>
                  </a:lnTo>
                  <a:lnTo>
                    <a:pt x="933323" y="330200"/>
                  </a:lnTo>
                  <a:lnTo>
                    <a:pt x="933323" y="304800"/>
                  </a:lnTo>
                  <a:lnTo>
                    <a:pt x="650786" y="304800"/>
                  </a:lnTo>
                  <a:lnTo>
                    <a:pt x="650786" y="25400"/>
                  </a:lnTo>
                  <a:lnTo>
                    <a:pt x="933323" y="25400"/>
                  </a:lnTo>
                  <a:lnTo>
                    <a:pt x="933323" y="0"/>
                  </a:lnTo>
                  <a:lnTo>
                    <a:pt x="622236" y="0"/>
                  </a:lnTo>
                  <a:lnTo>
                    <a:pt x="622236" y="25400"/>
                  </a:lnTo>
                  <a:lnTo>
                    <a:pt x="622236" y="304800"/>
                  </a:lnTo>
                  <a:lnTo>
                    <a:pt x="622236" y="330200"/>
                  </a:lnTo>
                  <a:lnTo>
                    <a:pt x="622236" y="609600"/>
                  </a:lnTo>
                  <a:lnTo>
                    <a:pt x="622236" y="647700"/>
                  </a:lnTo>
                  <a:lnTo>
                    <a:pt x="622236" y="927100"/>
                  </a:lnTo>
                  <a:lnTo>
                    <a:pt x="339686" y="927100"/>
                  </a:lnTo>
                  <a:lnTo>
                    <a:pt x="339686" y="647700"/>
                  </a:lnTo>
                  <a:lnTo>
                    <a:pt x="622236" y="647700"/>
                  </a:lnTo>
                  <a:lnTo>
                    <a:pt x="622236" y="609600"/>
                  </a:lnTo>
                  <a:lnTo>
                    <a:pt x="339686" y="609600"/>
                  </a:lnTo>
                  <a:lnTo>
                    <a:pt x="339686" y="330200"/>
                  </a:lnTo>
                  <a:lnTo>
                    <a:pt x="622236" y="330200"/>
                  </a:lnTo>
                  <a:lnTo>
                    <a:pt x="622236" y="304800"/>
                  </a:lnTo>
                  <a:lnTo>
                    <a:pt x="339686" y="304800"/>
                  </a:lnTo>
                  <a:lnTo>
                    <a:pt x="339686" y="25400"/>
                  </a:lnTo>
                  <a:lnTo>
                    <a:pt x="622236" y="25400"/>
                  </a:lnTo>
                  <a:lnTo>
                    <a:pt x="622236" y="0"/>
                  </a:lnTo>
                  <a:lnTo>
                    <a:pt x="311188" y="0"/>
                  </a:lnTo>
                  <a:lnTo>
                    <a:pt x="311188" y="25400"/>
                  </a:lnTo>
                  <a:lnTo>
                    <a:pt x="311188" y="304800"/>
                  </a:lnTo>
                  <a:lnTo>
                    <a:pt x="311188" y="330200"/>
                  </a:lnTo>
                  <a:lnTo>
                    <a:pt x="311188" y="609600"/>
                  </a:lnTo>
                  <a:lnTo>
                    <a:pt x="311188" y="647700"/>
                  </a:lnTo>
                  <a:lnTo>
                    <a:pt x="311188" y="927100"/>
                  </a:lnTo>
                  <a:lnTo>
                    <a:pt x="28663" y="927100"/>
                  </a:lnTo>
                  <a:lnTo>
                    <a:pt x="28663" y="647700"/>
                  </a:lnTo>
                  <a:lnTo>
                    <a:pt x="311188" y="647700"/>
                  </a:lnTo>
                  <a:lnTo>
                    <a:pt x="311188" y="609600"/>
                  </a:lnTo>
                  <a:lnTo>
                    <a:pt x="28663" y="609600"/>
                  </a:lnTo>
                  <a:lnTo>
                    <a:pt x="28663" y="330200"/>
                  </a:lnTo>
                  <a:lnTo>
                    <a:pt x="311188" y="330200"/>
                  </a:lnTo>
                  <a:lnTo>
                    <a:pt x="311188" y="304800"/>
                  </a:lnTo>
                  <a:lnTo>
                    <a:pt x="28663" y="304800"/>
                  </a:lnTo>
                  <a:lnTo>
                    <a:pt x="28663" y="25400"/>
                  </a:lnTo>
                  <a:lnTo>
                    <a:pt x="311188" y="25400"/>
                  </a:lnTo>
                  <a:lnTo>
                    <a:pt x="311188" y="0"/>
                  </a:lnTo>
                  <a:lnTo>
                    <a:pt x="0" y="0"/>
                  </a:lnTo>
                  <a:lnTo>
                    <a:pt x="0" y="25400"/>
                  </a:lnTo>
                  <a:lnTo>
                    <a:pt x="0" y="304800"/>
                  </a:lnTo>
                  <a:lnTo>
                    <a:pt x="0" y="330200"/>
                  </a:lnTo>
                  <a:lnTo>
                    <a:pt x="0" y="609600"/>
                  </a:lnTo>
                  <a:lnTo>
                    <a:pt x="12" y="647700"/>
                  </a:lnTo>
                  <a:lnTo>
                    <a:pt x="12" y="927100"/>
                  </a:lnTo>
                  <a:lnTo>
                    <a:pt x="12" y="952500"/>
                  </a:lnTo>
                  <a:lnTo>
                    <a:pt x="12" y="1231900"/>
                  </a:lnTo>
                  <a:lnTo>
                    <a:pt x="25" y="1270000"/>
                  </a:lnTo>
                  <a:lnTo>
                    <a:pt x="25" y="1549400"/>
                  </a:lnTo>
                  <a:lnTo>
                    <a:pt x="25" y="1574800"/>
                  </a:lnTo>
                  <a:lnTo>
                    <a:pt x="25" y="1854200"/>
                  </a:lnTo>
                  <a:lnTo>
                    <a:pt x="38" y="1892300"/>
                  </a:lnTo>
                  <a:lnTo>
                    <a:pt x="38" y="1993900"/>
                  </a:lnTo>
                  <a:lnTo>
                    <a:pt x="28663" y="1993900"/>
                  </a:lnTo>
                  <a:lnTo>
                    <a:pt x="28663" y="1892300"/>
                  </a:lnTo>
                  <a:lnTo>
                    <a:pt x="5930493" y="1892300"/>
                  </a:lnTo>
                  <a:lnTo>
                    <a:pt x="5930493" y="1854200"/>
                  </a:lnTo>
                  <a:lnTo>
                    <a:pt x="28663" y="1854200"/>
                  </a:lnTo>
                  <a:lnTo>
                    <a:pt x="28663" y="1574800"/>
                  </a:lnTo>
                  <a:lnTo>
                    <a:pt x="5930493" y="1574800"/>
                  </a:lnTo>
                  <a:lnTo>
                    <a:pt x="5930493" y="1549400"/>
                  </a:lnTo>
                  <a:lnTo>
                    <a:pt x="28663" y="1549400"/>
                  </a:lnTo>
                  <a:lnTo>
                    <a:pt x="28663" y="1270000"/>
                  </a:lnTo>
                  <a:lnTo>
                    <a:pt x="5930493" y="1270000"/>
                  </a:lnTo>
                  <a:lnTo>
                    <a:pt x="5930493" y="1231900"/>
                  </a:lnTo>
                  <a:lnTo>
                    <a:pt x="28663" y="1231900"/>
                  </a:lnTo>
                  <a:lnTo>
                    <a:pt x="28663" y="952500"/>
                  </a:lnTo>
                  <a:lnTo>
                    <a:pt x="5930493" y="952500"/>
                  </a:lnTo>
                  <a:lnTo>
                    <a:pt x="5930493" y="927100"/>
                  </a:lnTo>
                  <a:lnTo>
                    <a:pt x="5930493" y="25400"/>
                  </a:lnTo>
                  <a:lnTo>
                    <a:pt x="5930493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668694" y="8930220"/>
              <a:ext cx="5619750" cy="1346200"/>
            </a:xfrm>
            <a:custGeom>
              <a:avLst/>
              <a:gdLst/>
              <a:ahLst/>
              <a:cxnLst/>
              <a:rect l="l" t="t" r="r" b="b"/>
              <a:pathLst>
                <a:path w="5619750" h="1346200">
                  <a:moveTo>
                    <a:pt x="28498" y="1244600"/>
                  </a:moveTo>
                  <a:lnTo>
                    <a:pt x="0" y="1244600"/>
                  </a:lnTo>
                  <a:lnTo>
                    <a:pt x="0" y="1346200"/>
                  </a:lnTo>
                  <a:lnTo>
                    <a:pt x="28498" y="1346200"/>
                  </a:lnTo>
                  <a:lnTo>
                    <a:pt x="28498" y="1244600"/>
                  </a:lnTo>
                  <a:close/>
                </a:path>
                <a:path w="5619750" h="1346200">
                  <a:moveTo>
                    <a:pt x="28498" y="927100"/>
                  </a:moveTo>
                  <a:lnTo>
                    <a:pt x="0" y="927100"/>
                  </a:lnTo>
                  <a:lnTo>
                    <a:pt x="0" y="1206500"/>
                  </a:lnTo>
                  <a:lnTo>
                    <a:pt x="28498" y="1206500"/>
                  </a:lnTo>
                  <a:lnTo>
                    <a:pt x="28498" y="927100"/>
                  </a:lnTo>
                  <a:close/>
                </a:path>
                <a:path w="5619750" h="1346200">
                  <a:moveTo>
                    <a:pt x="28498" y="622300"/>
                  </a:moveTo>
                  <a:lnTo>
                    <a:pt x="0" y="622300"/>
                  </a:lnTo>
                  <a:lnTo>
                    <a:pt x="0" y="901700"/>
                  </a:lnTo>
                  <a:lnTo>
                    <a:pt x="28498" y="901700"/>
                  </a:lnTo>
                  <a:lnTo>
                    <a:pt x="28498" y="622300"/>
                  </a:lnTo>
                  <a:close/>
                </a:path>
                <a:path w="5619750" h="1346200">
                  <a:moveTo>
                    <a:pt x="28498" y="304800"/>
                  </a:moveTo>
                  <a:lnTo>
                    <a:pt x="0" y="304800"/>
                  </a:lnTo>
                  <a:lnTo>
                    <a:pt x="0" y="584200"/>
                  </a:lnTo>
                  <a:lnTo>
                    <a:pt x="28498" y="584200"/>
                  </a:lnTo>
                  <a:lnTo>
                    <a:pt x="28498" y="304800"/>
                  </a:lnTo>
                  <a:close/>
                </a:path>
                <a:path w="5619750" h="1346200">
                  <a:moveTo>
                    <a:pt x="339598" y="1244600"/>
                  </a:moveTo>
                  <a:lnTo>
                    <a:pt x="311048" y="1244600"/>
                  </a:lnTo>
                  <a:lnTo>
                    <a:pt x="311048" y="1346200"/>
                  </a:lnTo>
                  <a:lnTo>
                    <a:pt x="339598" y="1346200"/>
                  </a:lnTo>
                  <a:lnTo>
                    <a:pt x="339598" y="1244600"/>
                  </a:lnTo>
                  <a:close/>
                </a:path>
                <a:path w="5619750" h="1346200">
                  <a:moveTo>
                    <a:pt x="339598" y="927100"/>
                  </a:moveTo>
                  <a:lnTo>
                    <a:pt x="311048" y="927100"/>
                  </a:lnTo>
                  <a:lnTo>
                    <a:pt x="311048" y="1206500"/>
                  </a:lnTo>
                  <a:lnTo>
                    <a:pt x="339598" y="1206500"/>
                  </a:lnTo>
                  <a:lnTo>
                    <a:pt x="339598" y="927100"/>
                  </a:lnTo>
                  <a:close/>
                </a:path>
                <a:path w="5619750" h="1346200">
                  <a:moveTo>
                    <a:pt x="339598" y="622300"/>
                  </a:moveTo>
                  <a:lnTo>
                    <a:pt x="311048" y="622300"/>
                  </a:lnTo>
                  <a:lnTo>
                    <a:pt x="311048" y="901700"/>
                  </a:lnTo>
                  <a:lnTo>
                    <a:pt x="339598" y="901700"/>
                  </a:lnTo>
                  <a:lnTo>
                    <a:pt x="339598" y="622300"/>
                  </a:lnTo>
                  <a:close/>
                </a:path>
                <a:path w="5619750" h="1346200">
                  <a:moveTo>
                    <a:pt x="339598" y="304800"/>
                  </a:moveTo>
                  <a:lnTo>
                    <a:pt x="311048" y="304800"/>
                  </a:lnTo>
                  <a:lnTo>
                    <a:pt x="311048" y="584200"/>
                  </a:lnTo>
                  <a:lnTo>
                    <a:pt x="339598" y="584200"/>
                  </a:lnTo>
                  <a:lnTo>
                    <a:pt x="339598" y="304800"/>
                  </a:lnTo>
                  <a:close/>
                </a:path>
                <a:path w="5619750" h="1346200">
                  <a:moveTo>
                    <a:pt x="650697" y="1244600"/>
                  </a:moveTo>
                  <a:lnTo>
                    <a:pt x="622134" y="1244600"/>
                  </a:lnTo>
                  <a:lnTo>
                    <a:pt x="622134" y="1346200"/>
                  </a:lnTo>
                  <a:lnTo>
                    <a:pt x="650697" y="1346200"/>
                  </a:lnTo>
                  <a:lnTo>
                    <a:pt x="650697" y="1244600"/>
                  </a:lnTo>
                  <a:close/>
                </a:path>
                <a:path w="5619750" h="1346200">
                  <a:moveTo>
                    <a:pt x="650697" y="927100"/>
                  </a:moveTo>
                  <a:lnTo>
                    <a:pt x="622134" y="927100"/>
                  </a:lnTo>
                  <a:lnTo>
                    <a:pt x="622134" y="1206500"/>
                  </a:lnTo>
                  <a:lnTo>
                    <a:pt x="650697" y="1206500"/>
                  </a:lnTo>
                  <a:lnTo>
                    <a:pt x="650697" y="927100"/>
                  </a:lnTo>
                  <a:close/>
                </a:path>
                <a:path w="5619750" h="1346200">
                  <a:moveTo>
                    <a:pt x="650697" y="622300"/>
                  </a:moveTo>
                  <a:lnTo>
                    <a:pt x="622134" y="622300"/>
                  </a:lnTo>
                  <a:lnTo>
                    <a:pt x="622134" y="901700"/>
                  </a:lnTo>
                  <a:lnTo>
                    <a:pt x="650697" y="901700"/>
                  </a:lnTo>
                  <a:lnTo>
                    <a:pt x="650697" y="622300"/>
                  </a:lnTo>
                  <a:close/>
                </a:path>
                <a:path w="5619750" h="1346200">
                  <a:moveTo>
                    <a:pt x="650697" y="304800"/>
                  </a:moveTo>
                  <a:lnTo>
                    <a:pt x="622134" y="304800"/>
                  </a:lnTo>
                  <a:lnTo>
                    <a:pt x="622134" y="584200"/>
                  </a:lnTo>
                  <a:lnTo>
                    <a:pt x="650697" y="584200"/>
                  </a:lnTo>
                  <a:lnTo>
                    <a:pt x="650697" y="304800"/>
                  </a:lnTo>
                  <a:close/>
                </a:path>
                <a:path w="5619750" h="1346200">
                  <a:moveTo>
                    <a:pt x="961783" y="1244600"/>
                  </a:moveTo>
                  <a:lnTo>
                    <a:pt x="933221" y="1244600"/>
                  </a:lnTo>
                  <a:lnTo>
                    <a:pt x="933221" y="1346200"/>
                  </a:lnTo>
                  <a:lnTo>
                    <a:pt x="961783" y="1346200"/>
                  </a:lnTo>
                  <a:lnTo>
                    <a:pt x="961783" y="1244600"/>
                  </a:lnTo>
                  <a:close/>
                </a:path>
                <a:path w="5619750" h="1346200">
                  <a:moveTo>
                    <a:pt x="961783" y="927100"/>
                  </a:moveTo>
                  <a:lnTo>
                    <a:pt x="933221" y="927100"/>
                  </a:lnTo>
                  <a:lnTo>
                    <a:pt x="933221" y="1206500"/>
                  </a:lnTo>
                  <a:lnTo>
                    <a:pt x="961783" y="1206500"/>
                  </a:lnTo>
                  <a:lnTo>
                    <a:pt x="961783" y="927100"/>
                  </a:lnTo>
                  <a:close/>
                </a:path>
                <a:path w="5619750" h="1346200">
                  <a:moveTo>
                    <a:pt x="961783" y="622300"/>
                  </a:moveTo>
                  <a:lnTo>
                    <a:pt x="933221" y="622300"/>
                  </a:lnTo>
                  <a:lnTo>
                    <a:pt x="933221" y="901700"/>
                  </a:lnTo>
                  <a:lnTo>
                    <a:pt x="961783" y="901700"/>
                  </a:lnTo>
                  <a:lnTo>
                    <a:pt x="961783" y="622300"/>
                  </a:lnTo>
                  <a:close/>
                </a:path>
                <a:path w="5619750" h="1346200">
                  <a:moveTo>
                    <a:pt x="961783" y="304800"/>
                  </a:moveTo>
                  <a:lnTo>
                    <a:pt x="933221" y="304800"/>
                  </a:lnTo>
                  <a:lnTo>
                    <a:pt x="933221" y="584200"/>
                  </a:lnTo>
                  <a:lnTo>
                    <a:pt x="961783" y="584200"/>
                  </a:lnTo>
                  <a:lnTo>
                    <a:pt x="961783" y="304800"/>
                  </a:lnTo>
                  <a:close/>
                </a:path>
                <a:path w="5619750" h="1346200">
                  <a:moveTo>
                    <a:pt x="1272870" y="1244600"/>
                  </a:moveTo>
                  <a:lnTo>
                    <a:pt x="1244320" y="1244600"/>
                  </a:lnTo>
                  <a:lnTo>
                    <a:pt x="1244320" y="1346200"/>
                  </a:lnTo>
                  <a:lnTo>
                    <a:pt x="1272870" y="1346200"/>
                  </a:lnTo>
                  <a:lnTo>
                    <a:pt x="1272870" y="1244600"/>
                  </a:lnTo>
                  <a:close/>
                </a:path>
                <a:path w="5619750" h="1346200">
                  <a:moveTo>
                    <a:pt x="1272870" y="927100"/>
                  </a:moveTo>
                  <a:lnTo>
                    <a:pt x="1244320" y="927100"/>
                  </a:lnTo>
                  <a:lnTo>
                    <a:pt x="1244320" y="1206500"/>
                  </a:lnTo>
                  <a:lnTo>
                    <a:pt x="1272870" y="1206500"/>
                  </a:lnTo>
                  <a:lnTo>
                    <a:pt x="1272870" y="927100"/>
                  </a:lnTo>
                  <a:close/>
                </a:path>
                <a:path w="5619750" h="1346200">
                  <a:moveTo>
                    <a:pt x="1272870" y="622300"/>
                  </a:moveTo>
                  <a:lnTo>
                    <a:pt x="1244320" y="622300"/>
                  </a:lnTo>
                  <a:lnTo>
                    <a:pt x="1244320" y="901700"/>
                  </a:lnTo>
                  <a:lnTo>
                    <a:pt x="1272870" y="901700"/>
                  </a:lnTo>
                  <a:lnTo>
                    <a:pt x="1272870" y="622300"/>
                  </a:lnTo>
                  <a:close/>
                </a:path>
                <a:path w="5619750" h="1346200">
                  <a:moveTo>
                    <a:pt x="1272870" y="304800"/>
                  </a:moveTo>
                  <a:lnTo>
                    <a:pt x="1244320" y="304800"/>
                  </a:lnTo>
                  <a:lnTo>
                    <a:pt x="1244320" y="584200"/>
                  </a:lnTo>
                  <a:lnTo>
                    <a:pt x="1272870" y="584200"/>
                  </a:lnTo>
                  <a:lnTo>
                    <a:pt x="1272870" y="304800"/>
                  </a:lnTo>
                  <a:close/>
                </a:path>
                <a:path w="5619750" h="1346200">
                  <a:moveTo>
                    <a:pt x="1583969" y="1244600"/>
                  </a:moveTo>
                  <a:lnTo>
                    <a:pt x="1555407" y="1244600"/>
                  </a:lnTo>
                  <a:lnTo>
                    <a:pt x="1555407" y="1346200"/>
                  </a:lnTo>
                  <a:lnTo>
                    <a:pt x="1583969" y="1346200"/>
                  </a:lnTo>
                  <a:lnTo>
                    <a:pt x="1583969" y="1244600"/>
                  </a:lnTo>
                  <a:close/>
                </a:path>
                <a:path w="5619750" h="1346200">
                  <a:moveTo>
                    <a:pt x="1583969" y="927100"/>
                  </a:moveTo>
                  <a:lnTo>
                    <a:pt x="1555407" y="927100"/>
                  </a:lnTo>
                  <a:lnTo>
                    <a:pt x="1555407" y="1206500"/>
                  </a:lnTo>
                  <a:lnTo>
                    <a:pt x="1583969" y="1206500"/>
                  </a:lnTo>
                  <a:lnTo>
                    <a:pt x="1583969" y="927100"/>
                  </a:lnTo>
                  <a:close/>
                </a:path>
                <a:path w="5619750" h="1346200">
                  <a:moveTo>
                    <a:pt x="1583969" y="622300"/>
                  </a:moveTo>
                  <a:lnTo>
                    <a:pt x="1555407" y="622300"/>
                  </a:lnTo>
                  <a:lnTo>
                    <a:pt x="1555407" y="901700"/>
                  </a:lnTo>
                  <a:lnTo>
                    <a:pt x="1583969" y="901700"/>
                  </a:lnTo>
                  <a:lnTo>
                    <a:pt x="1583969" y="622300"/>
                  </a:lnTo>
                  <a:close/>
                </a:path>
                <a:path w="5619750" h="1346200">
                  <a:moveTo>
                    <a:pt x="1583969" y="304800"/>
                  </a:moveTo>
                  <a:lnTo>
                    <a:pt x="1555407" y="304800"/>
                  </a:lnTo>
                  <a:lnTo>
                    <a:pt x="1555407" y="584200"/>
                  </a:lnTo>
                  <a:lnTo>
                    <a:pt x="1583969" y="584200"/>
                  </a:lnTo>
                  <a:lnTo>
                    <a:pt x="1583969" y="304800"/>
                  </a:lnTo>
                  <a:close/>
                </a:path>
                <a:path w="5619750" h="1346200">
                  <a:moveTo>
                    <a:pt x="1895068" y="1244600"/>
                  </a:moveTo>
                  <a:lnTo>
                    <a:pt x="1866506" y="1244600"/>
                  </a:lnTo>
                  <a:lnTo>
                    <a:pt x="1866506" y="1346200"/>
                  </a:lnTo>
                  <a:lnTo>
                    <a:pt x="1895068" y="1346200"/>
                  </a:lnTo>
                  <a:lnTo>
                    <a:pt x="1895068" y="1244600"/>
                  </a:lnTo>
                  <a:close/>
                </a:path>
                <a:path w="5619750" h="1346200">
                  <a:moveTo>
                    <a:pt x="1895068" y="927100"/>
                  </a:moveTo>
                  <a:lnTo>
                    <a:pt x="1866506" y="927100"/>
                  </a:lnTo>
                  <a:lnTo>
                    <a:pt x="1866506" y="1206500"/>
                  </a:lnTo>
                  <a:lnTo>
                    <a:pt x="1895068" y="1206500"/>
                  </a:lnTo>
                  <a:lnTo>
                    <a:pt x="1895068" y="927100"/>
                  </a:lnTo>
                  <a:close/>
                </a:path>
                <a:path w="5619750" h="1346200">
                  <a:moveTo>
                    <a:pt x="1895068" y="622300"/>
                  </a:moveTo>
                  <a:lnTo>
                    <a:pt x="1866506" y="622300"/>
                  </a:lnTo>
                  <a:lnTo>
                    <a:pt x="1866506" y="901700"/>
                  </a:lnTo>
                  <a:lnTo>
                    <a:pt x="1895068" y="901700"/>
                  </a:lnTo>
                  <a:lnTo>
                    <a:pt x="1895068" y="622300"/>
                  </a:lnTo>
                  <a:close/>
                </a:path>
                <a:path w="5619750" h="1346200">
                  <a:moveTo>
                    <a:pt x="1895068" y="304800"/>
                  </a:moveTo>
                  <a:lnTo>
                    <a:pt x="1866506" y="304800"/>
                  </a:lnTo>
                  <a:lnTo>
                    <a:pt x="1866506" y="584200"/>
                  </a:lnTo>
                  <a:lnTo>
                    <a:pt x="1895068" y="584200"/>
                  </a:lnTo>
                  <a:lnTo>
                    <a:pt x="1895068" y="304800"/>
                  </a:lnTo>
                  <a:close/>
                </a:path>
                <a:path w="5619750" h="1346200">
                  <a:moveTo>
                    <a:pt x="2206155" y="1244600"/>
                  </a:moveTo>
                  <a:lnTo>
                    <a:pt x="2177605" y="1244600"/>
                  </a:lnTo>
                  <a:lnTo>
                    <a:pt x="2177605" y="1346200"/>
                  </a:lnTo>
                  <a:lnTo>
                    <a:pt x="2206155" y="1346200"/>
                  </a:lnTo>
                  <a:lnTo>
                    <a:pt x="2206155" y="1244600"/>
                  </a:lnTo>
                  <a:close/>
                </a:path>
                <a:path w="5619750" h="1346200">
                  <a:moveTo>
                    <a:pt x="2206155" y="927100"/>
                  </a:moveTo>
                  <a:lnTo>
                    <a:pt x="2177605" y="927100"/>
                  </a:lnTo>
                  <a:lnTo>
                    <a:pt x="2177605" y="1206500"/>
                  </a:lnTo>
                  <a:lnTo>
                    <a:pt x="2206155" y="1206500"/>
                  </a:lnTo>
                  <a:lnTo>
                    <a:pt x="2206155" y="927100"/>
                  </a:lnTo>
                  <a:close/>
                </a:path>
                <a:path w="5619750" h="1346200">
                  <a:moveTo>
                    <a:pt x="2206155" y="622300"/>
                  </a:moveTo>
                  <a:lnTo>
                    <a:pt x="2177605" y="622300"/>
                  </a:lnTo>
                  <a:lnTo>
                    <a:pt x="2177605" y="901700"/>
                  </a:lnTo>
                  <a:lnTo>
                    <a:pt x="2206155" y="901700"/>
                  </a:lnTo>
                  <a:lnTo>
                    <a:pt x="2206155" y="622300"/>
                  </a:lnTo>
                  <a:close/>
                </a:path>
                <a:path w="5619750" h="1346200">
                  <a:moveTo>
                    <a:pt x="2206155" y="304800"/>
                  </a:moveTo>
                  <a:lnTo>
                    <a:pt x="2177605" y="304800"/>
                  </a:lnTo>
                  <a:lnTo>
                    <a:pt x="2177605" y="584200"/>
                  </a:lnTo>
                  <a:lnTo>
                    <a:pt x="2206155" y="584200"/>
                  </a:lnTo>
                  <a:lnTo>
                    <a:pt x="2206155" y="304800"/>
                  </a:lnTo>
                  <a:close/>
                </a:path>
                <a:path w="5619750" h="1346200">
                  <a:moveTo>
                    <a:pt x="2517254" y="1244600"/>
                  </a:moveTo>
                  <a:lnTo>
                    <a:pt x="2488692" y="1244600"/>
                  </a:lnTo>
                  <a:lnTo>
                    <a:pt x="2488692" y="1346200"/>
                  </a:lnTo>
                  <a:lnTo>
                    <a:pt x="2517254" y="1346200"/>
                  </a:lnTo>
                  <a:lnTo>
                    <a:pt x="2517254" y="1244600"/>
                  </a:lnTo>
                  <a:close/>
                </a:path>
                <a:path w="5619750" h="1346200">
                  <a:moveTo>
                    <a:pt x="2517254" y="927100"/>
                  </a:moveTo>
                  <a:lnTo>
                    <a:pt x="2488692" y="927100"/>
                  </a:lnTo>
                  <a:lnTo>
                    <a:pt x="2488692" y="1206500"/>
                  </a:lnTo>
                  <a:lnTo>
                    <a:pt x="2517254" y="1206500"/>
                  </a:lnTo>
                  <a:lnTo>
                    <a:pt x="2517254" y="927100"/>
                  </a:lnTo>
                  <a:close/>
                </a:path>
                <a:path w="5619750" h="1346200">
                  <a:moveTo>
                    <a:pt x="2517254" y="622300"/>
                  </a:moveTo>
                  <a:lnTo>
                    <a:pt x="2488692" y="622300"/>
                  </a:lnTo>
                  <a:lnTo>
                    <a:pt x="2488692" y="901700"/>
                  </a:lnTo>
                  <a:lnTo>
                    <a:pt x="2517254" y="901700"/>
                  </a:lnTo>
                  <a:lnTo>
                    <a:pt x="2517254" y="622300"/>
                  </a:lnTo>
                  <a:close/>
                </a:path>
                <a:path w="5619750" h="1346200">
                  <a:moveTo>
                    <a:pt x="2517254" y="304800"/>
                  </a:moveTo>
                  <a:lnTo>
                    <a:pt x="2488692" y="304800"/>
                  </a:lnTo>
                  <a:lnTo>
                    <a:pt x="2488692" y="584200"/>
                  </a:lnTo>
                  <a:lnTo>
                    <a:pt x="2517254" y="584200"/>
                  </a:lnTo>
                  <a:lnTo>
                    <a:pt x="2517254" y="304800"/>
                  </a:lnTo>
                  <a:close/>
                </a:path>
                <a:path w="5619750" h="1346200">
                  <a:moveTo>
                    <a:pt x="2828340" y="1244600"/>
                  </a:moveTo>
                  <a:lnTo>
                    <a:pt x="2799778" y="1244600"/>
                  </a:lnTo>
                  <a:lnTo>
                    <a:pt x="2799778" y="1346200"/>
                  </a:lnTo>
                  <a:lnTo>
                    <a:pt x="2828340" y="1346200"/>
                  </a:lnTo>
                  <a:lnTo>
                    <a:pt x="2828340" y="1244600"/>
                  </a:lnTo>
                  <a:close/>
                </a:path>
                <a:path w="5619750" h="1346200">
                  <a:moveTo>
                    <a:pt x="2828340" y="927100"/>
                  </a:moveTo>
                  <a:lnTo>
                    <a:pt x="2799778" y="927100"/>
                  </a:lnTo>
                  <a:lnTo>
                    <a:pt x="2799778" y="1206500"/>
                  </a:lnTo>
                  <a:lnTo>
                    <a:pt x="2828340" y="1206500"/>
                  </a:lnTo>
                  <a:lnTo>
                    <a:pt x="2828340" y="927100"/>
                  </a:lnTo>
                  <a:close/>
                </a:path>
                <a:path w="5619750" h="1346200">
                  <a:moveTo>
                    <a:pt x="2828340" y="622300"/>
                  </a:moveTo>
                  <a:lnTo>
                    <a:pt x="2799778" y="622300"/>
                  </a:lnTo>
                  <a:lnTo>
                    <a:pt x="2799778" y="901700"/>
                  </a:lnTo>
                  <a:lnTo>
                    <a:pt x="2828340" y="901700"/>
                  </a:lnTo>
                  <a:lnTo>
                    <a:pt x="2828340" y="622300"/>
                  </a:lnTo>
                  <a:close/>
                </a:path>
                <a:path w="5619750" h="1346200">
                  <a:moveTo>
                    <a:pt x="2828340" y="304800"/>
                  </a:moveTo>
                  <a:lnTo>
                    <a:pt x="2799778" y="304800"/>
                  </a:lnTo>
                  <a:lnTo>
                    <a:pt x="2799778" y="584200"/>
                  </a:lnTo>
                  <a:lnTo>
                    <a:pt x="2828340" y="584200"/>
                  </a:lnTo>
                  <a:lnTo>
                    <a:pt x="2828340" y="304800"/>
                  </a:lnTo>
                  <a:close/>
                </a:path>
                <a:path w="5619750" h="1346200">
                  <a:moveTo>
                    <a:pt x="3139427" y="1244600"/>
                  </a:moveTo>
                  <a:lnTo>
                    <a:pt x="3110877" y="1244600"/>
                  </a:lnTo>
                  <a:lnTo>
                    <a:pt x="3110877" y="1346200"/>
                  </a:lnTo>
                  <a:lnTo>
                    <a:pt x="3139427" y="1346200"/>
                  </a:lnTo>
                  <a:lnTo>
                    <a:pt x="3139427" y="1244600"/>
                  </a:lnTo>
                  <a:close/>
                </a:path>
                <a:path w="5619750" h="1346200">
                  <a:moveTo>
                    <a:pt x="3139427" y="927100"/>
                  </a:moveTo>
                  <a:lnTo>
                    <a:pt x="3110877" y="927100"/>
                  </a:lnTo>
                  <a:lnTo>
                    <a:pt x="3110877" y="1206500"/>
                  </a:lnTo>
                  <a:lnTo>
                    <a:pt x="3139427" y="1206500"/>
                  </a:lnTo>
                  <a:lnTo>
                    <a:pt x="3139427" y="927100"/>
                  </a:lnTo>
                  <a:close/>
                </a:path>
                <a:path w="5619750" h="1346200">
                  <a:moveTo>
                    <a:pt x="3139427" y="622300"/>
                  </a:moveTo>
                  <a:lnTo>
                    <a:pt x="3110877" y="622300"/>
                  </a:lnTo>
                  <a:lnTo>
                    <a:pt x="3110877" y="901700"/>
                  </a:lnTo>
                  <a:lnTo>
                    <a:pt x="3139427" y="901700"/>
                  </a:lnTo>
                  <a:lnTo>
                    <a:pt x="3139427" y="622300"/>
                  </a:lnTo>
                  <a:close/>
                </a:path>
                <a:path w="5619750" h="1346200">
                  <a:moveTo>
                    <a:pt x="3139427" y="304800"/>
                  </a:moveTo>
                  <a:lnTo>
                    <a:pt x="3110877" y="304800"/>
                  </a:lnTo>
                  <a:lnTo>
                    <a:pt x="3110877" y="584200"/>
                  </a:lnTo>
                  <a:lnTo>
                    <a:pt x="3139427" y="584200"/>
                  </a:lnTo>
                  <a:lnTo>
                    <a:pt x="3139427" y="304800"/>
                  </a:lnTo>
                  <a:close/>
                </a:path>
                <a:path w="5619750" h="1346200">
                  <a:moveTo>
                    <a:pt x="3450526" y="1244600"/>
                  </a:moveTo>
                  <a:lnTo>
                    <a:pt x="3421977" y="1244600"/>
                  </a:lnTo>
                  <a:lnTo>
                    <a:pt x="3421977" y="1346200"/>
                  </a:lnTo>
                  <a:lnTo>
                    <a:pt x="3450526" y="1346200"/>
                  </a:lnTo>
                  <a:lnTo>
                    <a:pt x="3450526" y="1244600"/>
                  </a:lnTo>
                  <a:close/>
                </a:path>
                <a:path w="5619750" h="1346200">
                  <a:moveTo>
                    <a:pt x="3450526" y="927100"/>
                  </a:moveTo>
                  <a:lnTo>
                    <a:pt x="3421977" y="927100"/>
                  </a:lnTo>
                  <a:lnTo>
                    <a:pt x="3421977" y="1206500"/>
                  </a:lnTo>
                  <a:lnTo>
                    <a:pt x="3450526" y="1206500"/>
                  </a:lnTo>
                  <a:lnTo>
                    <a:pt x="3450526" y="927100"/>
                  </a:lnTo>
                  <a:close/>
                </a:path>
                <a:path w="5619750" h="1346200">
                  <a:moveTo>
                    <a:pt x="3450526" y="622300"/>
                  </a:moveTo>
                  <a:lnTo>
                    <a:pt x="3421977" y="622300"/>
                  </a:lnTo>
                  <a:lnTo>
                    <a:pt x="3421977" y="901700"/>
                  </a:lnTo>
                  <a:lnTo>
                    <a:pt x="3450526" y="901700"/>
                  </a:lnTo>
                  <a:lnTo>
                    <a:pt x="3450526" y="622300"/>
                  </a:lnTo>
                  <a:close/>
                </a:path>
                <a:path w="5619750" h="1346200">
                  <a:moveTo>
                    <a:pt x="3450526" y="304800"/>
                  </a:moveTo>
                  <a:lnTo>
                    <a:pt x="3421977" y="304800"/>
                  </a:lnTo>
                  <a:lnTo>
                    <a:pt x="3421977" y="584200"/>
                  </a:lnTo>
                  <a:lnTo>
                    <a:pt x="3450526" y="584200"/>
                  </a:lnTo>
                  <a:lnTo>
                    <a:pt x="3450526" y="304800"/>
                  </a:lnTo>
                  <a:close/>
                </a:path>
                <a:path w="5619750" h="1346200">
                  <a:moveTo>
                    <a:pt x="3761625" y="1244600"/>
                  </a:moveTo>
                  <a:lnTo>
                    <a:pt x="3733063" y="1244600"/>
                  </a:lnTo>
                  <a:lnTo>
                    <a:pt x="3733063" y="1346200"/>
                  </a:lnTo>
                  <a:lnTo>
                    <a:pt x="3761625" y="1346200"/>
                  </a:lnTo>
                  <a:lnTo>
                    <a:pt x="3761625" y="1244600"/>
                  </a:lnTo>
                  <a:close/>
                </a:path>
                <a:path w="5619750" h="1346200">
                  <a:moveTo>
                    <a:pt x="3761625" y="927100"/>
                  </a:moveTo>
                  <a:lnTo>
                    <a:pt x="3733063" y="927100"/>
                  </a:lnTo>
                  <a:lnTo>
                    <a:pt x="3733063" y="1206500"/>
                  </a:lnTo>
                  <a:lnTo>
                    <a:pt x="3761625" y="1206500"/>
                  </a:lnTo>
                  <a:lnTo>
                    <a:pt x="3761625" y="927100"/>
                  </a:lnTo>
                  <a:close/>
                </a:path>
                <a:path w="5619750" h="1346200">
                  <a:moveTo>
                    <a:pt x="3761625" y="622300"/>
                  </a:moveTo>
                  <a:lnTo>
                    <a:pt x="3733063" y="622300"/>
                  </a:lnTo>
                  <a:lnTo>
                    <a:pt x="3733063" y="901700"/>
                  </a:lnTo>
                  <a:lnTo>
                    <a:pt x="3761625" y="901700"/>
                  </a:lnTo>
                  <a:lnTo>
                    <a:pt x="3761625" y="622300"/>
                  </a:lnTo>
                  <a:close/>
                </a:path>
                <a:path w="5619750" h="1346200">
                  <a:moveTo>
                    <a:pt x="3761625" y="304800"/>
                  </a:moveTo>
                  <a:lnTo>
                    <a:pt x="3733063" y="304800"/>
                  </a:lnTo>
                  <a:lnTo>
                    <a:pt x="3733063" y="584200"/>
                  </a:lnTo>
                  <a:lnTo>
                    <a:pt x="3761625" y="584200"/>
                  </a:lnTo>
                  <a:lnTo>
                    <a:pt x="3761625" y="304800"/>
                  </a:lnTo>
                  <a:close/>
                </a:path>
                <a:path w="5619750" h="1346200">
                  <a:moveTo>
                    <a:pt x="4072712" y="927100"/>
                  </a:moveTo>
                  <a:lnTo>
                    <a:pt x="4044150" y="927100"/>
                  </a:lnTo>
                  <a:lnTo>
                    <a:pt x="4044150" y="1206500"/>
                  </a:lnTo>
                  <a:lnTo>
                    <a:pt x="4072712" y="1206500"/>
                  </a:lnTo>
                  <a:lnTo>
                    <a:pt x="4072712" y="927100"/>
                  </a:lnTo>
                  <a:close/>
                </a:path>
                <a:path w="5619750" h="1346200">
                  <a:moveTo>
                    <a:pt x="4072712" y="622300"/>
                  </a:moveTo>
                  <a:lnTo>
                    <a:pt x="4044150" y="622300"/>
                  </a:lnTo>
                  <a:lnTo>
                    <a:pt x="4044150" y="901700"/>
                  </a:lnTo>
                  <a:lnTo>
                    <a:pt x="4072712" y="901700"/>
                  </a:lnTo>
                  <a:lnTo>
                    <a:pt x="4072712" y="622300"/>
                  </a:lnTo>
                  <a:close/>
                </a:path>
                <a:path w="5619750" h="1346200">
                  <a:moveTo>
                    <a:pt x="4072712" y="304800"/>
                  </a:moveTo>
                  <a:lnTo>
                    <a:pt x="4044150" y="304800"/>
                  </a:lnTo>
                  <a:lnTo>
                    <a:pt x="4044150" y="584200"/>
                  </a:lnTo>
                  <a:lnTo>
                    <a:pt x="4072712" y="584200"/>
                  </a:lnTo>
                  <a:lnTo>
                    <a:pt x="4072712" y="304800"/>
                  </a:lnTo>
                  <a:close/>
                </a:path>
                <a:path w="5619750" h="1346200">
                  <a:moveTo>
                    <a:pt x="4383798" y="927100"/>
                  </a:moveTo>
                  <a:lnTo>
                    <a:pt x="4355249" y="927100"/>
                  </a:lnTo>
                  <a:lnTo>
                    <a:pt x="4355249" y="1206500"/>
                  </a:lnTo>
                  <a:lnTo>
                    <a:pt x="4383798" y="1206500"/>
                  </a:lnTo>
                  <a:lnTo>
                    <a:pt x="4383798" y="927100"/>
                  </a:lnTo>
                  <a:close/>
                </a:path>
                <a:path w="5619750" h="1346200">
                  <a:moveTo>
                    <a:pt x="4383798" y="622300"/>
                  </a:moveTo>
                  <a:lnTo>
                    <a:pt x="4355249" y="622300"/>
                  </a:lnTo>
                  <a:lnTo>
                    <a:pt x="4355249" y="901700"/>
                  </a:lnTo>
                  <a:lnTo>
                    <a:pt x="4383798" y="901700"/>
                  </a:lnTo>
                  <a:lnTo>
                    <a:pt x="4383798" y="622300"/>
                  </a:lnTo>
                  <a:close/>
                </a:path>
                <a:path w="5619750" h="1346200">
                  <a:moveTo>
                    <a:pt x="4383798" y="304800"/>
                  </a:moveTo>
                  <a:lnTo>
                    <a:pt x="4355249" y="304800"/>
                  </a:lnTo>
                  <a:lnTo>
                    <a:pt x="4355249" y="584200"/>
                  </a:lnTo>
                  <a:lnTo>
                    <a:pt x="4383798" y="584200"/>
                  </a:lnTo>
                  <a:lnTo>
                    <a:pt x="4383798" y="304800"/>
                  </a:lnTo>
                  <a:close/>
                </a:path>
                <a:path w="5619750" h="1346200">
                  <a:moveTo>
                    <a:pt x="4694898" y="927100"/>
                  </a:moveTo>
                  <a:lnTo>
                    <a:pt x="4666335" y="927100"/>
                  </a:lnTo>
                  <a:lnTo>
                    <a:pt x="4666335" y="1206500"/>
                  </a:lnTo>
                  <a:lnTo>
                    <a:pt x="4694898" y="1206500"/>
                  </a:lnTo>
                  <a:lnTo>
                    <a:pt x="4694898" y="927100"/>
                  </a:lnTo>
                  <a:close/>
                </a:path>
                <a:path w="5619750" h="1346200">
                  <a:moveTo>
                    <a:pt x="4694898" y="622300"/>
                  </a:moveTo>
                  <a:lnTo>
                    <a:pt x="4666335" y="622300"/>
                  </a:lnTo>
                  <a:lnTo>
                    <a:pt x="4666335" y="901700"/>
                  </a:lnTo>
                  <a:lnTo>
                    <a:pt x="4694898" y="901700"/>
                  </a:lnTo>
                  <a:lnTo>
                    <a:pt x="4694898" y="622300"/>
                  </a:lnTo>
                  <a:close/>
                </a:path>
                <a:path w="5619750" h="1346200">
                  <a:moveTo>
                    <a:pt x="4694898" y="304800"/>
                  </a:moveTo>
                  <a:lnTo>
                    <a:pt x="4666335" y="304800"/>
                  </a:lnTo>
                  <a:lnTo>
                    <a:pt x="4666335" y="584200"/>
                  </a:lnTo>
                  <a:lnTo>
                    <a:pt x="4694898" y="584200"/>
                  </a:lnTo>
                  <a:lnTo>
                    <a:pt x="4694898" y="304800"/>
                  </a:lnTo>
                  <a:close/>
                </a:path>
                <a:path w="5619750" h="1346200">
                  <a:moveTo>
                    <a:pt x="5005984" y="927100"/>
                  </a:moveTo>
                  <a:lnTo>
                    <a:pt x="4977422" y="927100"/>
                  </a:lnTo>
                  <a:lnTo>
                    <a:pt x="4977422" y="1206500"/>
                  </a:lnTo>
                  <a:lnTo>
                    <a:pt x="5005984" y="1206500"/>
                  </a:lnTo>
                  <a:lnTo>
                    <a:pt x="5005984" y="927100"/>
                  </a:lnTo>
                  <a:close/>
                </a:path>
                <a:path w="5619750" h="1346200">
                  <a:moveTo>
                    <a:pt x="5005984" y="622300"/>
                  </a:moveTo>
                  <a:lnTo>
                    <a:pt x="4977422" y="622300"/>
                  </a:lnTo>
                  <a:lnTo>
                    <a:pt x="4977422" y="901700"/>
                  </a:lnTo>
                  <a:lnTo>
                    <a:pt x="5005984" y="901700"/>
                  </a:lnTo>
                  <a:lnTo>
                    <a:pt x="5005984" y="622300"/>
                  </a:lnTo>
                  <a:close/>
                </a:path>
                <a:path w="5619750" h="1346200">
                  <a:moveTo>
                    <a:pt x="5005984" y="304800"/>
                  </a:moveTo>
                  <a:lnTo>
                    <a:pt x="4977422" y="304800"/>
                  </a:lnTo>
                  <a:lnTo>
                    <a:pt x="4977422" y="584200"/>
                  </a:lnTo>
                  <a:lnTo>
                    <a:pt x="5005984" y="584200"/>
                  </a:lnTo>
                  <a:lnTo>
                    <a:pt x="5005984" y="304800"/>
                  </a:lnTo>
                  <a:close/>
                </a:path>
                <a:path w="5619750" h="1346200">
                  <a:moveTo>
                    <a:pt x="5317083" y="927100"/>
                  </a:moveTo>
                  <a:lnTo>
                    <a:pt x="5288521" y="927100"/>
                  </a:lnTo>
                  <a:lnTo>
                    <a:pt x="5288521" y="1206500"/>
                  </a:lnTo>
                  <a:lnTo>
                    <a:pt x="5317083" y="1206500"/>
                  </a:lnTo>
                  <a:lnTo>
                    <a:pt x="5317083" y="927100"/>
                  </a:lnTo>
                  <a:close/>
                </a:path>
                <a:path w="5619750" h="1346200">
                  <a:moveTo>
                    <a:pt x="5317083" y="622300"/>
                  </a:moveTo>
                  <a:lnTo>
                    <a:pt x="5288521" y="622300"/>
                  </a:lnTo>
                  <a:lnTo>
                    <a:pt x="5288521" y="901700"/>
                  </a:lnTo>
                  <a:lnTo>
                    <a:pt x="5317083" y="901700"/>
                  </a:lnTo>
                  <a:lnTo>
                    <a:pt x="5317083" y="622300"/>
                  </a:lnTo>
                  <a:close/>
                </a:path>
                <a:path w="5619750" h="1346200">
                  <a:moveTo>
                    <a:pt x="5317083" y="304800"/>
                  </a:moveTo>
                  <a:lnTo>
                    <a:pt x="5288521" y="304800"/>
                  </a:lnTo>
                  <a:lnTo>
                    <a:pt x="5288521" y="584200"/>
                  </a:lnTo>
                  <a:lnTo>
                    <a:pt x="5317083" y="584200"/>
                  </a:lnTo>
                  <a:lnTo>
                    <a:pt x="5317083" y="304800"/>
                  </a:lnTo>
                  <a:close/>
                </a:path>
                <a:path w="5619750" h="1346200">
                  <a:moveTo>
                    <a:pt x="5619305" y="927100"/>
                  </a:moveTo>
                  <a:lnTo>
                    <a:pt x="5599620" y="927100"/>
                  </a:lnTo>
                  <a:lnTo>
                    <a:pt x="5599620" y="1206500"/>
                  </a:lnTo>
                  <a:lnTo>
                    <a:pt x="5619305" y="1206500"/>
                  </a:lnTo>
                  <a:lnTo>
                    <a:pt x="5619305" y="927100"/>
                  </a:lnTo>
                  <a:close/>
                </a:path>
                <a:path w="5619750" h="1346200">
                  <a:moveTo>
                    <a:pt x="5619305" y="622300"/>
                  </a:moveTo>
                  <a:lnTo>
                    <a:pt x="5599620" y="622300"/>
                  </a:lnTo>
                  <a:lnTo>
                    <a:pt x="5599620" y="901700"/>
                  </a:lnTo>
                  <a:lnTo>
                    <a:pt x="5619305" y="901700"/>
                  </a:lnTo>
                  <a:lnTo>
                    <a:pt x="5619305" y="622300"/>
                  </a:lnTo>
                  <a:close/>
                </a:path>
                <a:path w="5619750" h="1346200">
                  <a:moveTo>
                    <a:pt x="5619305" y="304800"/>
                  </a:moveTo>
                  <a:lnTo>
                    <a:pt x="5599620" y="304800"/>
                  </a:lnTo>
                  <a:lnTo>
                    <a:pt x="5599620" y="584200"/>
                  </a:lnTo>
                  <a:lnTo>
                    <a:pt x="5619305" y="584200"/>
                  </a:lnTo>
                  <a:lnTo>
                    <a:pt x="5619305" y="304800"/>
                  </a:lnTo>
                  <a:close/>
                </a:path>
                <a:path w="5619750" h="1346200">
                  <a:moveTo>
                    <a:pt x="5619305" y="0"/>
                  </a:moveTo>
                  <a:lnTo>
                    <a:pt x="5599620" y="0"/>
                  </a:lnTo>
                  <a:lnTo>
                    <a:pt x="5599620" y="279400"/>
                  </a:lnTo>
                  <a:lnTo>
                    <a:pt x="5619305" y="279400"/>
                  </a:lnTo>
                  <a:lnTo>
                    <a:pt x="5619305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11"/>
              <a:ext cx="18288000" cy="10276840"/>
            </a:xfrm>
            <a:custGeom>
              <a:avLst/>
              <a:gdLst/>
              <a:ahLst/>
              <a:cxnLst/>
              <a:rect l="l" t="t" r="r" b="b"/>
              <a:pathLst>
                <a:path w="18288000" h="10276840">
                  <a:moveTo>
                    <a:pt x="4256925" y="66040"/>
                  </a:moveTo>
                  <a:lnTo>
                    <a:pt x="4242828" y="66040"/>
                  </a:lnTo>
                  <a:lnTo>
                    <a:pt x="4242828" y="0"/>
                  </a:lnTo>
                  <a:lnTo>
                    <a:pt x="4214266" y="0"/>
                  </a:lnTo>
                  <a:lnTo>
                    <a:pt x="4214266" y="999490"/>
                  </a:lnTo>
                  <a:lnTo>
                    <a:pt x="3931742" y="999490"/>
                  </a:lnTo>
                  <a:lnTo>
                    <a:pt x="3931742" y="716280"/>
                  </a:lnTo>
                  <a:lnTo>
                    <a:pt x="4214266" y="716280"/>
                  </a:lnTo>
                  <a:lnTo>
                    <a:pt x="4214266" y="688340"/>
                  </a:lnTo>
                  <a:lnTo>
                    <a:pt x="3931742" y="688340"/>
                  </a:lnTo>
                  <a:lnTo>
                    <a:pt x="3931742" y="405130"/>
                  </a:lnTo>
                  <a:lnTo>
                    <a:pt x="4214266" y="405130"/>
                  </a:lnTo>
                  <a:lnTo>
                    <a:pt x="4214266" y="377190"/>
                  </a:lnTo>
                  <a:lnTo>
                    <a:pt x="3931742" y="377190"/>
                  </a:lnTo>
                  <a:lnTo>
                    <a:pt x="3931742" y="93980"/>
                  </a:lnTo>
                  <a:lnTo>
                    <a:pt x="4214266" y="93980"/>
                  </a:lnTo>
                  <a:lnTo>
                    <a:pt x="4214266" y="66040"/>
                  </a:lnTo>
                  <a:lnTo>
                    <a:pt x="3931742" y="66040"/>
                  </a:lnTo>
                  <a:lnTo>
                    <a:pt x="3931742" y="0"/>
                  </a:lnTo>
                  <a:lnTo>
                    <a:pt x="3903180" y="0"/>
                  </a:lnTo>
                  <a:lnTo>
                    <a:pt x="3903180" y="999490"/>
                  </a:lnTo>
                  <a:lnTo>
                    <a:pt x="3620643" y="999490"/>
                  </a:lnTo>
                  <a:lnTo>
                    <a:pt x="3620643" y="716280"/>
                  </a:lnTo>
                  <a:lnTo>
                    <a:pt x="3903180" y="716280"/>
                  </a:lnTo>
                  <a:lnTo>
                    <a:pt x="3903180" y="688340"/>
                  </a:lnTo>
                  <a:lnTo>
                    <a:pt x="3620643" y="688340"/>
                  </a:lnTo>
                  <a:lnTo>
                    <a:pt x="3620643" y="405130"/>
                  </a:lnTo>
                  <a:lnTo>
                    <a:pt x="3903180" y="405130"/>
                  </a:lnTo>
                  <a:lnTo>
                    <a:pt x="3903180" y="377190"/>
                  </a:lnTo>
                  <a:lnTo>
                    <a:pt x="3620643" y="377190"/>
                  </a:lnTo>
                  <a:lnTo>
                    <a:pt x="3620643" y="93980"/>
                  </a:lnTo>
                  <a:lnTo>
                    <a:pt x="3903180" y="93980"/>
                  </a:lnTo>
                  <a:lnTo>
                    <a:pt x="3903180" y="66040"/>
                  </a:lnTo>
                  <a:lnTo>
                    <a:pt x="3620643" y="66040"/>
                  </a:lnTo>
                  <a:lnTo>
                    <a:pt x="3620643" y="0"/>
                  </a:lnTo>
                  <a:lnTo>
                    <a:pt x="3592093" y="0"/>
                  </a:lnTo>
                  <a:lnTo>
                    <a:pt x="3592093" y="999490"/>
                  </a:lnTo>
                  <a:lnTo>
                    <a:pt x="3309543" y="999490"/>
                  </a:lnTo>
                  <a:lnTo>
                    <a:pt x="3309543" y="716280"/>
                  </a:lnTo>
                  <a:lnTo>
                    <a:pt x="3592093" y="716280"/>
                  </a:lnTo>
                  <a:lnTo>
                    <a:pt x="3592093" y="688340"/>
                  </a:lnTo>
                  <a:lnTo>
                    <a:pt x="3309543" y="688340"/>
                  </a:lnTo>
                  <a:lnTo>
                    <a:pt x="3309543" y="405130"/>
                  </a:lnTo>
                  <a:lnTo>
                    <a:pt x="3592093" y="405130"/>
                  </a:lnTo>
                  <a:lnTo>
                    <a:pt x="3592093" y="377190"/>
                  </a:lnTo>
                  <a:lnTo>
                    <a:pt x="3309543" y="377190"/>
                  </a:lnTo>
                  <a:lnTo>
                    <a:pt x="3309543" y="93980"/>
                  </a:lnTo>
                  <a:lnTo>
                    <a:pt x="3592093" y="93980"/>
                  </a:lnTo>
                  <a:lnTo>
                    <a:pt x="3592093" y="66040"/>
                  </a:lnTo>
                  <a:lnTo>
                    <a:pt x="3309543" y="66040"/>
                  </a:lnTo>
                  <a:lnTo>
                    <a:pt x="3309543" y="0"/>
                  </a:lnTo>
                  <a:lnTo>
                    <a:pt x="3280994" y="0"/>
                  </a:lnTo>
                  <a:lnTo>
                    <a:pt x="3280994" y="999490"/>
                  </a:lnTo>
                  <a:lnTo>
                    <a:pt x="2998457" y="999490"/>
                  </a:lnTo>
                  <a:lnTo>
                    <a:pt x="2998457" y="716280"/>
                  </a:lnTo>
                  <a:lnTo>
                    <a:pt x="3280994" y="716280"/>
                  </a:lnTo>
                  <a:lnTo>
                    <a:pt x="3280994" y="688340"/>
                  </a:lnTo>
                  <a:lnTo>
                    <a:pt x="2998457" y="688340"/>
                  </a:lnTo>
                  <a:lnTo>
                    <a:pt x="2998457" y="405130"/>
                  </a:lnTo>
                  <a:lnTo>
                    <a:pt x="3280994" y="405130"/>
                  </a:lnTo>
                  <a:lnTo>
                    <a:pt x="3280994" y="377190"/>
                  </a:lnTo>
                  <a:lnTo>
                    <a:pt x="2998457" y="377190"/>
                  </a:lnTo>
                  <a:lnTo>
                    <a:pt x="2998457" y="93980"/>
                  </a:lnTo>
                  <a:lnTo>
                    <a:pt x="3280994" y="93980"/>
                  </a:lnTo>
                  <a:lnTo>
                    <a:pt x="3280994" y="66040"/>
                  </a:lnTo>
                  <a:lnTo>
                    <a:pt x="2998457" y="66040"/>
                  </a:lnTo>
                  <a:lnTo>
                    <a:pt x="2998457" y="0"/>
                  </a:lnTo>
                  <a:lnTo>
                    <a:pt x="2969895" y="0"/>
                  </a:lnTo>
                  <a:lnTo>
                    <a:pt x="2969895" y="999490"/>
                  </a:lnTo>
                  <a:lnTo>
                    <a:pt x="2687370" y="999490"/>
                  </a:lnTo>
                  <a:lnTo>
                    <a:pt x="2687370" y="716280"/>
                  </a:lnTo>
                  <a:lnTo>
                    <a:pt x="2969895" y="716280"/>
                  </a:lnTo>
                  <a:lnTo>
                    <a:pt x="2969895" y="688340"/>
                  </a:lnTo>
                  <a:lnTo>
                    <a:pt x="2687370" y="688340"/>
                  </a:lnTo>
                  <a:lnTo>
                    <a:pt x="2687370" y="405130"/>
                  </a:lnTo>
                  <a:lnTo>
                    <a:pt x="2969895" y="405130"/>
                  </a:lnTo>
                  <a:lnTo>
                    <a:pt x="2969895" y="377190"/>
                  </a:lnTo>
                  <a:lnTo>
                    <a:pt x="2687370" y="377190"/>
                  </a:lnTo>
                  <a:lnTo>
                    <a:pt x="2687370" y="93980"/>
                  </a:lnTo>
                  <a:lnTo>
                    <a:pt x="2969895" y="93980"/>
                  </a:lnTo>
                  <a:lnTo>
                    <a:pt x="2969895" y="66040"/>
                  </a:lnTo>
                  <a:lnTo>
                    <a:pt x="2687370" y="66040"/>
                  </a:lnTo>
                  <a:lnTo>
                    <a:pt x="2687370" y="0"/>
                  </a:lnTo>
                  <a:lnTo>
                    <a:pt x="2658808" y="0"/>
                  </a:lnTo>
                  <a:lnTo>
                    <a:pt x="2658808" y="999490"/>
                  </a:lnTo>
                  <a:lnTo>
                    <a:pt x="2376271" y="999490"/>
                  </a:lnTo>
                  <a:lnTo>
                    <a:pt x="2376271" y="716280"/>
                  </a:lnTo>
                  <a:lnTo>
                    <a:pt x="2658808" y="716280"/>
                  </a:lnTo>
                  <a:lnTo>
                    <a:pt x="2658808" y="688340"/>
                  </a:lnTo>
                  <a:lnTo>
                    <a:pt x="2376271" y="688340"/>
                  </a:lnTo>
                  <a:lnTo>
                    <a:pt x="2376271" y="405130"/>
                  </a:lnTo>
                  <a:lnTo>
                    <a:pt x="2658808" y="405130"/>
                  </a:lnTo>
                  <a:lnTo>
                    <a:pt x="2658808" y="377190"/>
                  </a:lnTo>
                  <a:lnTo>
                    <a:pt x="2376271" y="377190"/>
                  </a:lnTo>
                  <a:lnTo>
                    <a:pt x="2376271" y="93980"/>
                  </a:lnTo>
                  <a:lnTo>
                    <a:pt x="2658808" y="93980"/>
                  </a:lnTo>
                  <a:lnTo>
                    <a:pt x="2658808" y="66040"/>
                  </a:lnTo>
                  <a:lnTo>
                    <a:pt x="2376271" y="66040"/>
                  </a:lnTo>
                  <a:lnTo>
                    <a:pt x="2376271" y="0"/>
                  </a:lnTo>
                  <a:lnTo>
                    <a:pt x="2347722" y="0"/>
                  </a:lnTo>
                  <a:lnTo>
                    <a:pt x="2347722" y="999490"/>
                  </a:lnTo>
                  <a:lnTo>
                    <a:pt x="2065185" y="999490"/>
                  </a:lnTo>
                  <a:lnTo>
                    <a:pt x="2065185" y="716280"/>
                  </a:lnTo>
                  <a:lnTo>
                    <a:pt x="2347722" y="716280"/>
                  </a:lnTo>
                  <a:lnTo>
                    <a:pt x="2347722" y="688340"/>
                  </a:lnTo>
                  <a:lnTo>
                    <a:pt x="2065185" y="688340"/>
                  </a:lnTo>
                  <a:lnTo>
                    <a:pt x="2065185" y="405130"/>
                  </a:lnTo>
                  <a:lnTo>
                    <a:pt x="2347722" y="405130"/>
                  </a:lnTo>
                  <a:lnTo>
                    <a:pt x="2347722" y="377190"/>
                  </a:lnTo>
                  <a:lnTo>
                    <a:pt x="2065185" y="377190"/>
                  </a:lnTo>
                  <a:lnTo>
                    <a:pt x="2065185" y="93980"/>
                  </a:lnTo>
                  <a:lnTo>
                    <a:pt x="2347722" y="93980"/>
                  </a:lnTo>
                  <a:lnTo>
                    <a:pt x="2347722" y="66040"/>
                  </a:lnTo>
                  <a:lnTo>
                    <a:pt x="2065185" y="66040"/>
                  </a:lnTo>
                  <a:lnTo>
                    <a:pt x="2065185" y="0"/>
                  </a:lnTo>
                  <a:lnTo>
                    <a:pt x="2036622" y="0"/>
                  </a:lnTo>
                  <a:lnTo>
                    <a:pt x="2036622" y="999490"/>
                  </a:lnTo>
                  <a:lnTo>
                    <a:pt x="1754085" y="999490"/>
                  </a:lnTo>
                  <a:lnTo>
                    <a:pt x="1754085" y="716280"/>
                  </a:lnTo>
                  <a:lnTo>
                    <a:pt x="2036622" y="716280"/>
                  </a:lnTo>
                  <a:lnTo>
                    <a:pt x="2036622" y="688340"/>
                  </a:lnTo>
                  <a:lnTo>
                    <a:pt x="1754085" y="688340"/>
                  </a:lnTo>
                  <a:lnTo>
                    <a:pt x="1754085" y="405130"/>
                  </a:lnTo>
                  <a:lnTo>
                    <a:pt x="2036622" y="405130"/>
                  </a:lnTo>
                  <a:lnTo>
                    <a:pt x="2036622" y="377190"/>
                  </a:lnTo>
                  <a:lnTo>
                    <a:pt x="1754085" y="377190"/>
                  </a:lnTo>
                  <a:lnTo>
                    <a:pt x="1754085" y="93980"/>
                  </a:lnTo>
                  <a:lnTo>
                    <a:pt x="2036622" y="93980"/>
                  </a:lnTo>
                  <a:lnTo>
                    <a:pt x="2036622" y="66040"/>
                  </a:lnTo>
                  <a:lnTo>
                    <a:pt x="1754085" y="66040"/>
                  </a:lnTo>
                  <a:lnTo>
                    <a:pt x="1754085" y="0"/>
                  </a:lnTo>
                  <a:lnTo>
                    <a:pt x="1725523" y="0"/>
                  </a:lnTo>
                  <a:lnTo>
                    <a:pt x="1725523" y="999490"/>
                  </a:lnTo>
                  <a:lnTo>
                    <a:pt x="1442986" y="999490"/>
                  </a:lnTo>
                  <a:lnTo>
                    <a:pt x="1442986" y="716280"/>
                  </a:lnTo>
                  <a:lnTo>
                    <a:pt x="1725523" y="716280"/>
                  </a:lnTo>
                  <a:lnTo>
                    <a:pt x="1725523" y="688340"/>
                  </a:lnTo>
                  <a:lnTo>
                    <a:pt x="1442986" y="688340"/>
                  </a:lnTo>
                  <a:lnTo>
                    <a:pt x="1442986" y="405130"/>
                  </a:lnTo>
                  <a:lnTo>
                    <a:pt x="1725523" y="405130"/>
                  </a:lnTo>
                  <a:lnTo>
                    <a:pt x="1725523" y="377190"/>
                  </a:lnTo>
                  <a:lnTo>
                    <a:pt x="1442986" y="377190"/>
                  </a:lnTo>
                  <a:lnTo>
                    <a:pt x="1442986" y="93980"/>
                  </a:lnTo>
                  <a:lnTo>
                    <a:pt x="1725523" y="93980"/>
                  </a:lnTo>
                  <a:lnTo>
                    <a:pt x="1725523" y="66040"/>
                  </a:lnTo>
                  <a:lnTo>
                    <a:pt x="1442986" y="66040"/>
                  </a:lnTo>
                  <a:lnTo>
                    <a:pt x="1442986" y="0"/>
                  </a:lnTo>
                  <a:lnTo>
                    <a:pt x="1414437" y="0"/>
                  </a:lnTo>
                  <a:lnTo>
                    <a:pt x="1414437" y="999490"/>
                  </a:lnTo>
                  <a:lnTo>
                    <a:pt x="1131900" y="999490"/>
                  </a:lnTo>
                  <a:lnTo>
                    <a:pt x="1131900" y="716280"/>
                  </a:lnTo>
                  <a:lnTo>
                    <a:pt x="1414437" y="716280"/>
                  </a:lnTo>
                  <a:lnTo>
                    <a:pt x="1414437" y="688340"/>
                  </a:lnTo>
                  <a:lnTo>
                    <a:pt x="1131900" y="688340"/>
                  </a:lnTo>
                  <a:lnTo>
                    <a:pt x="1131900" y="405130"/>
                  </a:lnTo>
                  <a:lnTo>
                    <a:pt x="1414437" y="405130"/>
                  </a:lnTo>
                  <a:lnTo>
                    <a:pt x="1414437" y="377190"/>
                  </a:lnTo>
                  <a:lnTo>
                    <a:pt x="1131900" y="377190"/>
                  </a:lnTo>
                  <a:lnTo>
                    <a:pt x="1131900" y="93980"/>
                  </a:lnTo>
                  <a:lnTo>
                    <a:pt x="1414437" y="93980"/>
                  </a:lnTo>
                  <a:lnTo>
                    <a:pt x="1414437" y="66040"/>
                  </a:lnTo>
                  <a:lnTo>
                    <a:pt x="1131900" y="66040"/>
                  </a:lnTo>
                  <a:lnTo>
                    <a:pt x="1131900" y="0"/>
                  </a:lnTo>
                  <a:lnTo>
                    <a:pt x="1103337" y="0"/>
                  </a:lnTo>
                  <a:lnTo>
                    <a:pt x="1103337" y="999490"/>
                  </a:lnTo>
                  <a:lnTo>
                    <a:pt x="820813" y="999490"/>
                  </a:lnTo>
                  <a:lnTo>
                    <a:pt x="820813" y="716280"/>
                  </a:lnTo>
                  <a:lnTo>
                    <a:pt x="1103337" y="716280"/>
                  </a:lnTo>
                  <a:lnTo>
                    <a:pt x="1103337" y="688340"/>
                  </a:lnTo>
                  <a:lnTo>
                    <a:pt x="820813" y="688340"/>
                  </a:lnTo>
                  <a:lnTo>
                    <a:pt x="820813" y="405130"/>
                  </a:lnTo>
                  <a:lnTo>
                    <a:pt x="1103337" y="405130"/>
                  </a:lnTo>
                  <a:lnTo>
                    <a:pt x="1103337" y="377190"/>
                  </a:lnTo>
                  <a:lnTo>
                    <a:pt x="820813" y="377190"/>
                  </a:lnTo>
                  <a:lnTo>
                    <a:pt x="820813" y="93980"/>
                  </a:lnTo>
                  <a:lnTo>
                    <a:pt x="1103337" y="93980"/>
                  </a:lnTo>
                  <a:lnTo>
                    <a:pt x="1103337" y="66040"/>
                  </a:lnTo>
                  <a:lnTo>
                    <a:pt x="820813" y="66040"/>
                  </a:lnTo>
                  <a:lnTo>
                    <a:pt x="820813" y="0"/>
                  </a:lnTo>
                  <a:lnTo>
                    <a:pt x="792251" y="0"/>
                  </a:lnTo>
                  <a:lnTo>
                    <a:pt x="792251" y="999490"/>
                  </a:lnTo>
                  <a:lnTo>
                    <a:pt x="509714" y="999490"/>
                  </a:lnTo>
                  <a:lnTo>
                    <a:pt x="509714" y="716280"/>
                  </a:lnTo>
                  <a:lnTo>
                    <a:pt x="792251" y="716280"/>
                  </a:lnTo>
                  <a:lnTo>
                    <a:pt x="792251" y="688340"/>
                  </a:lnTo>
                  <a:lnTo>
                    <a:pt x="509714" y="688340"/>
                  </a:lnTo>
                  <a:lnTo>
                    <a:pt x="509714" y="405130"/>
                  </a:lnTo>
                  <a:lnTo>
                    <a:pt x="792251" y="405130"/>
                  </a:lnTo>
                  <a:lnTo>
                    <a:pt x="792251" y="377190"/>
                  </a:lnTo>
                  <a:lnTo>
                    <a:pt x="509714" y="377190"/>
                  </a:lnTo>
                  <a:lnTo>
                    <a:pt x="509714" y="93980"/>
                  </a:lnTo>
                  <a:lnTo>
                    <a:pt x="792251" y="93980"/>
                  </a:lnTo>
                  <a:lnTo>
                    <a:pt x="792251" y="66040"/>
                  </a:lnTo>
                  <a:lnTo>
                    <a:pt x="509714" y="66040"/>
                  </a:lnTo>
                  <a:lnTo>
                    <a:pt x="509714" y="0"/>
                  </a:lnTo>
                  <a:lnTo>
                    <a:pt x="481164" y="0"/>
                  </a:lnTo>
                  <a:lnTo>
                    <a:pt x="481164" y="999490"/>
                  </a:lnTo>
                  <a:lnTo>
                    <a:pt x="198628" y="999490"/>
                  </a:lnTo>
                  <a:lnTo>
                    <a:pt x="198628" y="716280"/>
                  </a:lnTo>
                  <a:lnTo>
                    <a:pt x="481164" y="716280"/>
                  </a:lnTo>
                  <a:lnTo>
                    <a:pt x="481164" y="688340"/>
                  </a:lnTo>
                  <a:lnTo>
                    <a:pt x="198628" y="688340"/>
                  </a:lnTo>
                  <a:lnTo>
                    <a:pt x="198628" y="405130"/>
                  </a:lnTo>
                  <a:lnTo>
                    <a:pt x="481164" y="405130"/>
                  </a:lnTo>
                  <a:lnTo>
                    <a:pt x="481164" y="377190"/>
                  </a:lnTo>
                  <a:lnTo>
                    <a:pt x="198628" y="377190"/>
                  </a:lnTo>
                  <a:lnTo>
                    <a:pt x="198628" y="93980"/>
                  </a:lnTo>
                  <a:lnTo>
                    <a:pt x="481164" y="93980"/>
                  </a:lnTo>
                  <a:lnTo>
                    <a:pt x="481164" y="66040"/>
                  </a:lnTo>
                  <a:lnTo>
                    <a:pt x="198628" y="66040"/>
                  </a:lnTo>
                  <a:lnTo>
                    <a:pt x="198628" y="0"/>
                  </a:lnTo>
                  <a:lnTo>
                    <a:pt x="170065" y="0"/>
                  </a:lnTo>
                  <a:lnTo>
                    <a:pt x="170065" y="66040"/>
                  </a:lnTo>
                  <a:lnTo>
                    <a:pt x="0" y="66040"/>
                  </a:lnTo>
                  <a:lnTo>
                    <a:pt x="0" y="93980"/>
                  </a:lnTo>
                  <a:lnTo>
                    <a:pt x="170065" y="93980"/>
                  </a:lnTo>
                  <a:lnTo>
                    <a:pt x="170065" y="377190"/>
                  </a:lnTo>
                  <a:lnTo>
                    <a:pt x="0" y="377190"/>
                  </a:lnTo>
                  <a:lnTo>
                    <a:pt x="0" y="405130"/>
                  </a:lnTo>
                  <a:lnTo>
                    <a:pt x="170065" y="405130"/>
                  </a:lnTo>
                  <a:lnTo>
                    <a:pt x="170065" y="688340"/>
                  </a:lnTo>
                  <a:lnTo>
                    <a:pt x="0" y="688340"/>
                  </a:lnTo>
                  <a:lnTo>
                    <a:pt x="0" y="716280"/>
                  </a:lnTo>
                  <a:lnTo>
                    <a:pt x="170065" y="716280"/>
                  </a:lnTo>
                  <a:lnTo>
                    <a:pt x="170065" y="999490"/>
                  </a:lnTo>
                  <a:lnTo>
                    <a:pt x="0" y="999490"/>
                  </a:lnTo>
                  <a:lnTo>
                    <a:pt x="0" y="1026160"/>
                  </a:lnTo>
                  <a:lnTo>
                    <a:pt x="4256925" y="1026160"/>
                  </a:lnTo>
                  <a:lnTo>
                    <a:pt x="4256925" y="999490"/>
                  </a:lnTo>
                  <a:lnTo>
                    <a:pt x="4242828" y="999490"/>
                  </a:lnTo>
                  <a:lnTo>
                    <a:pt x="4242828" y="716280"/>
                  </a:lnTo>
                  <a:lnTo>
                    <a:pt x="4256925" y="716280"/>
                  </a:lnTo>
                  <a:lnTo>
                    <a:pt x="4256925" y="688340"/>
                  </a:lnTo>
                  <a:lnTo>
                    <a:pt x="4242828" y="688340"/>
                  </a:lnTo>
                  <a:lnTo>
                    <a:pt x="4242828" y="405130"/>
                  </a:lnTo>
                  <a:lnTo>
                    <a:pt x="4256925" y="405130"/>
                  </a:lnTo>
                  <a:lnTo>
                    <a:pt x="4256925" y="377190"/>
                  </a:lnTo>
                  <a:lnTo>
                    <a:pt x="4242828" y="377190"/>
                  </a:lnTo>
                  <a:lnTo>
                    <a:pt x="4242828" y="93980"/>
                  </a:lnTo>
                  <a:lnTo>
                    <a:pt x="4256925" y="93980"/>
                  </a:lnTo>
                  <a:lnTo>
                    <a:pt x="4256925" y="66040"/>
                  </a:lnTo>
                  <a:close/>
                </a:path>
                <a:path w="18288000" h="10276840">
                  <a:moveTo>
                    <a:pt x="16430320" y="10174808"/>
                  </a:moveTo>
                  <a:lnTo>
                    <a:pt x="16401758" y="10174808"/>
                  </a:lnTo>
                  <a:lnTo>
                    <a:pt x="16401758" y="10276408"/>
                  </a:lnTo>
                  <a:lnTo>
                    <a:pt x="16430320" y="10276408"/>
                  </a:lnTo>
                  <a:lnTo>
                    <a:pt x="16430320" y="10174808"/>
                  </a:lnTo>
                  <a:close/>
                </a:path>
                <a:path w="18288000" h="10276840">
                  <a:moveTo>
                    <a:pt x="16741407" y="10174808"/>
                  </a:moveTo>
                  <a:lnTo>
                    <a:pt x="16712845" y="10174808"/>
                  </a:lnTo>
                  <a:lnTo>
                    <a:pt x="16712845" y="10276408"/>
                  </a:lnTo>
                  <a:lnTo>
                    <a:pt x="16741407" y="10276408"/>
                  </a:lnTo>
                  <a:lnTo>
                    <a:pt x="16741407" y="10174808"/>
                  </a:lnTo>
                  <a:close/>
                </a:path>
                <a:path w="18288000" h="10276840">
                  <a:moveTo>
                    <a:pt x="17052494" y="10174808"/>
                  </a:moveTo>
                  <a:lnTo>
                    <a:pt x="17023944" y="10174808"/>
                  </a:lnTo>
                  <a:lnTo>
                    <a:pt x="17023944" y="10276408"/>
                  </a:lnTo>
                  <a:lnTo>
                    <a:pt x="17052494" y="10276408"/>
                  </a:lnTo>
                  <a:lnTo>
                    <a:pt x="17052494" y="10174808"/>
                  </a:lnTo>
                  <a:close/>
                </a:path>
                <a:path w="18288000" h="10276840">
                  <a:moveTo>
                    <a:pt x="17363593" y="10174808"/>
                  </a:moveTo>
                  <a:lnTo>
                    <a:pt x="17335030" y="10174808"/>
                  </a:lnTo>
                  <a:lnTo>
                    <a:pt x="17335030" y="10276408"/>
                  </a:lnTo>
                  <a:lnTo>
                    <a:pt x="17363593" y="10276408"/>
                  </a:lnTo>
                  <a:lnTo>
                    <a:pt x="17363593" y="10174808"/>
                  </a:lnTo>
                  <a:close/>
                </a:path>
                <a:path w="18288000" h="10276840">
                  <a:moveTo>
                    <a:pt x="17674679" y="10174808"/>
                  </a:moveTo>
                  <a:lnTo>
                    <a:pt x="17646117" y="10174808"/>
                  </a:lnTo>
                  <a:lnTo>
                    <a:pt x="17646117" y="10276408"/>
                  </a:lnTo>
                  <a:lnTo>
                    <a:pt x="17674679" y="10276408"/>
                  </a:lnTo>
                  <a:lnTo>
                    <a:pt x="17674679" y="10174808"/>
                  </a:lnTo>
                  <a:close/>
                </a:path>
                <a:path w="18288000" h="10276840">
                  <a:moveTo>
                    <a:pt x="17985778" y="10174808"/>
                  </a:moveTo>
                  <a:lnTo>
                    <a:pt x="17957216" y="10174808"/>
                  </a:lnTo>
                  <a:lnTo>
                    <a:pt x="17957216" y="10276408"/>
                  </a:lnTo>
                  <a:lnTo>
                    <a:pt x="17985778" y="10276408"/>
                  </a:lnTo>
                  <a:lnTo>
                    <a:pt x="17985778" y="10174808"/>
                  </a:lnTo>
                  <a:close/>
                </a:path>
                <a:path w="18288000" h="10276840">
                  <a:moveTo>
                    <a:pt x="18288000" y="10174808"/>
                  </a:moveTo>
                  <a:lnTo>
                    <a:pt x="18268315" y="10174808"/>
                  </a:lnTo>
                  <a:lnTo>
                    <a:pt x="18268315" y="10276408"/>
                  </a:lnTo>
                  <a:lnTo>
                    <a:pt x="18288000" y="10276408"/>
                  </a:lnTo>
                  <a:lnTo>
                    <a:pt x="18288000" y="10174808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24376" y="6970068"/>
              <a:ext cx="5263622" cy="331693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3954" y="7334518"/>
              <a:ext cx="1894044" cy="295248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873696" y="313274"/>
            <a:ext cx="654050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305"/>
              <a:t>4.</a:t>
            </a:r>
            <a:r>
              <a:rPr dirty="0" sz="6000" spc="-434"/>
              <a:t> </a:t>
            </a:r>
            <a:r>
              <a:rPr dirty="0" sz="6000" spc="350"/>
              <a:t>Class</a:t>
            </a:r>
            <a:r>
              <a:rPr dirty="0" sz="6000" spc="-434"/>
              <a:t> </a:t>
            </a:r>
            <a:r>
              <a:rPr dirty="0" sz="6000" spc="275"/>
              <a:t>Diagrams</a:t>
            </a:r>
            <a:endParaRPr sz="6000"/>
          </a:p>
        </p:txBody>
      </p:sp>
      <p:sp>
        <p:nvSpPr>
          <p:cNvPr id="10" name="object 10" descr=""/>
          <p:cNvSpPr txBox="1"/>
          <p:nvPr/>
        </p:nvSpPr>
        <p:spPr>
          <a:xfrm>
            <a:off x="6108887" y="1842550"/>
            <a:ext cx="378650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355" b="1">
                <a:solidFill>
                  <a:srgbClr val="000440"/>
                </a:solidFill>
                <a:latin typeface="Trebuchet MS"/>
                <a:cs typeface="Trebuchet MS"/>
              </a:rPr>
              <a:t>4.1</a:t>
            </a:r>
            <a:r>
              <a:rPr dirty="0" sz="3000" spc="-21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70" b="1">
                <a:solidFill>
                  <a:srgbClr val="000440"/>
                </a:solidFill>
                <a:latin typeface="Trebuchet MS"/>
                <a:cs typeface="Trebuchet MS"/>
              </a:rPr>
              <a:t>Core</a:t>
            </a:r>
            <a:r>
              <a:rPr dirty="0" sz="3000" spc="-21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140" b="1">
                <a:solidFill>
                  <a:srgbClr val="000440"/>
                </a:solidFill>
                <a:latin typeface="Trebuchet MS"/>
                <a:cs typeface="Trebuchet MS"/>
              </a:rPr>
              <a:t>Model</a:t>
            </a:r>
            <a:r>
              <a:rPr dirty="0" sz="3000" spc="-21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-10" b="1">
                <a:solidFill>
                  <a:srgbClr val="000440"/>
                </a:solidFill>
                <a:latin typeface="Trebuchet MS"/>
                <a:cs typeface="Trebuchet MS"/>
              </a:rPr>
              <a:t>Layer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849497" y="1697151"/>
            <a:ext cx="144780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85" b="1">
                <a:solidFill>
                  <a:srgbClr val="000440"/>
                </a:solidFill>
                <a:latin typeface="Trebuchet MS"/>
                <a:cs typeface="Trebuchet MS"/>
              </a:rPr>
              <a:t>MoodEntry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849497" y="2011362"/>
            <a:ext cx="2277745" cy="617855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-8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mood: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5">
                <a:solidFill>
                  <a:srgbClr val="000440"/>
                </a:solidFill>
                <a:latin typeface="Trebuchet MS"/>
                <a:cs typeface="Trebuchet MS"/>
              </a:rPr>
              <a:t>String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 spc="-8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date:</a:t>
            </a:r>
            <a:r>
              <a:rPr dirty="0" sz="20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75">
                <a:solidFill>
                  <a:srgbClr val="000440"/>
                </a:solidFill>
                <a:latin typeface="Trebuchet MS"/>
                <a:cs typeface="Trebuchet MS"/>
              </a:rPr>
              <a:t>ĮocalDate</a:t>
            </a:r>
            <a:endParaRPr sz="2050">
              <a:latin typeface="Trebuchet MS"/>
              <a:cs typeface="Trebuchet MS"/>
            </a:endParaRPr>
          </a:p>
          <a:p>
            <a:pPr marL="163195" indent="-150495">
              <a:lnSpc>
                <a:spcPct val="100000"/>
              </a:lnSpc>
              <a:spcBef>
                <a:spcPts val="390"/>
              </a:spcBef>
              <a:buChar char="-"/>
              <a:tabLst>
                <a:tab pos="163195" algn="l"/>
              </a:tabLst>
            </a:pP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intensity:</a:t>
            </a:r>
            <a:r>
              <a:rPr dirty="0" sz="20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25">
                <a:solidFill>
                  <a:srgbClr val="000440"/>
                </a:solidFill>
                <a:latin typeface="Trebuchet MS"/>
                <a:cs typeface="Trebuchet MS"/>
              </a:rPr>
              <a:t>int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 spc="-8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notes.</a:t>
            </a:r>
            <a:r>
              <a:rPr dirty="0" sz="20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5">
                <a:solidFill>
                  <a:srgbClr val="000440"/>
                </a:solidFill>
                <a:latin typeface="Trebuchet MS"/>
                <a:cs typeface="Trebuchet MS"/>
              </a:rPr>
              <a:t>String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40">
                <a:solidFill>
                  <a:srgbClr val="000440"/>
                </a:solidFill>
                <a:latin typeface="Trebuchet MS"/>
                <a:cs typeface="Trebuchet MS"/>
              </a:rPr>
              <a:t>getMood()</a:t>
            </a:r>
            <a:endParaRPr sz="2050">
              <a:latin typeface="Trebuchet MS"/>
              <a:cs typeface="Trebuchet MS"/>
            </a:endParaRPr>
          </a:p>
          <a:p>
            <a:pPr marL="12700" marR="647065">
              <a:lnSpc>
                <a:spcPts val="2850"/>
              </a:lnSpc>
              <a:spcBef>
                <a:spcPts val="160"/>
              </a:spcBef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getDate() getintensity()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getNotes()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 spc="-10" b="1">
                <a:solidFill>
                  <a:srgbClr val="000440"/>
                </a:solidFill>
                <a:latin typeface="Trebuchet MS"/>
                <a:cs typeface="Trebuchet MS"/>
              </a:rPr>
              <a:t>Habit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 spc="-8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name:</a:t>
            </a:r>
            <a:r>
              <a:rPr dirty="0" sz="2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5">
                <a:solidFill>
                  <a:srgbClr val="000440"/>
                </a:solidFill>
                <a:latin typeface="Trebuchet MS"/>
                <a:cs typeface="Trebuchet MS"/>
              </a:rPr>
              <a:t>String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 spc="-8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description:</a:t>
            </a:r>
            <a:r>
              <a:rPr dirty="0" sz="2050" spc="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5">
                <a:solidFill>
                  <a:srgbClr val="000440"/>
                </a:solidFill>
                <a:latin typeface="Trebuchet MS"/>
                <a:cs typeface="Trebuchet MS"/>
              </a:rPr>
              <a:t>Str</a:t>
            </a:r>
            <a:endParaRPr sz="2050">
              <a:latin typeface="Trebuchet MS"/>
              <a:cs typeface="Trebuchet MS"/>
            </a:endParaRPr>
          </a:p>
          <a:p>
            <a:pPr marL="163195" indent="-150495">
              <a:lnSpc>
                <a:spcPct val="100000"/>
              </a:lnSpc>
              <a:spcBef>
                <a:spcPts val="390"/>
              </a:spcBef>
              <a:buChar char="-"/>
              <a:tabLst>
                <a:tab pos="163195" algn="l"/>
              </a:tabLst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streak:</a:t>
            </a:r>
            <a:r>
              <a:rPr dirty="0" sz="205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25">
                <a:solidFill>
                  <a:srgbClr val="000440"/>
                </a:solidFill>
                <a:latin typeface="Trebuchet MS"/>
                <a:cs typeface="Trebuchet MS"/>
              </a:rPr>
              <a:t>int</a:t>
            </a:r>
            <a:endParaRPr sz="2050">
              <a:latin typeface="Trebuchet MS"/>
              <a:cs typeface="Trebuchet MS"/>
            </a:endParaRPr>
          </a:p>
          <a:p>
            <a:pPr marL="163195" indent="-150495">
              <a:lnSpc>
                <a:spcPct val="100000"/>
              </a:lnSpc>
              <a:spcBef>
                <a:spcPts val="390"/>
              </a:spcBef>
              <a:buChar char="-"/>
              <a:tabLst>
                <a:tab pos="163195" algn="l"/>
              </a:tabLst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lastDone:</a:t>
            </a:r>
            <a:r>
              <a:rPr dirty="0" sz="2050" spc="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20">
                <a:solidFill>
                  <a:srgbClr val="000440"/>
                </a:solidFill>
                <a:latin typeface="Trebuchet MS"/>
                <a:cs typeface="Trebuchet MS"/>
              </a:rPr>
              <a:t>Date</a:t>
            </a:r>
            <a:endParaRPr sz="2050">
              <a:latin typeface="Trebuchet MS"/>
              <a:cs typeface="Trebuchet MS"/>
            </a:endParaRPr>
          </a:p>
          <a:p>
            <a:pPr marL="163195" indent="-150495">
              <a:lnSpc>
                <a:spcPct val="100000"/>
              </a:lnSpc>
              <a:spcBef>
                <a:spcPts val="390"/>
              </a:spcBef>
              <a:buChar char="-"/>
              <a:tabLst>
                <a:tab pos="163195" algn="l"/>
              </a:tabLst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frequency:</a:t>
            </a:r>
            <a:r>
              <a:rPr dirty="0" sz="2050" spc="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5">
                <a:solidFill>
                  <a:srgbClr val="000440"/>
                </a:solidFill>
                <a:latin typeface="Trebuchet MS"/>
                <a:cs typeface="Trebuchet MS"/>
              </a:rPr>
              <a:t>String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+getName()</a:t>
            </a:r>
            <a:endParaRPr sz="2050">
              <a:latin typeface="Trebuchet MS"/>
              <a:cs typeface="Trebuchet MS"/>
            </a:endParaRPr>
          </a:p>
          <a:p>
            <a:pPr marL="12700" marR="650875">
              <a:lnSpc>
                <a:spcPts val="2850"/>
              </a:lnSpc>
              <a:spcBef>
                <a:spcPts val="105"/>
              </a:spcBef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markDone() getStreak()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849497" y="8164511"/>
            <a:ext cx="2540000" cy="219710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updateStreak()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 spc="55" b="1">
                <a:solidFill>
                  <a:srgbClr val="000440"/>
                </a:solidFill>
                <a:latin typeface="Trebuchet MS"/>
                <a:cs typeface="Trebuchet MS"/>
              </a:rPr>
              <a:t>User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username:</a:t>
            </a:r>
            <a:r>
              <a:rPr dirty="0" sz="2050" spc="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5">
                <a:solidFill>
                  <a:srgbClr val="000440"/>
                </a:solidFill>
                <a:latin typeface="Trebuchet MS"/>
                <a:cs typeface="Trebuchet MS"/>
              </a:rPr>
              <a:t>String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 spc="-8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70">
                <a:solidFill>
                  <a:srgbClr val="000440"/>
                </a:solidFill>
                <a:latin typeface="Trebuchet MS"/>
                <a:cs typeface="Trebuchet MS"/>
              </a:rPr>
              <a:t>password:</a:t>
            </a:r>
            <a:r>
              <a:rPr dirty="0" sz="205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5">
                <a:solidFill>
                  <a:srgbClr val="000440"/>
                </a:solidFill>
                <a:latin typeface="Trebuchet MS"/>
                <a:cs typeface="Trebuchet MS"/>
              </a:rPr>
              <a:t>String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+getUsername()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5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validatePassword()</a:t>
            </a:r>
            <a:endParaRPr sz="2050">
              <a:latin typeface="Trebuchet MS"/>
              <a:cs typeface="Trebuchet M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0"/>
            <a:ext cx="3521710" cy="1998980"/>
            <a:chOff x="0" y="0"/>
            <a:chExt cx="3521710" cy="1998980"/>
          </a:xfrm>
        </p:grpSpPr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3521198" cy="127230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773353" cy="19988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4420"/>
            <a:ext cx="18288000" cy="10302875"/>
            <a:chOff x="0" y="-4420"/>
            <a:chExt cx="18288000" cy="10302875"/>
          </a:xfrm>
        </p:grpSpPr>
        <p:sp>
          <p:nvSpPr>
            <p:cNvPr id="3" name="object 3" descr=""/>
            <p:cNvSpPr/>
            <p:nvPr/>
          </p:nvSpPr>
          <p:spPr>
            <a:xfrm>
              <a:off x="9837765" y="-4420"/>
              <a:ext cx="8449310" cy="8622030"/>
            </a:xfrm>
            <a:custGeom>
              <a:avLst/>
              <a:gdLst/>
              <a:ahLst/>
              <a:cxnLst/>
              <a:rect l="l" t="t" r="r" b="b"/>
              <a:pathLst>
                <a:path w="8449310" h="8622030">
                  <a:moveTo>
                    <a:pt x="8447867" y="8555488"/>
                  </a:moveTo>
                  <a:lnTo>
                    <a:pt x="8286205" y="8592098"/>
                  </a:lnTo>
                  <a:lnTo>
                    <a:pt x="8235065" y="8590658"/>
                  </a:lnTo>
                  <a:lnTo>
                    <a:pt x="8186505" y="8601655"/>
                  </a:lnTo>
                  <a:lnTo>
                    <a:pt x="8134910" y="8600317"/>
                  </a:lnTo>
                  <a:lnTo>
                    <a:pt x="8085882" y="8611420"/>
                  </a:lnTo>
                  <a:lnTo>
                    <a:pt x="8033805" y="8610192"/>
                  </a:lnTo>
                  <a:lnTo>
                    <a:pt x="7984282" y="8621407"/>
                  </a:lnTo>
                  <a:lnTo>
                    <a:pt x="7718662" y="8616451"/>
                  </a:lnTo>
                  <a:lnTo>
                    <a:pt x="7663684" y="8602858"/>
                  </a:lnTo>
                  <a:lnTo>
                    <a:pt x="7609913" y="8588992"/>
                  </a:lnTo>
                  <a:lnTo>
                    <a:pt x="7560138" y="8587243"/>
                  </a:lnTo>
                  <a:lnTo>
                    <a:pt x="7508731" y="8572841"/>
                  </a:lnTo>
                  <a:lnTo>
                    <a:pt x="7458479" y="8558178"/>
                  </a:lnTo>
                  <a:lnTo>
                    <a:pt x="7409364" y="8543257"/>
                  </a:lnTo>
                  <a:lnTo>
                    <a:pt x="7361371" y="8528083"/>
                  </a:lnTo>
                  <a:lnTo>
                    <a:pt x="7314479" y="8512659"/>
                  </a:lnTo>
                  <a:lnTo>
                    <a:pt x="7268674" y="8496989"/>
                  </a:lnTo>
                  <a:lnTo>
                    <a:pt x="7223936" y="8481077"/>
                  </a:lnTo>
                  <a:lnTo>
                    <a:pt x="7180248" y="8464927"/>
                  </a:lnTo>
                  <a:lnTo>
                    <a:pt x="7137593" y="8448543"/>
                  </a:lnTo>
                  <a:lnTo>
                    <a:pt x="7095954" y="8431930"/>
                  </a:lnTo>
                  <a:lnTo>
                    <a:pt x="7055312" y="8415091"/>
                  </a:lnTo>
                  <a:lnTo>
                    <a:pt x="7015651" y="8398029"/>
                  </a:lnTo>
                  <a:lnTo>
                    <a:pt x="6976952" y="8380750"/>
                  </a:lnTo>
                  <a:lnTo>
                    <a:pt x="6939199" y="8363256"/>
                  </a:lnTo>
                  <a:lnTo>
                    <a:pt x="6899569" y="8333166"/>
                  </a:lnTo>
                  <a:lnTo>
                    <a:pt x="6863654" y="8315256"/>
                  </a:lnTo>
                  <a:lnTo>
                    <a:pt x="6828631" y="8297144"/>
                  </a:lnTo>
                  <a:lnTo>
                    <a:pt x="6791679" y="8266447"/>
                  </a:lnTo>
                  <a:lnTo>
                    <a:pt x="6758390" y="8247943"/>
                  </a:lnTo>
                  <a:lnTo>
                    <a:pt x="6725941" y="8229248"/>
                  </a:lnTo>
                  <a:lnTo>
                    <a:pt x="6691510" y="8197981"/>
                  </a:lnTo>
                  <a:lnTo>
                    <a:pt x="6660690" y="8178917"/>
                  </a:lnTo>
                  <a:lnTo>
                    <a:pt x="6630657" y="8159675"/>
                  </a:lnTo>
                  <a:lnTo>
                    <a:pt x="6598589" y="8127872"/>
                  </a:lnTo>
                  <a:lnTo>
                    <a:pt x="6570079" y="8108286"/>
                  </a:lnTo>
                  <a:lnTo>
                    <a:pt x="6539500" y="8076146"/>
                  </a:lnTo>
                  <a:lnTo>
                    <a:pt x="6512443" y="8056230"/>
                  </a:lnTo>
                  <a:lnTo>
                    <a:pt x="6483282" y="8023769"/>
                  </a:lnTo>
                  <a:lnTo>
                    <a:pt x="6454803" y="7991154"/>
                  </a:lnTo>
                  <a:lnTo>
                    <a:pt x="6429795" y="7970774"/>
                  </a:lnTo>
                  <a:lnTo>
                    <a:pt x="6402629" y="7937861"/>
                  </a:lnTo>
                  <a:lnTo>
                    <a:pt x="6378899" y="7917192"/>
                  </a:lnTo>
                  <a:lnTo>
                    <a:pt x="6352977" y="7883997"/>
                  </a:lnTo>
                  <a:lnTo>
                    <a:pt x="6327650" y="7850668"/>
                  </a:lnTo>
                  <a:lnTo>
                    <a:pt x="6305705" y="7829595"/>
                  </a:lnTo>
                  <a:lnTo>
                    <a:pt x="6281516" y="7796008"/>
                  </a:lnTo>
                  <a:lnTo>
                    <a:pt x="6257870" y="7762298"/>
                  </a:lnTo>
                  <a:lnTo>
                    <a:pt x="6234749" y="7728469"/>
                  </a:lnTo>
                  <a:lnTo>
                    <a:pt x="6214941" y="7706912"/>
                  </a:lnTo>
                  <a:lnTo>
                    <a:pt x="6192818" y="7672857"/>
                  </a:lnTo>
                  <a:lnTo>
                    <a:pt x="6171168" y="7638695"/>
                  </a:lnTo>
                  <a:lnTo>
                    <a:pt x="6149973" y="7604430"/>
                  </a:lnTo>
                  <a:lnTo>
                    <a:pt x="6132021" y="7582452"/>
                  </a:lnTo>
                  <a:lnTo>
                    <a:pt x="6111685" y="7547993"/>
                  </a:lnTo>
                  <a:lnTo>
                    <a:pt x="6091751" y="7513442"/>
                  </a:lnTo>
                  <a:lnTo>
                    <a:pt x="6072202" y="7478805"/>
                  </a:lnTo>
                  <a:lnTo>
                    <a:pt x="6053021" y="7444084"/>
                  </a:lnTo>
                  <a:lnTo>
                    <a:pt x="6034191" y="7409283"/>
                  </a:lnTo>
                  <a:lnTo>
                    <a:pt x="6018498" y="7386794"/>
                  </a:lnTo>
                  <a:lnTo>
                    <a:pt x="6000316" y="7351847"/>
                  </a:lnTo>
                  <a:lnTo>
                    <a:pt x="5982431" y="7316832"/>
                  </a:lnTo>
                  <a:lnTo>
                    <a:pt x="5964827" y="7281754"/>
                  </a:lnTo>
                  <a:lnTo>
                    <a:pt x="5947485" y="7246616"/>
                  </a:lnTo>
                  <a:lnTo>
                    <a:pt x="5930389" y="7211423"/>
                  </a:lnTo>
                  <a:lnTo>
                    <a:pt x="5913520" y="7176179"/>
                  </a:lnTo>
                  <a:lnTo>
                    <a:pt x="5896862" y="7140886"/>
                  </a:lnTo>
                  <a:lnTo>
                    <a:pt x="5880396" y="7105550"/>
                  </a:lnTo>
                  <a:lnTo>
                    <a:pt x="5864106" y="7070175"/>
                  </a:lnTo>
                  <a:lnTo>
                    <a:pt x="5847973" y="7034763"/>
                  </a:lnTo>
                  <a:lnTo>
                    <a:pt x="5831981" y="6999320"/>
                  </a:lnTo>
                  <a:lnTo>
                    <a:pt x="5816112" y="6963849"/>
                  </a:lnTo>
                  <a:lnTo>
                    <a:pt x="5800348" y="6928354"/>
                  </a:lnTo>
                  <a:lnTo>
                    <a:pt x="5784671" y="6892840"/>
                  </a:lnTo>
                  <a:lnTo>
                    <a:pt x="5769065" y="6857309"/>
                  </a:lnTo>
                  <a:lnTo>
                    <a:pt x="5753512" y="6821767"/>
                  </a:lnTo>
                  <a:lnTo>
                    <a:pt x="5691476" y="6679556"/>
                  </a:lnTo>
                  <a:lnTo>
                    <a:pt x="5675924" y="6644013"/>
                  </a:lnTo>
                  <a:lnTo>
                    <a:pt x="5660320" y="6608482"/>
                  </a:lnTo>
                  <a:lnTo>
                    <a:pt x="5644646" y="6572967"/>
                  </a:lnTo>
                  <a:lnTo>
                    <a:pt x="5628885" y="6537472"/>
                  </a:lnTo>
                  <a:lnTo>
                    <a:pt x="5613019" y="6502000"/>
                  </a:lnTo>
                  <a:lnTo>
                    <a:pt x="5597030" y="6466556"/>
                  </a:lnTo>
                  <a:lnTo>
                    <a:pt x="5580902" y="6431143"/>
                  </a:lnTo>
                  <a:lnTo>
                    <a:pt x="5564617" y="6395767"/>
                  </a:lnTo>
                  <a:lnTo>
                    <a:pt x="5548157" y="6360429"/>
                  </a:lnTo>
                  <a:lnTo>
                    <a:pt x="5534310" y="6337522"/>
                  </a:lnTo>
                  <a:lnTo>
                    <a:pt x="5517448" y="6302276"/>
                  </a:lnTo>
                  <a:lnTo>
                    <a:pt x="5500359" y="6267081"/>
                  </a:lnTo>
                  <a:lnTo>
                    <a:pt x="5483025" y="6231942"/>
                  </a:lnTo>
                  <a:lnTo>
                    <a:pt x="5465429" y="6196862"/>
                  </a:lnTo>
                  <a:lnTo>
                    <a:pt x="5447553" y="6161845"/>
                  </a:lnTo>
                  <a:lnTo>
                    <a:pt x="5429380" y="6126896"/>
                  </a:lnTo>
                  <a:lnTo>
                    <a:pt x="5410892" y="6092018"/>
                  </a:lnTo>
                  <a:lnTo>
                    <a:pt x="5392072" y="6057215"/>
                  </a:lnTo>
                  <a:lnTo>
                    <a:pt x="5372902" y="6022492"/>
                  </a:lnTo>
                  <a:lnTo>
                    <a:pt x="5353365" y="5987851"/>
                  </a:lnTo>
                  <a:lnTo>
                    <a:pt x="5333443" y="5953298"/>
                  </a:lnTo>
                  <a:lnTo>
                    <a:pt x="5313118" y="5918836"/>
                  </a:lnTo>
                  <a:lnTo>
                    <a:pt x="5292375" y="5884469"/>
                  </a:lnTo>
                  <a:lnTo>
                    <a:pt x="5271193" y="5850201"/>
                  </a:lnTo>
                  <a:lnTo>
                    <a:pt x="5252362" y="5828422"/>
                  </a:lnTo>
                  <a:lnTo>
                    <a:pt x="5230254" y="5794364"/>
                  </a:lnTo>
                  <a:lnTo>
                    <a:pt x="5207656" y="5760417"/>
                  </a:lnTo>
                  <a:lnTo>
                    <a:pt x="5184551" y="5726585"/>
                  </a:lnTo>
                  <a:lnTo>
                    <a:pt x="5160921" y="5692871"/>
                  </a:lnTo>
                  <a:lnTo>
                    <a:pt x="5136749" y="5659280"/>
                  </a:lnTo>
                  <a:lnTo>
                    <a:pt x="5114822" y="5638203"/>
                  </a:lnTo>
                  <a:lnTo>
                    <a:pt x="5089512" y="5604870"/>
                  </a:lnTo>
                  <a:lnTo>
                    <a:pt x="5063608" y="5571671"/>
                  </a:lnTo>
                  <a:lnTo>
                    <a:pt x="5037092" y="5538611"/>
                  </a:lnTo>
                  <a:lnTo>
                    <a:pt x="5012751" y="5518080"/>
                  </a:lnTo>
                  <a:lnTo>
                    <a:pt x="4984958" y="5485310"/>
                  </a:lnTo>
                  <a:lnTo>
                    <a:pt x="4956500" y="5452690"/>
                  </a:lnTo>
                  <a:lnTo>
                    <a:pt x="4927359" y="5420224"/>
                  </a:lnTo>
                  <a:lnTo>
                    <a:pt x="4900324" y="5400303"/>
                  </a:lnTo>
                  <a:lnTo>
                    <a:pt x="4869767" y="5368158"/>
                  </a:lnTo>
                  <a:lnTo>
                    <a:pt x="4841279" y="5348566"/>
                  </a:lnTo>
                  <a:lnTo>
                    <a:pt x="4809235" y="5316758"/>
                  </a:lnTo>
                  <a:lnTo>
                    <a:pt x="4776421" y="5285125"/>
                  </a:lnTo>
                  <a:lnTo>
                    <a:pt x="4745624" y="5266056"/>
                  </a:lnTo>
                  <a:lnTo>
                    <a:pt x="4711218" y="5234783"/>
                  </a:lnTo>
                  <a:lnTo>
                    <a:pt x="4678794" y="5216082"/>
                  </a:lnTo>
                  <a:lnTo>
                    <a:pt x="4642726" y="5185185"/>
                  </a:lnTo>
                  <a:lnTo>
                    <a:pt x="4600739" y="5155629"/>
                  </a:lnTo>
                  <a:lnTo>
                    <a:pt x="4558325" y="5126169"/>
                  </a:lnTo>
                  <a:lnTo>
                    <a:pt x="4518300" y="5109190"/>
                  </a:lnTo>
                  <a:lnTo>
                    <a:pt x="4475063" y="5079917"/>
                  </a:lnTo>
                  <a:lnTo>
                    <a:pt x="4434236" y="5063120"/>
                  </a:lnTo>
                  <a:lnTo>
                    <a:pt x="4390218" y="5034023"/>
                  </a:lnTo>
                  <a:lnTo>
                    <a:pt x="4306679" y="5000855"/>
                  </a:lnTo>
                  <a:lnTo>
                    <a:pt x="4178741" y="4951698"/>
                  </a:lnTo>
                  <a:lnTo>
                    <a:pt x="4047900" y="4903199"/>
                  </a:lnTo>
                  <a:lnTo>
                    <a:pt x="4006494" y="4899554"/>
                  </a:lnTo>
                  <a:lnTo>
                    <a:pt x="3917241" y="4867680"/>
                  </a:lnTo>
                  <a:lnTo>
                    <a:pt x="3832558" y="4860814"/>
                  </a:lnTo>
                  <a:lnTo>
                    <a:pt x="3787047" y="4845077"/>
                  </a:lnTo>
                  <a:lnTo>
                    <a:pt x="3614041" y="4832170"/>
                  </a:lnTo>
                  <a:lnTo>
                    <a:pt x="3567491" y="4816669"/>
                  </a:lnTo>
                  <a:lnTo>
                    <a:pt x="3523570" y="4813593"/>
                  </a:lnTo>
                  <a:lnTo>
                    <a:pt x="3482287" y="4822942"/>
                  </a:lnTo>
                  <a:lnTo>
                    <a:pt x="3214855" y="4805375"/>
                  </a:lnTo>
                  <a:lnTo>
                    <a:pt x="3172702" y="4814921"/>
                  </a:lnTo>
                  <a:lnTo>
                    <a:pt x="3082547" y="4809295"/>
                  </a:lnTo>
                  <a:lnTo>
                    <a:pt x="3040176" y="4818890"/>
                  </a:lnTo>
                  <a:lnTo>
                    <a:pt x="2949682" y="4813340"/>
                  </a:lnTo>
                  <a:lnTo>
                    <a:pt x="2907189" y="4822963"/>
                  </a:lnTo>
                  <a:lnTo>
                    <a:pt x="2861871" y="4820204"/>
                  </a:lnTo>
                  <a:lnTo>
                    <a:pt x="2728705" y="4824318"/>
                  </a:lnTo>
                  <a:lnTo>
                    <a:pt x="2683411" y="4821553"/>
                  </a:lnTo>
                  <a:lnTo>
                    <a:pt x="2640954" y="4831168"/>
                  </a:lnTo>
                  <a:lnTo>
                    <a:pt x="2550568" y="4825594"/>
                  </a:lnTo>
                  <a:lnTo>
                    <a:pt x="2508270" y="4835173"/>
                  </a:lnTo>
                  <a:lnTo>
                    <a:pt x="2418296" y="4829505"/>
                  </a:lnTo>
                  <a:lnTo>
                    <a:pt x="2376250" y="4839027"/>
                  </a:lnTo>
                  <a:lnTo>
                    <a:pt x="2198005" y="4827306"/>
                  </a:lnTo>
                  <a:lnTo>
                    <a:pt x="2156590" y="4836685"/>
                  </a:lnTo>
                  <a:lnTo>
                    <a:pt x="1938058" y="4821065"/>
                  </a:lnTo>
                  <a:lnTo>
                    <a:pt x="1892133" y="4805422"/>
                  </a:lnTo>
                  <a:lnTo>
                    <a:pt x="1764135" y="4795344"/>
                  </a:lnTo>
                  <a:lnTo>
                    <a:pt x="1719153" y="4779487"/>
                  </a:lnTo>
                  <a:lnTo>
                    <a:pt x="1677237" y="4775958"/>
                  </a:lnTo>
                  <a:lnTo>
                    <a:pt x="1632789" y="4759981"/>
                  </a:lnTo>
                  <a:lnTo>
                    <a:pt x="1591428" y="4756326"/>
                  </a:lnTo>
                  <a:lnTo>
                    <a:pt x="1547554" y="4740218"/>
                  </a:lnTo>
                  <a:lnTo>
                    <a:pt x="1506790" y="4736428"/>
                  </a:lnTo>
                  <a:lnTo>
                    <a:pt x="1463534" y="4720181"/>
                  </a:lnTo>
                  <a:lnTo>
                    <a:pt x="1335753" y="4670988"/>
                  </a:lnTo>
                  <a:lnTo>
                    <a:pt x="1252327" y="4637795"/>
                  </a:lnTo>
                  <a:lnTo>
                    <a:pt x="1208368" y="4608685"/>
                  </a:lnTo>
                  <a:lnTo>
                    <a:pt x="1165507" y="4592348"/>
                  </a:lnTo>
                  <a:lnTo>
                    <a:pt x="1120933" y="4563377"/>
                  </a:lnTo>
                  <a:lnTo>
                    <a:pt x="1080250" y="4546547"/>
                  </a:lnTo>
                  <a:lnTo>
                    <a:pt x="1037839" y="4517087"/>
                  </a:lnTo>
                  <a:lnTo>
                    <a:pt x="996497" y="4487385"/>
                  </a:lnTo>
                  <a:lnTo>
                    <a:pt x="956216" y="4457442"/>
                  </a:lnTo>
                  <a:lnTo>
                    <a:pt x="916988" y="4427261"/>
                  </a:lnTo>
                  <a:lnTo>
                    <a:pt x="878806" y="4396843"/>
                  </a:lnTo>
                  <a:lnTo>
                    <a:pt x="841660" y="4366190"/>
                  </a:lnTo>
                  <a:lnTo>
                    <a:pt x="805542" y="4335304"/>
                  </a:lnTo>
                  <a:lnTo>
                    <a:pt x="770446" y="4304188"/>
                  </a:lnTo>
                  <a:lnTo>
                    <a:pt x="736363" y="4272841"/>
                  </a:lnTo>
                  <a:lnTo>
                    <a:pt x="700479" y="4228881"/>
                  </a:lnTo>
                  <a:lnTo>
                    <a:pt x="668396" y="4197082"/>
                  </a:lnTo>
                  <a:lnTo>
                    <a:pt x="634498" y="4152672"/>
                  </a:lnTo>
                  <a:lnTo>
                    <a:pt x="604385" y="4120427"/>
                  </a:lnTo>
                  <a:lnTo>
                    <a:pt x="575244" y="4087961"/>
                  </a:lnTo>
                  <a:lnTo>
                    <a:pt x="544263" y="4042891"/>
                  </a:lnTo>
                  <a:lnTo>
                    <a:pt x="514238" y="3997604"/>
                  </a:lnTo>
                  <a:lnTo>
                    <a:pt x="487966" y="3964489"/>
                  </a:lnTo>
                  <a:lnTo>
                    <a:pt x="459830" y="3918774"/>
                  </a:lnTo>
                  <a:lnTo>
                    <a:pt x="435431" y="3885235"/>
                  </a:lnTo>
                  <a:lnTo>
                    <a:pt x="409151" y="3839100"/>
                  </a:lnTo>
                  <a:lnTo>
                    <a:pt x="383788" y="3792757"/>
                  </a:lnTo>
                  <a:lnTo>
                    <a:pt x="359332" y="3746209"/>
                  </a:lnTo>
                  <a:lnTo>
                    <a:pt x="338582" y="3711844"/>
                  </a:lnTo>
                  <a:lnTo>
                    <a:pt x="315918" y="3664890"/>
                  </a:lnTo>
                  <a:lnTo>
                    <a:pt x="294138" y="3617736"/>
                  </a:lnTo>
                  <a:lnTo>
                    <a:pt x="273234" y="3570383"/>
                  </a:lnTo>
                  <a:lnTo>
                    <a:pt x="256003" y="3535221"/>
                  </a:lnTo>
                  <a:lnTo>
                    <a:pt x="236827" y="3487477"/>
                  </a:lnTo>
                  <a:lnTo>
                    <a:pt x="218502" y="3439540"/>
                  </a:lnTo>
                  <a:lnTo>
                    <a:pt x="201021" y="3391413"/>
                  </a:lnTo>
                  <a:lnTo>
                    <a:pt x="184376" y="3343096"/>
                  </a:lnTo>
                  <a:lnTo>
                    <a:pt x="168558" y="3294592"/>
                  </a:lnTo>
                  <a:lnTo>
                    <a:pt x="153304" y="3245960"/>
                  </a:lnTo>
                  <a:lnTo>
                    <a:pt x="138777" y="3197163"/>
                  </a:lnTo>
                  <a:lnTo>
                    <a:pt x="124971" y="3148203"/>
                  </a:lnTo>
                  <a:lnTo>
                    <a:pt x="111883" y="3099081"/>
                  </a:lnTo>
                  <a:lnTo>
                    <a:pt x="99508" y="3049797"/>
                  </a:lnTo>
                  <a:lnTo>
                    <a:pt x="87840" y="3000353"/>
                  </a:lnTo>
                  <a:lnTo>
                    <a:pt x="76874" y="2950750"/>
                  </a:lnTo>
                  <a:lnTo>
                    <a:pt x="66606" y="2900989"/>
                  </a:lnTo>
                  <a:lnTo>
                    <a:pt x="59836" y="2863458"/>
                  </a:lnTo>
                  <a:lnTo>
                    <a:pt x="50948" y="2813384"/>
                  </a:lnTo>
                  <a:lnTo>
                    <a:pt x="42744" y="2763156"/>
                  </a:lnTo>
                  <a:lnTo>
                    <a:pt x="35218" y="2712774"/>
                  </a:lnTo>
                  <a:lnTo>
                    <a:pt x="28365" y="2662239"/>
                  </a:lnTo>
                  <a:lnTo>
                    <a:pt x="22181" y="2611553"/>
                  </a:lnTo>
                  <a:lnTo>
                    <a:pt x="16660" y="2560717"/>
                  </a:lnTo>
                  <a:lnTo>
                    <a:pt x="11798" y="2509732"/>
                  </a:lnTo>
                  <a:lnTo>
                    <a:pt x="7589" y="2458599"/>
                  </a:lnTo>
                  <a:lnTo>
                    <a:pt x="6834" y="2419705"/>
                  </a:lnTo>
                  <a:lnTo>
                    <a:pt x="3919" y="2368279"/>
                  </a:lnTo>
                  <a:lnTo>
                    <a:pt x="1642" y="2316708"/>
                  </a:lnTo>
                  <a:lnTo>
                    <a:pt x="0" y="2264994"/>
                  </a:lnTo>
                  <a:lnTo>
                    <a:pt x="1791" y="2225523"/>
                  </a:lnTo>
                  <a:lnTo>
                    <a:pt x="1403" y="2173525"/>
                  </a:lnTo>
                  <a:lnTo>
                    <a:pt x="1634" y="2121386"/>
                  </a:lnTo>
                  <a:lnTo>
                    <a:pt x="2479" y="2069109"/>
                  </a:lnTo>
                  <a:lnTo>
                    <a:pt x="6739" y="2029079"/>
                  </a:lnTo>
                  <a:lnTo>
                    <a:pt x="8800" y="1976526"/>
                  </a:lnTo>
                  <a:lnTo>
                    <a:pt x="11460" y="1923837"/>
                  </a:lnTo>
                  <a:lnTo>
                    <a:pt x="17520" y="1883400"/>
                  </a:lnTo>
                  <a:lnTo>
                    <a:pt x="21366" y="1830443"/>
                  </a:lnTo>
                  <a:lnTo>
                    <a:pt x="25797" y="1777353"/>
                  </a:lnTo>
                  <a:lnTo>
                    <a:pt x="33613" y="1736518"/>
                  </a:lnTo>
                  <a:lnTo>
                    <a:pt x="39200" y="1683167"/>
                  </a:lnTo>
                  <a:lnTo>
                    <a:pt x="48163" y="1642072"/>
                  </a:lnTo>
                  <a:lnTo>
                    <a:pt x="54887" y="1588463"/>
                  </a:lnTo>
                  <a:lnTo>
                    <a:pt x="62171" y="1534727"/>
                  </a:lnTo>
                  <a:lnTo>
                    <a:pt x="72817" y="1493252"/>
                  </a:lnTo>
                  <a:lnTo>
                    <a:pt x="81209" y="1439265"/>
                  </a:lnTo>
                  <a:lnTo>
                    <a:pt x="92952" y="1397541"/>
                  </a:lnTo>
                  <a:lnTo>
                    <a:pt x="102432" y="1343308"/>
                  </a:lnTo>
                  <a:lnTo>
                    <a:pt x="115253" y="1301340"/>
                  </a:lnTo>
                  <a:lnTo>
                    <a:pt x="128606" y="1259251"/>
                  </a:lnTo>
                  <a:lnTo>
                    <a:pt x="139680" y="1204657"/>
                  </a:lnTo>
                  <a:lnTo>
                    <a:pt x="154082" y="1162331"/>
                  </a:lnTo>
                  <a:lnTo>
                    <a:pt x="166195" y="1107501"/>
                  </a:lnTo>
                  <a:lnTo>
                    <a:pt x="181626" y="1064942"/>
                  </a:lnTo>
                  <a:lnTo>
                    <a:pt x="197563" y="1022268"/>
                  </a:lnTo>
                  <a:lnTo>
                    <a:pt x="211198" y="967094"/>
                  </a:lnTo>
                  <a:lnTo>
                    <a:pt x="228136" y="924193"/>
                  </a:lnTo>
                  <a:lnTo>
                    <a:pt x="245566" y="881181"/>
                  </a:lnTo>
                  <a:lnTo>
                    <a:pt x="260679" y="825673"/>
                  </a:lnTo>
                  <a:lnTo>
                    <a:pt x="279080" y="782441"/>
                  </a:lnTo>
                  <a:lnTo>
                    <a:pt x="297959" y="739101"/>
                  </a:lnTo>
                  <a:lnTo>
                    <a:pt x="317310" y="695654"/>
                  </a:lnTo>
                  <a:lnTo>
                    <a:pt x="334325" y="639714"/>
                  </a:lnTo>
                  <a:lnTo>
                    <a:pt x="354609" y="596056"/>
                  </a:lnTo>
                  <a:lnTo>
                    <a:pt x="375350" y="552294"/>
                  </a:lnTo>
                  <a:lnTo>
                    <a:pt x="396545" y="508430"/>
                  </a:lnTo>
                  <a:lnTo>
                    <a:pt x="418189" y="464463"/>
                  </a:lnTo>
                  <a:lnTo>
                    <a:pt x="440277" y="420397"/>
                  </a:lnTo>
                  <a:lnTo>
                    <a:pt x="462803" y="376231"/>
                  </a:lnTo>
                  <a:lnTo>
                    <a:pt x="485763" y="331966"/>
                  </a:lnTo>
                  <a:lnTo>
                    <a:pt x="506348" y="275218"/>
                  </a:lnTo>
                  <a:lnTo>
                    <a:pt x="530998" y="243593"/>
                  </a:lnTo>
                  <a:lnTo>
                    <a:pt x="553165" y="199508"/>
                  </a:lnTo>
                  <a:lnTo>
                    <a:pt x="575652" y="155351"/>
                  </a:lnTo>
                  <a:lnTo>
                    <a:pt x="598456" y="111122"/>
                  </a:lnTo>
                  <a:lnTo>
                    <a:pt x="621573" y="66823"/>
                  </a:lnTo>
                  <a:lnTo>
                    <a:pt x="647805" y="34839"/>
                  </a:lnTo>
                  <a:lnTo>
                    <a:pt x="667124" y="4421"/>
                  </a:lnTo>
                  <a:lnTo>
                    <a:pt x="8449233" y="0"/>
                  </a:lnTo>
                  <a:lnTo>
                    <a:pt x="8447867" y="8555488"/>
                  </a:lnTo>
                  <a:close/>
                </a:path>
              </a:pathLst>
            </a:custGeom>
            <a:solidFill>
              <a:srgbClr val="B0E7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950073" y="2810655"/>
              <a:ext cx="5305425" cy="6447790"/>
            </a:xfrm>
            <a:custGeom>
              <a:avLst/>
              <a:gdLst/>
              <a:ahLst/>
              <a:cxnLst/>
              <a:rect l="l" t="t" r="r" b="b"/>
              <a:pathLst>
                <a:path w="5305425" h="6447790">
                  <a:moveTo>
                    <a:pt x="5305423" y="6028212"/>
                  </a:moveTo>
                  <a:lnTo>
                    <a:pt x="5299464" y="6067268"/>
                  </a:lnTo>
                  <a:lnTo>
                    <a:pt x="5287728" y="6112909"/>
                  </a:lnTo>
                  <a:lnTo>
                    <a:pt x="5271714" y="6156664"/>
                  </a:lnTo>
                  <a:lnTo>
                    <a:pt x="5251659" y="6198294"/>
                  </a:lnTo>
                  <a:lnTo>
                    <a:pt x="5227804" y="6237560"/>
                  </a:lnTo>
                  <a:lnTo>
                    <a:pt x="5200388" y="6274223"/>
                  </a:lnTo>
                  <a:lnTo>
                    <a:pt x="5169651" y="6308043"/>
                  </a:lnTo>
                  <a:lnTo>
                    <a:pt x="5135831" y="6338781"/>
                  </a:lnTo>
                  <a:lnTo>
                    <a:pt x="5099168" y="6366197"/>
                  </a:lnTo>
                  <a:lnTo>
                    <a:pt x="5059902" y="6390051"/>
                  </a:lnTo>
                  <a:lnTo>
                    <a:pt x="5018272" y="6410106"/>
                  </a:lnTo>
                  <a:lnTo>
                    <a:pt x="4974516" y="6426120"/>
                  </a:lnTo>
                  <a:lnTo>
                    <a:pt x="4928876" y="6437855"/>
                  </a:lnTo>
                  <a:lnTo>
                    <a:pt x="4881590" y="6445072"/>
                  </a:lnTo>
                  <a:lnTo>
                    <a:pt x="4832897" y="6447531"/>
                  </a:lnTo>
                  <a:lnTo>
                    <a:pt x="476248" y="6447531"/>
                  </a:lnTo>
                  <a:lnTo>
                    <a:pt x="427555" y="6445072"/>
                  </a:lnTo>
                  <a:lnTo>
                    <a:pt x="380268" y="6437855"/>
                  </a:lnTo>
                  <a:lnTo>
                    <a:pt x="334628" y="6426120"/>
                  </a:lnTo>
                  <a:lnTo>
                    <a:pt x="290873" y="6410105"/>
                  </a:lnTo>
                  <a:lnTo>
                    <a:pt x="249243" y="6390051"/>
                  </a:lnTo>
                  <a:lnTo>
                    <a:pt x="209976" y="6366196"/>
                  </a:lnTo>
                  <a:lnTo>
                    <a:pt x="173314" y="6338780"/>
                  </a:lnTo>
                  <a:lnTo>
                    <a:pt x="139494" y="6308042"/>
                  </a:lnTo>
                  <a:lnTo>
                    <a:pt x="108757" y="6274223"/>
                  </a:lnTo>
                  <a:lnTo>
                    <a:pt x="81341" y="6237560"/>
                  </a:lnTo>
                  <a:lnTo>
                    <a:pt x="57486" y="6198294"/>
                  </a:lnTo>
                  <a:lnTo>
                    <a:pt x="37432" y="6156663"/>
                  </a:lnTo>
                  <a:lnTo>
                    <a:pt x="21417" y="6112908"/>
                  </a:lnTo>
                  <a:lnTo>
                    <a:pt x="9682" y="6067268"/>
                  </a:lnTo>
                  <a:lnTo>
                    <a:pt x="2465" y="6019982"/>
                  </a:lnTo>
                  <a:lnTo>
                    <a:pt x="0" y="5971289"/>
                  </a:lnTo>
                  <a:lnTo>
                    <a:pt x="0" y="476241"/>
                  </a:lnTo>
                  <a:lnTo>
                    <a:pt x="2465" y="427548"/>
                  </a:lnTo>
                  <a:lnTo>
                    <a:pt x="9682" y="380262"/>
                  </a:lnTo>
                  <a:lnTo>
                    <a:pt x="21417" y="334621"/>
                  </a:lnTo>
                  <a:lnTo>
                    <a:pt x="37432" y="290866"/>
                  </a:lnTo>
                  <a:lnTo>
                    <a:pt x="57486" y="249236"/>
                  </a:lnTo>
                  <a:lnTo>
                    <a:pt x="81341" y="209970"/>
                  </a:lnTo>
                  <a:lnTo>
                    <a:pt x="108757" y="173307"/>
                  </a:lnTo>
                  <a:lnTo>
                    <a:pt x="139494" y="139488"/>
                  </a:lnTo>
                  <a:lnTo>
                    <a:pt x="173314" y="108750"/>
                  </a:lnTo>
                  <a:lnTo>
                    <a:pt x="209977" y="81334"/>
                  </a:lnTo>
                  <a:lnTo>
                    <a:pt x="249243" y="57479"/>
                  </a:lnTo>
                  <a:lnTo>
                    <a:pt x="290873" y="37425"/>
                  </a:lnTo>
                  <a:lnTo>
                    <a:pt x="334628" y="21410"/>
                  </a:lnTo>
                  <a:lnTo>
                    <a:pt x="380268" y="9675"/>
                  </a:lnTo>
                  <a:lnTo>
                    <a:pt x="427555" y="2458"/>
                  </a:lnTo>
                  <a:lnTo>
                    <a:pt x="476248" y="0"/>
                  </a:lnTo>
                  <a:lnTo>
                    <a:pt x="4832897" y="0"/>
                  </a:lnTo>
                  <a:lnTo>
                    <a:pt x="4881590" y="2458"/>
                  </a:lnTo>
                  <a:lnTo>
                    <a:pt x="4928876" y="9675"/>
                  </a:lnTo>
                  <a:lnTo>
                    <a:pt x="4974516" y="21410"/>
                  </a:lnTo>
                  <a:lnTo>
                    <a:pt x="5018272" y="37424"/>
                  </a:lnTo>
                  <a:lnTo>
                    <a:pt x="5059902" y="57479"/>
                  </a:lnTo>
                  <a:lnTo>
                    <a:pt x="5099168" y="81334"/>
                  </a:lnTo>
                  <a:lnTo>
                    <a:pt x="5135831" y="108749"/>
                  </a:lnTo>
                  <a:lnTo>
                    <a:pt x="5169651" y="139487"/>
                  </a:lnTo>
                  <a:lnTo>
                    <a:pt x="5200388" y="173307"/>
                  </a:lnTo>
                  <a:lnTo>
                    <a:pt x="5227804" y="209969"/>
                  </a:lnTo>
                  <a:lnTo>
                    <a:pt x="5251659" y="249236"/>
                  </a:lnTo>
                  <a:lnTo>
                    <a:pt x="5271714" y="290866"/>
                  </a:lnTo>
                  <a:lnTo>
                    <a:pt x="5287728" y="334621"/>
                  </a:lnTo>
                  <a:lnTo>
                    <a:pt x="5299463" y="380262"/>
                  </a:lnTo>
                  <a:lnTo>
                    <a:pt x="5305423" y="41931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20" y="1846448"/>
              <a:ext cx="10196830" cy="8451850"/>
            </a:xfrm>
            <a:custGeom>
              <a:avLst/>
              <a:gdLst/>
              <a:ahLst/>
              <a:cxnLst/>
              <a:rect l="l" t="t" r="r" b="b"/>
              <a:pathLst>
                <a:path w="10196830" h="8451850">
                  <a:moveTo>
                    <a:pt x="871073" y="106853"/>
                  </a:moveTo>
                  <a:lnTo>
                    <a:pt x="1780103" y="2718"/>
                  </a:lnTo>
                  <a:lnTo>
                    <a:pt x="1831202" y="9648"/>
                  </a:lnTo>
                  <a:lnTo>
                    <a:pt x="1881071" y="3935"/>
                  </a:lnTo>
                  <a:lnTo>
                    <a:pt x="1984369" y="17667"/>
                  </a:lnTo>
                  <a:lnTo>
                    <a:pt x="2034917" y="11877"/>
                  </a:lnTo>
                  <a:lnTo>
                    <a:pt x="2245302" y="38908"/>
                  </a:lnTo>
                  <a:lnTo>
                    <a:pt x="2298620" y="58367"/>
                  </a:lnTo>
                  <a:lnTo>
                    <a:pt x="2350849" y="77950"/>
                  </a:lnTo>
                  <a:lnTo>
                    <a:pt x="2402004" y="97655"/>
                  </a:lnTo>
                  <a:lnTo>
                    <a:pt x="2450654" y="104865"/>
                  </a:lnTo>
                  <a:lnTo>
                    <a:pt x="2499703" y="124813"/>
                  </a:lnTo>
                  <a:lnTo>
                    <a:pt x="2547720" y="144878"/>
                  </a:lnTo>
                  <a:lnTo>
                    <a:pt x="2594719" y="165060"/>
                  </a:lnTo>
                  <a:lnTo>
                    <a:pt x="2640713" y="185358"/>
                  </a:lnTo>
                  <a:lnTo>
                    <a:pt x="2685716" y="205768"/>
                  </a:lnTo>
                  <a:lnTo>
                    <a:pt x="2729742" y="226291"/>
                  </a:lnTo>
                  <a:lnTo>
                    <a:pt x="2772806" y="246924"/>
                  </a:lnTo>
                  <a:lnTo>
                    <a:pt x="2814920" y="267665"/>
                  </a:lnTo>
                  <a:lnTo>
                    <a:pt x="2856100" y="288514"/>
                  </a:lnTo>
                  <a:lnTo>
                    <a:pt x="2896357" y="309469"/>
                  </a:lnTo>
                  <a:lnTo>
                    <a:pt x="2935708" y="330527"/>
                  </a:lnTo>
                  <a:lnTo>
                    <a:pt x="2974164" y="351688"/>
                  </a:lnTo>
                  <a:lnTo>
                    <a:pt x="3011742" y="372949"/>
                  </a:lnTo>
                  <a:lnTo>
                    <a:pt x="3048453" y="394310"/>
                  </a:lnTo>
                  <a:lnTo>
                    <a:pt x="3085757" y="428385"/>
                  </a:lnTo>
                  <a:lnTo>
                    <a:pt x="3120778" y="449940"/>
                  </a:lnTo>
                  <a:lnTo>
                    <a:pt x="3154975" y="471588"/>
                  </a:lnTo>
                  <a:lnTo>
                    <a:pt x="3188362" y="493330"/>
                  </a:lnTo>
                  <a:lnTo>
                    <a:pt x="3222397" y="527780"/>
                  </a:lnTo>
                  <a:lnTo>
                    <a:pt x="3254204" y="549702"/>
                  </a:lnTo>
                  <a:lnTo>
                    <a:pt x="3285243" y="571713"/>
                  </a:lnTo>
                  <a:lnTo>
                    <a:pt x="3316972" y="606427"/>
                  </a:lnTo>
                  <a:lnTo>
                    <a:pt x="3346514" y="628609"/>
                  </a:lnTo>
                  <a:lnTo>
                    <a:pt x="3375329" y="650874"/>
                  </a:lnTo>
                  <a:lnTo>
                    <a:pt x="3404877" y="685839"/>
                  </a:lnTo>
                  <a:lnTo>
                    <a:pt x="3432279" y="708266"/>
                  </a:lnTo>
                  <a:lnTo>
                    <a:pt x="3460442" y="743389"/>
                  </a:lnTo>
                  <a:lnTo>
                    <a:pt x="3486487" y="765971"/>
                  </a:lnTo>
                  <a:lnTo>
                    <a:pt x="3513320" y="801246"/>
                  </a:lnTo>
                  <a:lnTo>
                    <a:pt x="3538064" y="823978"/>
                  </a:lnTo>
                  <a:lnTo>
                    <a:pt x="3563623" y="859399"/>
                  </a:lnTo>
                  <a:lnTo>
                    <a:pt x="3587120" y="882274"/>
                  </a:lnTo>
                  <a:lnTo>
                    <a:pt x="3611461" y="917834"/>
                  </a:lnTo>
                  <a:lnTo>
                    <a:pt x="3635212" y="953463"/>
                  </a:lnTo>
                  <a:lnTo>
                    <a:pt x="3656944" y="976539"/>
                  </a:lnTo>
                  <a:lnTo>
                    <a:pt x="3679561" y="1012298"/>
                  </a:lnTo>
                  <a:lnTo>
                    <a:pt x="3701631" y="1048119"/>
                  </a:lnTo>
                  <a:lnTo>
                    <a:pt x="3721722" y="1071383"/>
                  </a:lnTo>
                  <a:lnTo>
                    <a:pt x="3742740" y="1107325"/>
                  </a:lnTo>
                  <a:lnTo>
                    <a:pt x="3763252" y="1143324"/>
                  </a:lnTo>
                  <a:lnTo>
                    <a:pt x="3781827" y="1166762"/>
                  </a:lnTo>
                  <a:lnTo>
                    <a:pt x="3801371" y="1202873"/>
                  </a:lnTo>
                  <a:lnTo>
                    <a:pt x="3820451" y="1239036"/>
                  </a:lnTo>
                  <a:lnTo>
                    <a:pt x="3839081" y="1275251"/>
                  </a:lnTo>
                  <a:lnTo>
                    <a:pt x="3855829" y="1298898"/>
                  </a:lnTo>
                  <a:lnTo>
                    <a:pt x="3873601" y="1335212"/>
                  </a:lnTo>
                  <a:lnTo>
                    <a:pt x="3890965" y="1371572"/>
                  </a:lnTo>
                  <a:lnTo>
                    <a:pt x="3907935" y="1407977"/>
                  </a:lnTo>
                  <a:lnTo>
                    <a:pt x="3924524" y="1444426"/>
                  </a:lnTo>
                  <a:lnTo>
                    <a:pt x="3939301" y="1468299"/>
                  </a:lnTo>
                  <a:lnTo>
                    <a:pt x="3955171" y="1504830"/>
                  </a:lnTo>
                  <a:lnTo>
                    <a:pt x="3970702" y="1541400"/>
                  </a:lnTo>
                  <a:lnTo>
                    <a:pt x="3985909" y="1578007"/>
                  </a:lnTo>
                  <a:lnTo>
                    <a:pt x="4000804" y="1614650"/>
                  </a:lnTo>
                  <a:lnTo>
                    <a:pt x="4015402" y="1651327"/>
                  </a:lnTo>
                  <a:lnTo>
                    <a:pt x="4029716" y="1688037"/>
                  </a:lnTo>
                  <a:lnTo>
                    <a:pt x="4042316" y="1712159"/>
                  </a:lnTo>
                  <a:lnTo>
                    <a:pt x="4056105" y="1748929"/>
                  </a:lnTo>
                  <a:lnTo>
                    <a:pt x="4069653" y="1785726"/>
                  </a:lnTo>
                  <a:lnTo>
                    <a:pt x="4082973" y="1822549"/>
                  </a:lnTo>
                  <a:lnTo>
                    <a:pt x="4096079" y="1859397"/>
                  </a:lnTo>
                  <a:lnTo>
                    <a:pt x="4108984" y="1896268"/>
                  </a:lnTo>
                  <a:lnTo>
                    <a:pt x="4121704" y="1933160"/>
                  </a:lnTo>
                  <a:lnTo>
                    <a:pt x="4134251" y="1970072"/>
                  </a:lnTo>
                  <a:lnTo>
                    <a:pt x="4146640" y="2007002"/>
                  </a:lnTo>
                  <a:lnTo>
                    <a:pt x="4158883" y="2043948"/>
                  </a:lnTo>
                  <a:lnTo>
                    <a:pt x="4170997" y="2080910"/>
                  </a:lnTo>
                  <a:lnTo>
                    <a:pt x="4182993" y="2117885"/>
                  </a:lnTo>
                  <a:lnTo>
                    <a:pt x="4194886" y="2154872"/>
                  </a:lnTo>
                  <a:lnTo>
                    <a:pt x="4206690" y="2191869"/>
                  </a:lnTo>
                  <a:lnTo>
                    <a:pt x="4218419" y="2228874"/>
                  </a:lnTo>
                  <a:lnTo>
                    <a:pt x="4230086" y="2265887"/>
                  </a:lnTo>
                  <a:lnTo>
                    <a:pt x="4241706" y="2302905"/>
                  </a:lnTo>
                  <a:lnTo>
                    <a:pt x="4287987" y="2451000"/>
                  </a:lnTo>
                  <a:lnTo>
                    <a:pt x="4299577" y="2488021"/>
                  </a:lnTo>
                  <a:lnTo>
                    <a:pt x="4311203" y="2525039"/>
                  </a:lnTo>
                  <a:lnTo>
                    <a:pt x="4322878" y="2562050"/>
                  </a:lnTo>
                  <a:lnTo>
                    <a:pt x="4334616" y="2599055"/>
                  </a:lnTo>
                  <a:lnTo>
                    <a:pt x="4346432" y="2636050"/>
                  </a:lnTo>
                  <a:lnTo>
                    <a:pt x="4358339" y="2673036"/>
                  </a:lnTo>
                  <a:lnTo>
                    <a:pt x="4370351" y="2710009"/>
                  </a:lnTo>
                  <a:lnTo>
                    <a:pt x="4382482" y="2746968"/>
                  </a:lnTo>
                  <a:lnTo>
                    <a:pt x="4394746" y="2783913"/>
                  </a:lnTo>
                  <a:lnTo>
                    <a:pt x="4407156" y="2820840"/>
                  </a:lnTo>
                  <a:lnTo>
                    <a:pt x="4419727" y="2857749"/>
                  </a:lnTo>
                  <a:lnTo>
                    <a:pt x="4432472" y="2894638"/>
                  </a:lnTo>
                  <a:lnTo>
                    <a:pt x="4445405" y="2931506"/>
                  </a:lnTo>
                  <a:lnTo>
                    <a:pt x="4458540" y="2968350"/>
                  </a:lnTo>
                  <a:lnTo>
                    <a:pt x="4471892" y="3005170"/>
                  </a:lnTo>
                  <a:lnTo>
                    <a:pt x="4485473" y="3041963"/>
                  </a:lnTo>
                  <a:lnTo>
                    <a:pt x="4499298" y="3078729"/>
                  </a:lnTo>
                  <a:lnTo>
                    <a:pt x="4511935" y="3102847"/>
                  </a:lnTo>
                  <a:lnTo>
                    <a:pt x="4526289" y="3139552"/>
                  </a:lnTo>
                  <a:lnTo>
                    <a:pt x="4540928" y="3176224"/>
                  </a:lnTo>
                  <a:lnTo>
                    <a:pt x="4555867" y="3212862"/>
                  </a:lnTo>
                  <a:lnTo>
                    <a:pt x="4571118" y="3249464"/>
                  </a:lnTo>
                  <a:lnTo>
                    <a:pt x="4586696" y="3286029"/>
                  </a:lnTo>
                  <a:lnTo>
                    <a:pt x="4602615" y="3322554"/>
                  </a:lnTo>
                  <a:lnTo>
                    <a:pt x="4618889" y="3359039"/>
                  </a:lnTo>
                  <a:lnTo>
                    <a:pt x="4635532" y="3395482"/>
                  </a:lnTo>
                  <a:lnTo>
                    <a:pt x="4652556" y="3431881"/>
                  </a:lnTo>
                  <a:lnTo>
                    <a:pt x="4669977" y="3468234"/>
                  </a:lnTo>
                  <a:lnTo>
                    <a:pt x="4687809" y="3504541"/>
                  </a:lnTo>
                  <a:lnTo>
                    <a:pt x="4704618" y="3528181"/>
                  </a:lnTo>
                  <a:lnTo>
                    <a:pt x="4723311" y="3564389"/>
                  </a:lnTo>
                  <a:lnTo>
                    <a:pt x="4742456" y="3600545"/>
                  </a:lnTo>
                  <a:lnTo>
                    <a:pt x="4762067" y="3636648"/>
                  </a:lnTo>
                  <a:lnTo>
                    <a:pt x="4782156" y="3672696"/>
                  </a:lnTo>
                  <a:lnTo>
                    <a:pt x="4802740" y="3708687"/>
                  </a:lnTo>
                  <a:lnTo>
                    <a:pt x="4822385" y="3732003"/>
                  </a:lnTo>
                  <a:lnTo>
                    <a:pt x="4843996" y="3767876"/>
                  </a:lnTo>
                  <a:lnTo>
                    <a:pt x="4866143" y="3803688"/>
                  </a:lnTo>
                  <a:lnTo>
                    <a:pt x="4888838" y="3839437"/>
                  </a:lnTo>
                  <a:lnTo>
                    <a:pt x="4910651" y="3862505"/>
                  </a:lnTo>
                  <a:lnTo>
                    <a:pt x="4934485" y="3898124"/>
                  </a:lnTo>
                  <a:lnTo>
                    <a:pt x="4958910" y="3933675"/>
                  </a:lnTo>
                  <a:lnTo>
                    <a:pt x="4983940" y="3969157"/>
                  </a:lnTo>
                  <a:lnTo>
                    <a:pt x="5008142" y="3991950"/>
                  </a:lnTo>
                  <a:lnTo>
                    <a:pt x="5034422" y="4027289"/>
                  </a:lnTo>
                  <a:lnTo>
                    <a:pt x="5061347" y="4062554"/>
                  </a:lnTo>
                  <a:lnTo>
                    <a:pt x="5087487" y="4085125"/>
                  </a:lnTo>
                  <a:lnTo>
                    <a:pt x="5115746" y="4120237"/>
                  </a:lnTo>
                  <a:lnTo>
                    <a:pt x="5143247" y="4142653"/>
                  </a:lnTo>
                  <a:lnTo>
                    <a:pt x="5172895" y="4177606"/>
                  </a:lnTo>
                  <a:lnTo>
                    <a:pt x="5203258" y="4212477"/>
                  </a:lnTo>
                  <a:lnTo>
                    <a:pt x="5232905" y="4234646"/>
                  </a:lnTo>
                  <a:lnTo>
                    <a:pt x="5264740" y="4269349"/>
                  </a:lnTo>
                  <a:lnTo>
                    <a:pt x="5295887" y="4291347"/>
                  </a:lnTo>
                  <a:lnTo>
                    <a:pt x="5334294" y="4325296"/>
                  </a:lnTo>
                  <a:lnTo>
                    <a:pt x="5373083" y="4359202"/>
                  </a:lnTo>
                  <a:lnTo>
                    <a:pt x="5412245" y="4393065"/>
                  </a:lnTo>
                  <a:lnTo>
                    <a:pt x="5450328" y="4414268"/>
                  </a:lnTo>
                  <a:lnTo>
                    <a:pt x="5490213" y="4448048"/>
                  </a:lnTo>
                  <a:lnTo>
                    <a:pt x="5529002" y="4469171"/>
                  </a:lnTo>
                  <a:lnTo>
                    <a:pt x="5569578" y="4502872"/>
                  </a:lnTo>
                  <a:lnTo>
                    <a:pt x="5648828" y="4544926"/>
                  </a:lnTo>
                  <a:lnTo>
                    <a:pt x="5770057" y="4607737"/>
                  </a:lnTo>
                  <a:lnTo>
                    <a:pt x="5935746" y="4691020"/>
                  </a:lnTo>
                  <a:lnTo>
                    <a:pt x="5976391" y="4699147"/>
                  </a:lnTo>
                  <a:lnTo>
                    <a:pt x="6018733" y="4719863"/>
                  </a:lnTo>
                  <a:lnTo>
                    <a:pt x="6059873" y="4727933"/>
                  </a:lnTo>
                  <a:lnTo>
                    <a:pt x="6102693" y="4748594"/>
                  </a:lnTo>
                  <a:lnTo>
                    <a:pt x="6144294" y="4756611"/>
                  </a:lnTo>
                  <a:lnTo>
                    <a:pt x="6187559" y="4777221"/>
                  </a:lnTo>
                  <a:lnTo>
                    <a:pt x="6356859" y="4808959"/>
                  </a:lnTo>
                  <a:lnTo>
                    <a:pt x="6401094" y="4829458"/>
                  </a:lnTo>
                  <a:lnTo>
                    <a:pt x="6617423" y="4868591"/>
                  </a:lnTo>
                  <a:lnTo>
                    <a:pt x="6659661" y="4863753"/>
                  </a:lnTo>
                  <a:lnTo>
                    <a:pt x="6835522" y="4894739"/>
                  </a:lnTo>
                  <a:lnTo>
                    <a:pt x="6878282" y="4889841"/>
                  </a:lnTo>
                  <a:lnTo>
                    <a:pt x="7011344" y="4912947"/>
                  </a:lnTo>
                  <a:lnTo>
                    <a:pt x="7054373" y="4908017"/>
                  </a:lnTo>
                  <a:lnTo>
                    <a:pt x="7143457" y="4923379"/>
                  </a:lnTo>
                  <a:lnTo>
                    <a:pt x="7186603" y="4918436"/>
                  </a:lnTo>
                  <a:lnTo>
                    <a:pt x="7275846" y="4933779"/>
                  </a:lnTo>
                  <a:lnTo>
                    <a:pt x="7406845" y="4931555"/>
                  </a:lnTo>
                  <a:lnTo>
                    <a:pt x="7496028" y="4946905"/>
                  </a:lnTo>
                  <a:lnTo>
                    <a:pt x="7539126" y="4941968"/>
                  </a:lnTo>
                  <a:lnTo>
                    <a:pt x="7628076" y="4957344"/>
                  </a:lnTo>
                  <a:lnTo>
                    <a:pt x="7671021" y="4952424"/>
                  </a:lnTo>
                  <a:lnTo>
                    <a:pt x="7803756" y="4975568"/>
                  </a:lnTo>
                  <a:lnTo>
                    <a:pt x="7846383" y="4970685"/>
                  </a:lnTo>
                  <a:lnTo>
                    <a:pt x="7977968" y="4993960"/>
                  </a:lnTo>
                  <a:lnTo>
                    <a:pt x="8020146" y="4989128"/>
                  </a:lnTo>
                  <a:lnTo>
                    <a:pt x="8321341" y="5044106"/>
                  </a:lnTo>
                  <a:lnTo>
                    <a:pt x="8365121" y="5064657"/>
                  </a:lnTo>
                  <a:lnTo>
                    <a:pt x="8490903" y="5088597"/>
                  </a:lnTo>
                  <a:lnTo>
                    <a:pt x="8533842" y="5109244"/>
                  </a:lnTo>
                  <a:lnTo>
                    <a:pt x="8616129" y="5125384"/>
                  </a:lnTo>
                  <a:lnTo>
                    <a:pt x="8700319" y="5166872"/>
                  </a:lnTo>
                  <a:lnTo>
                    <a:pt x="8740577" y="5175043"/>
                  </a:lnTo>
                  <a:lnTo>
                    <a:pt x="8823163" y="5216714"/>
                  </a:lnTo>
                  <a:lnTo>
                    <a:pt x="8862583" y="5224982"/>
                  </a:lnTo>
                  <a:lnTo>
                    <a:pt x="8983372" y="5287843"/>
                  </a:lnTo>
                  <a:lnTo>
                    <a:pt x="9024450" y="5321486"/>
                  </a:lnTo>
                  <a:lnTo>
                    <a:pt x="9102721" y="5363652"/>
                  </a:lnTo>
                  <a:lnTo>
                    <a:pt x="9143397" y="5384559"/>
                  </a:lnTo>
                  <a:lnTo>
                    <a:pt x="9184548" y="5418194"/>
                  </a:lnTo>
                  <a:lnTo>
                    <a:pt x="9224736" y="5451939"/>
                  </a:lnTo>
                  <a:lnTo>
                    <a:pt x="9262522" y="5473177"/>
                  </a:lnTo>
                  <a:lnTo>
                    <a:pt x="9300803" y="5507141"/>
                  </a:lnTo>
                  <a:lnTo>
                    <a:pt x="9338139" y="5541213"/>
                  </a:lnTo>
                  <a:lnTo>
                    <a:pt x="9374537" y="5575392"/>
                  </a:lnTo>
                  <a:lnTo>
                    <a:pt x="9410003" y="5609679"/>
                  </a:lnTo>
                  <a:lnTo>
                    <a:pt x="9444543" y="5644071"/>
                  </a:lnTo>
                  <a:lnTo>
                    <a:pt x="9478164" y="5678569"/>
                  </a:lnTo>
                  <a:lnTo>
                    <a:pt x="9510872" y="5713171"/>
                  </a:lnTo>
                  <a:lnTo>
                    <a:pt x="9542672" y="5747877"/>
                  </a:lnTo>
                  <a:lnTo>
                    <a:pt x="9573572" y="5782687"/>
                  </a:lnTo>
                  <a:lnTo>
                    <a:pt x="9605023" y="5830216"/>
                  </a:lnTo>
                  <a:lnTo>
                    <a:pt x="9634140" y="5865230"/>
                  </a:lnTo>
                  <a:lnTo>
                    <a:pt x="9662375" y="5900344"/>
                  </a:lnTo>
                  <a:lnTo>
                    <a:pt x="9691180" y="5948177"/>
                  </a:lnTo>
                  <a:lnTo>
                    <a:pt x="9717669" y="5983491"/>
                  </a:lnTo>
                  <a:lnTo>
                    <a:pt x="9743296" y="6018905"/>
                  </a:lnTo>
                  <a:lnTo>
                    <a:pt x="9769511" y="6067034"/>
                  </a:lnTo>
                  <a:lnTo>
                    <a:pt x="9793429" y="6102643"/>
                  </a:lnTo>
                  <a:lnTo>
                    <a:pt x="9817949" y="6150967"/>
                  </a:lnTo>
                  <a:lnTo>
                    <a:pt x="9841630" y="6199386"/>
                  </a:lnTo>
                  <a:lnTo>
                    <a:pt x="9863033" y="6235283"/>
                  </a:lnTo>
                  <a:lnTo>
                    <a:pt x="9885056" y="6283893"/>
                  </a:lnTo>
                  <a:lnTo>
                    <a:pt x="9904815" y="6319978"/>
                  </a:lnTo>
                  <a:lnTo>
                    <a:pt x="9925205" y="6368775"/>
                  </a:lnTo>
                  <a:lnTo>
                    <a:pt x="9944788" y="6417664"/>
                  </a:lnTo>
                  <a:lnTo>
                    <a:pt x="9963570" y="6466644"/>
                  </a:lnTo>
                  <a:lnTo>
                    <a:pt x="9980112" y="6503099"/>
                  </a:lnTo>
                  <a:lnTo>
                    <a:pt x="9997311" y="6552261"/>
                  </a:lnTo>
                  <a:lnTo>
                    <a:pt x="10013728" y="6601512"/>
                  </a:lnTo>
                  <a:lnTo>
                    <a:pt x="10029369" y="6650853"/>
                  </a:lnTo>
                  <a:lnTo>
                    <a:pt x="10042795" y="6687664"/>
                  </a:lnTo>
                  <a:lnTo>
                    <a:pt x="10056903" y="6737180"/>
                  </a:lnTo>
                  <a:lnTo>
                    <a:pt x="10070254" y="6786783"/>
                  </a:lnTo>
                  <a:lnTo>
                    <a:pt x="10082854" y="6836471"/>
                  </a:lnTo>
                  <a:lnTo>
                    <a:pt x="10094709" y="6886246"/>
                  </a:lnTo>
                  <a:lnTo>
                    <a:pt x="10104380" y="6923487"/>
                  </a:lnTo>
                  <a:lnTo>
                    <a:pt x="10114764" y="6973430"/>
                  </a:lnTo>
                  <a:lnTo>
                    <a:pt x="10124677" y="7023426"/>
                  </a:lnTo>
                  <a:lnTo>
                    <a:pt x="10133944" y="7073497"/>
                  </a:lnTo>
                  <a:lnTo>
                    <a:pt x="10142571" y="7123641"/>
                  </a:lnTo>
                  <a:lnTo>
                    <a:pt x="10150561" y="7173858"/>
                  </a:lnTo>
                  <a:lnTo>
                    <a:pt x="10157918" y="7224147"/>
                  </a:lnTo>
                  <a:lnTo>
                    <a:pt x="10164645" y="7274509"/>
                  </a:lnTo>
                  <a:lnTo>
                    <a:pt x="10170747" y="7324942"/>
                  </a:lnTo>
                  <a:lnTo>
                    <a:pt x="10176226" y="7375447"/>
                  </a:lnTo>
                  <a:lnTo>
                    <a:pt x="10181088" y="7426022"/>
                  </a:lnTo>
                  <a:lnTo>
                    <a:pt x="10185335" y="7476668"/>
                  </a:lnTo>
                  <a:lnTo>
                    <a:pt x="10188972" y="7527383"/>
                  </a:lnTo>
                  <a:lnTo>
                    <a:pt x="10192002" y="7578168"/>
                  </a:lnTo>
                  <a:lnTo>
                    <a:pt x="10192984" y="7616405"/>
                  </a:lnTo>
                  <a:lnTo>
                    <a:pt x="10194812" y="7667328"/>
                  </a:lnTo>
                  <a:lnTo>
                    <a:pt x="10196045" y="7718319"/>
                  </a:lnTo>
                  <a:lnTo>
                    <a:pt x="10196686" y="7769378"/>
                  </a:lnTo>
                  <a:lnTo>
                    <a:pt x="10196740" y="7820504"/>
                  </a:lnTo>
                  <a:lnTo>
                    <a:pt x="10196209" y="7871697"/>
                  </a:lnTo>
                  <a:lnTo>
                    <a:pt x="10195098" y="7922956"/>
                  </a:lnTo>
                  <a:lnTo>
                    <a:pt x="10191965" y="7961664"/>
                  </a:lnTo>
                  <a:lnTo>
                    <a:pt x="10189706" y="8013055"/>
                  </a:lnTo>
                  <a:lnTo>
                    <a:pt x="10186877" y="8064512"/>
                  </a:lnTo>
                  <a:lnTo>
                    <a:pt x="10183483" y="8116033"/>
                  </a:lnTo>
                  <a:lnTo>
                    <a:pt x="10178082" y="8155001"/>
                  </a:lnTo>
                  <a:lnTo>
                    <a:pt x="10173570" y="8206650"/>
                  </a:lnTo>
                  <a:lnTo>
                    <a:pt x="10168503" y="8258362"/>
                  </a:lnTo>
                  <a:lnTo>
                    <a:pt x="10162887" y="8310138"/>
                  </a:lnTo>
                  <a:lnTo>
                    <a:pt x="10155279" y="8349359"/>
                  </a:lnTo>
                  <a:lnTo>
                    <a:pt x="10148574" y="8401259"/>
                  </a:lnTo>
                  <a:lnTo>
                    <a:pt x="10140350" y="8440550"/>
                  </a:lnTo>
                  <a:lnTo>
                    <a:pt x="57" y="8451706"/>
                  </a:lnTo>
                  <a:lnTo>
                    <a:pt x="0" y="475084"/>
                  </a:lnTo>
                  <a:lnTo>
                    <a:pt x="32715" y="458553"/>
                  </a:lnTo>
                  <a:lnTo>
                    <a:pt x="74986" y="428145"/>
                  </a:lnTo>
                  <a:lnTo>
                    <a:pt x="118727" y="410351"/>
                  </a:lnTo>
                  <a:lnTo>
                    <a:pt x="161054" y="379936"/>
                  </a:lnTo>
                  <a:lnTo>
                    <a:pt x="336545" y="308700"/>
                  </a:lnTo>
                  <a:lnTo>
                    <a:pt x="379099" y="278259"/>
                  </a:lnTo>
                  <a:lnTo>
                    <a:pt x="511478" y="224745"/>
                  </a:lnTo>
                  <a:lnTo>
                    <a:pt x="557195" y="219508"/>
                  </a:lnTo>
                  <a:lnTo>
                    <a:pt x="735134" y="147992"/>
                  </a:lnTo>
                  <a:lnTo>
                    <a:pt x="781303" y="142703"/>
                  </a:lnTo>
                  <a:lnTo>
                    <a:pt x="871073" y="106853"/>
                  </a:lnTo>
                  <a:close/>
                </a:path>
                <a:path w="10196830" h="8451850">
                  <a:moveTo>
                    <a:pt x="962751" y="83568"/>
                  </a:moveTo>
                  <a:lnTo>
                    <a:pt x="1679979" y="1405"/>
                  </a:lnTo>
                  <a:lnTo>
                    <a:pt x="1730661" y="8382"/>
                  </a:lnTo>
                  <a:lnTo>
                    <a:pt x="917574" y="101526"/>
                  </a:lnTo>
                  <a:lnTo>
                    <a:pt x="962751" y="83568"/>
                  </a:lnTo>
                  <a:close/>
                </a:path>
                <a:path w="10196830" h="8451850">
                  <a:moveTo>
                    <a:pt x="1101946" y="54839"/>
                  </a:moveTo>
                  <a:lnTo>
                    <a:pt x="1580660" y="0"/>
                  </a:lnTo>
                  <a:lnTo>
                    <a:pt x="1630944" y="7022"/>
                  </a:lnTo>
                  <a:lnTo>
                    <a:pt x="1056377" y="72842"/>
                  </a:lnTo>
                  <a:lnTo>
                    <a:pt x="1101946" y="54839"/>
                  </a:lnTo>
                  <a:close/>
                </a:path>
              </a:pathLst>
            </a:custGeom>
            <a:solidFill>
              <a:srgbClr val="B0E7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28700" y="2810655"/>
              <a:ext cx="5305425" cy="6447790"/>
            </a:xfrm>
            <a:custGeom>
              <a:avLst/>
              <a:gdLst/>
              <a:ahLst/>
              <a:cxnLst/>
              <a:rect l="l" t="t" r="r" b="b"/>
              <a:pathLst>
                <a:path w="5305425" h="6447790">
                  <a:moveTo>
                    <a:pt x="5305424" y="6028206"/>
                  </a:moveTo>
                  <a:lnTo>
                    <a:pt x="5299463" y="6067268"/>
                  </a:lnTo>
                  <a:lnTo>
                    <a:pt x="5287727" y="6112908"/>
                  </a:lnTo>
                  <a:lnTo>
                    <a:pt x="5271713" y="6156663"/>
                  </a:lnTo>
                  <a:lnTo>
                    <a:pt x="5251658" y="6198294"/>
                  </a:lnTo>
                  <a:lnTo>
                    <a:pt x="5227804" y="6237560"/>
                  </a:lnTo>
                  <a:lnTo>
                    <a:pt x="5200388" y="6274223"/>
                  </a:lnTo>
                  <a:lnTo>
                    <a:pt x="5169650" y="6308043"/>
                  </a:lnTo>
                  <a:lnTo>
                    <a:pt x="5135831" y="6338780"/>
                  </a:lnTo>
                  <a:lnTo>
                    <a:pt x="5099168" y="6366196"/>
                  </a:lnTo>
                  <a:lnTo>
                    <a:pt x="5059902" y="6390051"/>
                  </a:lnTo>
                  <a:lnTo>
                    <a:pt x="5018271" y="6410105"/>
                  </a:lnTo>
                  <a:lnTo>
                    <a:pt x="4974516" y="6426120"/>
                  </a:lnTo>
                  <a:lnTo>
                    <a:pt x="4928876" y="6437855"/>
                  </a:lnTo>
                  <a:lnTo>
                    <a:pt x="4881590" y="6445072"/>
                  </a:lnTo>
                  <a:lnTo>
                    <a:pt x="4832897" y="6447531"/>
                  </a:lnTo>
                  <a:lnTo>
                    <a:pt x="476247" y="6447531"/>
                  </a:lnTo>
                  <a:lnTo>
                    <a:pt x="427555" y="6445072"/>
                  </a:lnTo>
                  <a:lnTo>
                    <a:pt x="380268" y="6437855"/>
                  </a:lnTo>
                  <a:lnTo>
                    <a:pt x="334628" y="6426120"/>
                  </a:lnTo>
                  <a:lnTo>
                    <a:pt x="290873" y="6410105"/>
                  </a:lnTo>
                  <a:lnTo>
                    <a:pt x="249242" y="6390051"/>
                  </a:lnTo>
                  <a:lnTo>
                    <a:pt x="209976" y="6366196"/>
                  </a:lnTo>
                  <a:lnTo>
                    <a:pt x="173314" y="6338780"/>
                  </a:lnTo>
                  <a:lnTo>
                    <a:pt x="139494" y="6308043"/>
                  </a:lnTo>
                  <a:lnTo>
                    <a:pt x="108756" y="6274223"/>
                  </a:lnTo>
                  <a:lnTo>
                    <a:pt x="81340" y="6237560"/>
                  </a:lnTo>
                  <a:lnTo>
                    <a:pt x="57486" y="6198294"/>
                  </a:lnTo>
                  <a:lnTo>
                    <a:pt x="37431" y="6156663"/>
                  </a:lnTo>
                  <a:lnTo>
                    <a:pt x="21417" y="6112908"/>
                  </a:lnTo>
                  <a:lnTo>
                    <a:pt x="9681" y="6067268"/>
                  </a:lnTo>
                  <a:lnTo>
                    <a:pt x="2465" y="6019982"/>
                  </a:lnTo>
                  <a:lnTo>
                    <a:pt x="0" y="5971289"/>
                  </a:lnTo>
                  <a:lnTo>
                    <a:pt x="0" y="476241"/>
                  </a:lnTo>
                  <a:lnTo>
                    <a:pt x="2465" y="427548"/>
                  </a:lnTo>
                  <a:lnTo>
                    <a:pt x="9681" y="380262"/>
                  </a:lnTo>
                  <a:lnTo>
                    <a:pt x="21417" y="334621"/>
                  </a:lnTo>
                  <a:lnTo>
                    <a:pt x="37431" y="290866"/>
                  </a:lnTo>
                  <a:lnTo>
                    <a:pt x="57486" y="249236"/>
                  </a:lnTo>
                  <a:lnTo>
                    <a:pt x="81341" y="209970"/>
                  </a:lnTo>
                  <a:lnTo>
                    <a:pt x="108756" y="173307"/>
                  </a:lnTo>
                  <a:lnTo>
                    <a:pt x="139494" y="139487"/>
                  </a:lnTo>
                  <a:lnTo>
                    <a:pt x="173314" y="108750"/>
                  </a:lnTo>
                  <a:lnTo>
                    <a:pt x="209976" y="81334"/>
                  </a:lnTo>
                  <a:lnTo>
                    <a:pt x="249243" y="57479"/>
                  </a:lnTo>
                  <a:lnTo>
                    <a:pt x="290873" y="37425"/>
                  </a:lnTo>
                  <a:lnTo>
                    <a:pt x="334628" y="21410"/>
                  </a:lnTo>
                  <a:lnTo>
                    <a:pt x="380268" y="9675"/>
                  </a:lnTo>
                  <a:lnTo>
                    <a:pt x="427555" y="2458"/>
                  </a:lnTo>
                  <a:lnTo>
                    <a:pt x="476247" y="0"/>
                  </a:lnTo>
                  <a:lnTo>
                    <a:pt x="4832897" y="0"/>
                  </a:lnTo>
                  <a:lnTo>
                    <a:pt x="4881590" y="2458"/>
                  </a:lnTo>
                  <a:lnTo>
                    <a:pt x="4928876" y="9675"/>
                  </a:lnTo>
                  <a:lnTo>
                    <a:pt x="4974516" y="21410"/>
                  </a:lnTo>
                  <a:lnTo>
                    <a:pt x="5018271" y="37425"/>
                  </a:lnTo>
                  <a:lnTo>
                    <a:pt x="5059902" y="57479"/>
                  </a:lnTo>
                  <a:lnTo>
                    <a:pt x="5099168" y="81334"/>
                  </a:lnTo>
                  <a:lnTo>
                    <a:pt x="5135830" y="108750"/>
                  </a:lnTo>
                  <a:lnTo>
                    <a:pt x="5169650" y="139487"/>
                  </a:lnTo>
                  <a:lnTo>
                    <a:pt x="5200388" y="173307"/>
                  </a:lnTo>
                  <a:lnTo>
                    <a:pt x="5227804" y="209970"/>
                  </a:lnTo>
                  <a:lnTo>
                    <a:pt x="5251658" y="249236"/>
                  </a:lnTo>
                  <a:lnTo>
                    <a:pt x="5271713" y="290866"/>
                  </a:lnTo>
                  <a:lnTo>
                    <a:pt x="5287727" y="334621"/>
                  </a:lnTo>
                  <a:lnTo>
                    <a:pt x="5299463" y="380262"/>
                  </a:lnTo>
                  <a:lnTo>
                    <a:pt x="5305424" y="4193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489386" y="2810655"/>
              <a:ext cx="5305425" cy="6447790"/>
            </a:xfrm>
            <a:custGeom>
              <a:avLst/>
              <a:gdLst/>
              <a:ahLst/>
              <a:cxnLst/>
              <a:rect l="l" t="t" r="r" b="b"/>
              <a:pathLst>
                <a:path w="5305425" h="6447790">
                  <a:moveTo>
                    <a:pt x="5305424" y="6028209"/>
                  </a:moveTo>
                  <a:lnTo>
                    <a:pt x="5299463" y="6067268"/>
                  </a:lnTo>
                  <a:lnTo>
                    <a:pt x="5287728" y="6112908"/>
                  </a:lnTo>
                  <a:lnTo>
                    <a:pt x="5271713" y="6156664"/>
                  </a:lnTo>
                  <a:lnTo>
                    <a:pt x="5251659" y="6198294"/>
                  </a:lnTo>
                  <a:lnTo>
                    <a:pt x="5227804" y="6237560"/>
                  </a:lnTo>
                  <a:lnTo>
                    <a:pt x="5200388" y="6274223"/>
                  </a:lnTo>
                  <a:lnTo>
                    <a:pt x="5169651" y="6308043"/>
                  </a:lnTo>
                  <a:lnTo>
                    <a:pt x="5135831" y="6338780"/>
                  </a:lnTo>
                  <a:lnTo>
                    <a:pt x="5099168" y="6366196"/>
                  </a:lnTo>
                  <a:lnTo>
                    <a:pt x="5059902" y="6390051"/>
                  </a:lnTo>
                  <a:lnTo>
                    <a:pt x="5018272" y="6410105"/>
                  </a:lnTo>
                  <a:lnTo>
                    <a:pt x="4974517" y="6426120"/>
                  </a:lnTo>
                  <a:lnTo>
                    <a:pt x="4928876" y="6437855"/>
                  </a:lnTo>
                  <a:lnTo>
                    <a:pt x="4881590" y="6445072"/>
                  </a:lnTo>
                  <a:lnTo>
                    <a:pt x="4832897" y="6447531"/>
                  </a:lnTo>
                  <a:lnTo>
                    <a:pt x="476248" y="6447531"/>
                  </a:lnTo>
                  <a:lnTo>
                    <a:pt x="427555" y="6445072"/>
                  </a:lnTo>
                  <a:lnTo>
                    <a:pt x="380268" y="6437855"/>
                  </a:lnTo>
                  <a:lnTo>
                    <a:pt x="334628" y="6426120"/>
                  </a:lnTo>
                  <a:lnTo>
                    <a:pt x="290873" y="6410105"/>
                  </a:lnTo>
                  <a:lnTo>
                    <a:pt x="249243" y="6390051"/>
                  </a:lnTo>
                  <a:lnTo>
                    <a:pt x="209977" y="6366196"/>
                  </a:lnTo>
                  <a:lnTo>
                    <a:pt x="173314" y="6338780"/>
                  </a:lnTo>
                  <a:lnTo>
                    <a:pt x="139494" y="6308043"/>
                  </a:lnTo>
                  <a:lnTo>
                    <a:pt x="108757" y="6274223"/>
                  </a:lnTo>
                  <a:lnTo>
                    <a:pt x="81341" y="6237560"/>
                  </a:lnTo>
                  <a:lnTo>
                    <a:pt x="57486" y="6198294"/>
                  </a:lnTo>
                  <a:lnTo>
                    <a:pt x="37432" y="6156663"/>
                  </a:lnTo>
                  <a:lnTo>
                    <a:pt x="21417" y="6112908"/>
                  </a:lnTo>
                  <a:lnTo>
                    <a:pt x="9682" y="6067268"/>
                  </a:lnTo>
                  <a:lnTo>
                    <a:pt x="2465" y="6019982"/>
                  </a:lnTo>
                  <a:lnTo>
                    <a:pt x="0" y="5971289"/>
                  </a:lnTo>
                  <a:lnTo>
                    <a:pt x="0" y="476241"/>
                  </a:lnTo>
                  <a:lnTo>
                    <a:pt x="2465" y="427548"/>
                  </a:lnTo>
                  <a:lnTo>
                    <a:pt x="9682" y="380262"/>
                  </a:lnTo>
                  <a:lnTo>
                    <a:pt x="21417" y="334621"/>
                  </a:lnTo>
                  <a:lnTo>
                    <a:pt x="37432" y="290866"/>
                  </a:lnTo>
                  <a:lnTo>
                    <a:pt x="57486" y="249236"/>
                  </a:lnTo>
                  <a:lnTo>
                    <a:pt x="81341" y="209970"/>
                  </a:lnTo>
                  <a:lnTo>
                    <a:pt x="108757" y="173307"/>
                  </a:lnTo>
                  <a:lnTo>
                    <a:pt x="139494" y="139487"/>
                  </a:lnTo>
                  <a:lnTo>
                    <a:pt x="173314" y="108750"/>
                  </a:lnTo>
                  <a:lnTo>
                    <a:pt x="209977" y="81334"/>
                  </a:lnTo>
                  <a:lnTo>
                    <a:pt x="249243" y="57479"/>
                  </a:lnTo>
                  <a:lnTo>
                    <a:pt x="290873" y="37425"/>
                  </a:lnTo>
                  <a:lnTo>
                    <a:pt x="334628" y="21410"/>
                  </a:lnTo>
                  <a:lnTo>
                    <a:pt x="380268" y="9675"/>
                  </a:lnTo>
                  <a:lnTo>
                    <a:pt x="427555" y="2458"/>
                  </a:lnTo>
                  <a:lnTo>
                    <a:pt x="476248" y="0"/>
                  </a:lnTo>
                  <a:lnTo>
                    <a:pt x="4832897" y="0"/>
                  </a:lnTo>
                  <a:lnTo>
                    <a:pt x="4881590" y="2458"/>
                  </a:lnTo>
                  <a:lnTo>
                    <a:pt x="4928876" y="9675"/>
                  </a:lnTo>
                  <a:lnTo>
                    <a:pt x="4974517" y="21410"/>
                  </a:lnTo>
                  <a:lnTo>
                    <a:pt x="5018272" y="37425"/>
                  </a:lnTo>
                  <a:lnTo>
                    <a:pt x="5059902" y="57479"/>
                  </a:lnTo>
                  <a:lnTo>
                    <a:pt x="5099168" y="81334"/>
                  </a:lnTo>
                  <a:lnTo>
                    <a:pt x="5135831" y="108750"/>
                  </a:lnTo>
                  <a:lnTo>
                    <a:pt x="5169651" y="139487"/>
                  </a:lnTo>
                  <a:lnTo>
                    <a:pt x="5200388" y="173307"/>
                  </a:lnTo>
                  <a:lnTo>
                    <a:pt x="5227804" y="209970"/>
                  </a:lnTo>
                  <a:lnTo>
                    <a:pt x="5251659" y="249236"/>
                  </a:lnTo>
                  <a:lnTo>
                    <a:pt x="5271713" y="290866"/>
                  </a:lnTo>
                  <a:lnTo>
                    <a:pt x="5287728" y="334621"/>
                  </a:lnTo>
                  <a:lnTo>
                    <a:pt x="5299463" y="380262"/>
                  </a:lnTo>
                  <a:lnTo>
                    <a:pt x="5305424" y="41932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638897" y="11"/>
              <a:ext cx="4381500" cy="1029335"/>
            </a:xfrm>
            <a:custGeom>
              <a:avLst/>
              <a:gdLst/>
              <a:ahLst/>
              <a:cxnLst/>
              <a:rect l="l" t="t" r="r" b="b"/>
              <a:pathLst>
                <a:path w="4381500" h="1029335">
                  <a:moveTo>
                    <a:pt x="4381500" y="0"/>
                  </a:moveTo>
                  <a:lnTo>
                    <a:pt x="4356100" y="0"/>
                  </a:lnTo>
                  <a:lnTo>
                    <a:pt x="4356100" y="52781"/>
                  </a:lnTo>
                  <a:lnTo>
                    <a:pt x="4356100" y="81330"/>
                  </a:lnTo>
                  <a:lnTo>
                    <a:pt x="4356100" y="986066"/>
                  </a:lnTo>
                  <a:lnTo>
                    <a:pt x="4076700" y="986066"/>
                  </a:lnTo>
                  <a:lnTo>
                    <a:pt x="4076700" y="703529"/>
                  </a:lnTo>
                  <a:lnTo>
                    <a:pt x="4356100" y="703529"/>
                  </a:lnTo>
                  <a:lnTo>
                    <a:pt x="4356100" y="674966"/>
                  </a:lnTo>
                  <a:lnTo>
                    <a:pt x="4076700" y="674966"/>
                  </a:lnTo>
                  <a:lnTo>
                    <a:pt x="4076700" y="392430"/>
                  </a:lnTo>
                  <a:lnTo>
                    <a:pt x="4356100" y="392430"/>
                  </a:lnTo>
                  <a:lnTo>
                    <a:pt x="4356100" y="363880"/>
                  </a:lnTo>
                  <a:lnTo>
                    <a:pt x="4076700" y="363880"/>
                  </a:lnTo>
                  <a:lnTo>
                    <a:pt x="4076700" y="81330"/>
                  </a:lnTo>
                  <a:lnTo>
                    <a:pt x="4356100" y="81330"/>
                  </a:lnTo>
                  <a:lnTo>
                    <a:pt x="4356100" y="52781"/>
                  </a:lnTo>
                  <a:lnTo>
                    <a:pt x="4076700" y="52781"/>
                  </a:lnTo>
                  <a:lnTo>
                    <a:pt x="4076700" y="0"/>
                  </a:lnTo>
                  <a:lnTo>
                    <a:pt x="4051300" y="0"/>
                  </a:lnTo>
                  <a:lnTo>
                    <a:pt x="4051300" y="986066"/>
                  </a:lnTo>
                  <a:lnTo>
                    <a:pt x="3771900" y="986066"/>
                  </a:lnTo>
                  <a:lnTo>
                    <a:pt x="3771900" y="703529"/>
                  </a:lnTo>
                  <a:lnTo>
                    <a:pt x="4051300" y="703529"/>
                  </a:lnTo>
                  <a:lnTo>
                    <a:pt x="4051300" y="674966"/>
                  </a:lnTo>
                  <a:lnTo>
                    <a:pt x="3771900" y="674966"/>
                  </a:lnTo>
                  <a:lnTo>
                    <a:pt x="3771900" y="392430"/>
                  </a:lnTo>
                  <a:lnTo>
                    <a:pt x="4051300" y="392430"/>
                  </a:lnTo>
                  <a:lnTo>
                    <a:pt x="4051300" y="363880"/>
                  </a:lnTo>
                  <a:lnTo>
                    <a:pt x="3771900" y="363880"/>
                  </a:lnTo>
                  <a:lnTo>
                    <a:pt x="3771900" y="81330"/>
                  </a:lnTo>
                  <a:lnTo>
                    <a:pt x="4051300" y="81330"/>
                  </a:lnTo>
                  <a:lnTo>
                    <a:pt x="4051300" y="52781"/>
                  </a:lnTo>
                  <a:lnTo>
                    <a:pt x="3771900" y="52781"/>
                  </a:lnTo>
                  <a:lnTo>
                    <a:pt x="3771900" y="0"/>
                  </a:lnTo>
                  <a:lnTo>
                    <a:pt x="3733800" y="0"/>
                  </a:lnTo>
                  <a:lnTo>
                    <a:pt x="3733800" y="986066"/>
                  </a:lnTo>
                  <a:lnTo>
                    <a:pt x="3454400" y="986066"/>
                  </a:lnTo>
                  <a:lnTo>
                    <a:pt x="3454400" y="703529"/>
                  </a:lnTo>
                  <a:lnTo>
                    <a:pt x="3733800" y="703529"/>
                  </a:lnTo>
                  <a:lnTo>
                    <a:pt x="3733800" y="674966"/>
                  </a:lnTo>
                  <a:lnTo>
                    <a:pt x="3454400" y="674966"/>
                  </a:lnTo>
                  <a:lnTo>
                    <a:pt x="3454400" y="392430"/>
                  </a:lnTo>
                  <a:lnTo>
                    <a:pt x="3733800" y="392430"/>
                  </a:lnTo>
                  <a:lnTo>
                    <a:pt x="3733800" y="363880"/>
                  </a:lnTo>
                  <a:lnTo>
                    <a:pt x="3454400" y="363880"/>
                  </a:lnTo>
                  <a:lnTo>
                    <a:pt x="3454400" y="81330"/>
                  </a:lnTo>
                  <a:lnTo>
                    <a:pt x="3733800" y="81330"/>
                  </a:lnTo>
                  <a:lnTo>
                    <a:pt x="3733800" y="52781"/>
                  </a:lnTo>
                  <a:lnTo>
                    <a:pt x="3454400" y="52781"/>
                  </a:lnTo>
                  <a:lnTo>
                    <a:pt x="3454400" y="0"/>
                  </a:lnTo>
                  <a:lnTo>
                    <a:pt x="3429000" y="0"/>
                  </a:lnTo>
                  <a:lnTo>
                    <a:pt x="3429000" y="986066"/>
                  </a:lnTo>
                  <a:lnTo>
                    <a:pt x="3149600" y="986066"/>
                  </a:lnTo>
                  <a:lnTo>
                    <a:pt x="3149600" y="703529"/>
                  </a:lnTo>
                  <a:lnTo>
                    <a:pt x="3429000" y="703529"/>
                  </a:lnTo>
                  <a:lnTo>
                    <a:pt x="3429000" y="674966"/>
                  </a:lnTo>
                  <a:lnTo>
                    <a:pt x="3149600" y="674966"/>
                  </a:lnTo>
                  <a:lnTo>
                    <a:pt x="3149600" y="392430"/>
                  </a:lnTo>
                  <a:lnTo>
                    <a:pt x="3429000" y="392430"/>
                  </a:lnTo>
                  <a:lnTo>
                    <a:pt x="3429000" y="363880"/>
                  </a:lnTo>
                  <a:lnTo>
                    <a:pt x="3149600" y="363880"/>
                  </a:lnTo>
                  <a:lnTo>
                    <a:pt x="3149600" y="81330"/>
                  </a:lnTo>
                  <a:lnTo>
                    <a:pt x="3429000" y="81330"/>
                  </a:lnTo>
                  <a:lnTo>
                    <a:pt x="3429000" y="52781"/>
                  </a:lnTo>
                  <a:lnTo>
                    <a:pt x="3149600" y="52781"/>
                  </a:lnTo>
                  <a:lnTo>
                    <a:pt x="3149600" y="0"/>
                  </a:lnTo>
                  <a:lnTo>
                    <a:pt x="3111500" y="0"/>
                  </a:lnTo>
                  <a:lnTo>
                    <a:pt x="3111500" y="986066"/>
                  </a:lnTo>
                  <a:lnTo>
                    <a:pt x="2832100" y="986066"/>
                  </a:lnTo>
                  <a:lnTo>
                    <a:pt x="2832100" y="703529"/>
                  </a:lnTo>
                  <a:lnTo>
                    <a:pt x="3111500" y="703529"/>
                  </a:lnTo>
                  <a:lnTo>
                    <a:pt x="3111500" y="674966"/>
                  </a:lnTo>
                  <a:lnTo>
                    <a:pt x="2832100" y="674966"/>
                  </a:lnTo>
                  <a:lnTo>
                    <a:pt x="2832100" y="392430"/>
                  </a:lnTo>
                  <a:lnTo>
                    <a:pt x="3111500" y="392430"/>
                  </a:lnTo>
                  <a:lnTo>
                    <a:pt x="3111500" y="363880"/>
                  </a:lnTo>
                  <a:lnTo>
                    <a:pt x="2832100" y="363880"/>
                  </a:lnTo>
                  <a:lnTo>
                    <a:pt x="2832100" y="81330"/>
                  </a:lnTo>
                  <a:lnTo>
                    <a:pt x="3111500" y="81330"/>
                  </a:lnTo>
                  <a:lnTo>
                    <a:pt x="3111500" y="52781"/>
                  </a:lnTo>
                  <a:lnTo>
                    <a:pt x="2832100" y="52781"/>
                  </a:lnTo>
                  <a:lnTo>
                    <a:pt x="2832100" y="0"/>
                  </a:lnTo>
                  <a:lnTo>
                    <a:pt x="2806700" y="0"/>
                  </a:lnTo>
                  <a:lnTo>
                    <a:pt x="2806700" y="986066"/>
                  </a:lnTo>
                  <a:lnTo>
                    <a:pt x="2527300" y="986066"/>
                  </a:lnTo>
                  <a:lnTo>
                    <a:pt x="2527300" y="703529"/>
                  </a:lnTo>
                  <a:lnTo>
                    <a:pt x="2806700" y="703529"/>
                  </a:lnTo>
                  <a:lnTo>
                    <a:pt x="2806700" y="674966"/>
                  </a:lnTo>
                  <a:lnTo>
                    <a:pt x="2527300" y="674966"/>
                  </a:lnTo>
                  <a:lnTo>
                    <a:pt x="2527300" y="392430"/>
                  </a:lnTo>
                  <a:lnTo>
                    <a:pt x="2806700" y="392430"/>
                  </a:lnTo>
                  <a:lnTo>
                    <a:pt x="2806700" y="363880"/>
                  </a:lnTo>
                  <a:lnTo>
                    <a:pt x="2527300" y="363880"/>
                  </a:lnTo>
                  <a:lnTo>
                    <a:pt x="2527300" y="81330"/>
                  </a:lnTo>
                  <a:lnTo>
                    <a:pt x="2806700" y="81330"/>
                  </a:lnTo>
                  <a:lnTo>
                    <a:pt x="2806700" y="52781"/>
                  </a:lnTo>
                  <a:lnTo>
                    <a:pt x="2527300" y="52781"/>
                  </a:lnTo>
                  <a:lnTo>
                    <a:pt x="2527300" y="0"/>
                  </a:lnTo>
                  <a:lnTo>
                    <a:pt x="2489200" y="0"/>
                  </a:lnTo>
                  <a:lnTo>
                    <a:pt x="2489200" y="986066"/>
                  </a:lnTo>
                  <a:lnTo>
                    <a:pt x="2209800" y="986066"/>
                  </a:lnTo>
                  <a:lnTo>
                    <a:pt x="2209800" y="703529"/>
                  </a:lnTo>
                  <a:lnTo>
                    <a:pt x="2489200" y="703529"/>
                  </a:lnTo>
                  <a:lnTo>
                    <a:pt x="2489200" y="674966"/>
                  </a:lnTo>
                  <a:lnTo>
                    <a:pt x="2209800" y="674966"/>
                  </a:lnTo>
                  <a:lnTo>
                    <a:pt x="2209800" y="392430"/>
                  </a:lnTo>
                  <a:lnTo>
                    <a:pt x="2489200" y="392430"/>
                  </a:lnTo>
                  <a:lnTo>
                    <a:pt x="2489200" y="363880"/>
                  </a:lnTo>
                  <a:lnTo>
                    <a:pt x="2209800" y="363880"/>
                  </a:lnTo>
                  <a:lnTo>
                    <a:pt x="2209800" y="81330"/>
                  </a:lnTo>
                  <a:lnTo>
                    <a:pt x="2489200" y="81330"/>
                  </a:lnTo>
                  <a:lnTo>
                    <a:pt x="2489200" y="52781"/>
                  </a:lnTo>
                  <a:lnTo>
                    <a:pt x="2209800" y="52781"/>
                  </a:lnTo>
                  <a:lnTo>
                    <a:pt x="2209800" y="0"/>
                  </a:lnTo>
                  <a:lnTo>
                    <a:pt x="2184400" y="0"/>
                  </a:lnTo>
                  <a:lnTo>
                    <a:pt x="2184400" y="986066"/>
                  </a:lnTo>
                  <a:lnTo>
                    <a:pt x="1905000" y="986066"/>
                  </a:lnTo>
                  <a:lnTo>
                    <a:pt x="1905000" y="703529"/>
                  </a:lnTo>
                  <a:lnTo>
                    <a:pt x="2184400" y="703529"/>
                  </a:lnTo>
                  <a:lnTo>
                    <a:pt x="2184400" y="674966"/>
                  </a:lnTo>
                  <a:lnTo>
                    <a:pt x="1905000" y="674966"/>
                  </a:lnTo>
                  <a:lnTo>
                    <a:pt x="1905000" y="392430"/>
                  </a:lnTo>
                  <a:lnTo>
                    <a:pt x="2184400" y="392430"/>
                  </a:lnTo>
                  <a:lnTo>
                    <a:pt x="2184400" y="363880"/>
                  </a:lnTo>
                  <a:lnTo>
                    <a:pt x="1905000" y="363880"/>
                  </a:lnTo>
                  <a:lnTo>
                    <a:pt x="1905000" y="81330"/>
                  </a:lnTo>
                  <a:lnTo>
                    <a:pt x="2184400" y="81330"/>
                  </a:lnTo>
                  <a:lnTo>
                    <a:pt x="2184400" y="52781"/>
                  </a:lnTo>
                  <a:lnTo>
                    <a:pt x="1905000" y="52781"/>
                  </a:lnTo>
                  <a:lnTo>
                    <a:pt x="1905000" y="0"/>
                  </a:lnTo>
                  <a:lnTo>
                    <a:pt x="1866900" y="0"/>
                  </a:lnTo>
                  <a:lnTo>
                    <a:pt x="1866900" y="986066"/>
                  </a:lnTo>
                  <a:lnTo>
                    <a:pt x="1587500" y="986066"/>
                  </a:lnTo>
                  <a:lnTo>
                    <a:pt x="1587500" y="703529"/>
                  </a:lnTo>
                  <a:lnTo>
                    <a:pt x="1866900" y="703529"/>
                  </a:lnTo>
                  <a:lnTo>
                    <a:pt x="1866900" y="674966"/>
                  </a:lnTo>
                  <a:lnTo>
                    <a:pt x="1587500" y="674966"/>
                  </a:lnTo>
                  <a:lnTo>
                    <a:pt x="1587500" y="392430"/>
                  </a:lnTo>
                  <a:lnTo>
                    <a:pt x="1866900" y="392430"/>
                  </a:lnTo>
                  <a:lnTo>
                    <a:pt x="1866900" y="363880"/>
                  </a:lnTo>
                  <a:lnTo>
                    <a:pt x="1587500" y="363880"/>
                  </a:lnTo>
                  <a:lnTo>
                    <a:pt x="1587500" y="81330"/>
                  </a:lnTo>
                  <a:lnTo>
                    <a:pt x="1866900" y="81330"/>
                  </a:lnTo>
                  <a:lnTo>
                    <a:pt x="1866900" y="52781"/>
                  </a:lnTo>
                  <a:lnTo>
                    <a:pt x="1587500" y="52781"/>
                  </a:lnTo>
                  <a:lnTo>
                    <a:pt x="1587500" y="0"/>
                  </a:lnTo>
                  <a:lnTo>
                    <a:pt x="1562100" y="0"/>
                  </a:lnTo>
                  <a:lnTo>
                    <a:pt x="1562100" y="986066"/>
                  </a:lnTo>
                  <a:lnTo>
                    <a:pt x="1282700" y="986066"/>
                  </a:lnTo>
                  <a:lnTo>
                    <a:pt x="1282700" y="703529"/>
                  </a:lnTo>
                  <a:lnTo>
                    <a:pt x="1562100" y="703529"/>
                  </a:lnTo>
                  <a:lnTo>
                    <a:pt x="1562100" y="674966"/>
                  </a:lnTo>
                  <a:lnTo>
                    <a:pt x="1282700" y="674966"/>
                  </a:lnTo>
                  <a:lnTo>
                    <a:pt x="1282700" y="392430"/>
                  </a:lnTo>
                  <a:lnTo>
                    <a:pt x="1562100" y="392430"/>
                  </a:lnTo>
                  <a:lnTo>
                    <a:pt x="1562100" y="363880"/>
                  </a:lnTo>
                  <a:lnTo>
                    <a:pt x="1282700" y="363880"/>
                  </a:lnTo>
                  <a:lnTo>
                    <a:pt x="1282700" y="81330"/>
                  </a:lnTo>
                  <a:lnTo>
                    <a:pt x="1562100" y="81330"/>
                  </a:lnTo>
                  <a:lnTo>
                    <a:pt x="1562100" y="52781"/>
                  </a:lnTo>
                  <a:lnTo>
                    <a:pt x="1282700" y="52781"/>
                  </a:lnTo>
                  <a:lnTo>
                    <a:pt x="1282700" y="0"/>
                  </a:lnTo>
                  <a:lnTo>
                    <a:pt x="1244600" y="0"/>
                  </a:lnTo>
                  <a:lnTo>
                    <a:pt x="1244600" y="986066"/>
                  </a:lnTo>
                  <a:lnTo>
                    <a:pt x="965200" y="986066"/>
                  </a:lnTo>
                  <a:lnTo>
                    <a:pt x="965200" y="703529"/>
                  </a:lnTo>
                  <a:lnTo>
                    <a:pt x="1244600" y="703529"/>
                  </a:lnTo>
                  <a:lnTo>
                    <a:pt x="1244600" y="674966"/>
                  </a:lnTo>
                  <a:lnTo>
                    <a:pt x="965200" y="674966"/>
                  </a:lnTo>
                  <a:lnTo>
                    <a:pt x="965200" y="392430"/>
                  </a:lnTo>
                  <a:lnTo>
                    <a:pt x="1244600" y="392430"/>
                  </a:lnTo>
                  <a:lnTo>
                    <a:pt x="1244600" y="363880"/>
                  </a:lnTo>
                  <a:lnTo>
                    <a:pt x="965200" y="363880"/>
                  </a:lnTo>
                  <a:lnTo>
                    <a:pt x="965200" y="81330"/>
                  </a:lnTo>
                  <a:lnTo>
                    <a:pt x="1244600" y="81330"/>
                  </a:lnTo>
                  <a:lnTo>
                    <a:pt x="1244600" y="52781"/>
                  </a:lnTo>
                  <a:lnTo>
                    <a:pt x="965200" y="52781"/>
                  </a:lnTo>
                  <a:lnTo>
                    <a:pt x="965200" y="0"/>
                  </a:lnTo>
                  <a:lnTo>
                    <a:pt x="939800" y="0"/>
                  </a:lnTo>
                  <a:lnTo>
                    <a:pt x="939800" y="986066"/>
                  </a:lnTo>
                  <a:lnTo>
                    <a:pt x="660400" y="986066"/>
                  </a:lnTo>
                  <a:lnTo>
                    <a:pt x="660400" y="703529"/>
                  </a:lnTo>
                  <a:lnTo>
                    <a:pt x="939800" y="703529"/>
                  </a:lnTo>
                  <a:lnTo>
                    <a:pt x="939800" y="674966"/>
                  </a:lnTo>
                  <a:lnTo>
                    <a:pt x="660400" y="674966"/>
                  </a:lnTo>
                  <a:lnTo>
                    <a:pt x="660400" y="392430"/>
                  </a:lnTo>
                  <a:lnTo>
                    <a:pt x="939800" y="392430"/>
                  </a:lnTo>
                  <a:lnTo>
                    <a:pt x="939800" y="363880"/>
                  </a:lnTo>
                  <a:lnTo>
                    <a:pt x="660400" y="363880"/>
                  </a:lnTo>
                  <a:lnTo>
                    <a:pt x="660400" y="81330"/>
                  </a:lnTo>
                  <a:lnTo>
                    <a:pt x="939800" y="81330"/>
                  </a:lnTo>
                  <a:lnTo>
                    <a:pt x="939800" y="52781"/>
                  </a:lnTo>
                  <a:lnTo>
                    <a:pt x="660400" y="52781"/>
                  </a:lnTo>
                  <a:lnTo>
                    <a:pt x="660400" y="0"/>
                  </a:lnTo>
                  <a:lnTo>
                    <a:pt x="622300" y="0"/>
                  </a:lnTo>
                  <a:lnTo>
                    <a:pt x="622300" y="986066"/>
                  </a:lnTo>
                  <a:lnTo>
                    <a:pt x="342900" y="986066"/>
                  </a:lnTo>
                  <a:lnTo>
                    <a:pt x="342900" y="703529"/>
                  </a:lnTo>
                  <a:lnTo>
                    <a:pt x="622300" y="703529"/>
                  </a:lnTo>
                  <a:lnTo>
                    <a:pt x="622300" y="674966"/>
                  </a:lnTo>
                  <a:lnTo>
                    <a:pt x="342900" y="674966"/>
                  </a:lnTo>
                  <a:lnTo>
                    <a:pt x="342900" y="392430"/>
                  </a:lnTo>
                  <a:lnTo>
                    <a:pt x="622300" y="392430"/>
                  </a:lnTo>
                  <a:lnTo>
                    <a:pt x="622300" y="363880"/>
                  </a:lnTo>
                  <a:lnTo>
                    <a:pt x="342900" y="363880"/>
                  </a:lnTo>
                  <a:lnTo>
                    <a:pt x="342900" y="81330"/>
                  </a:lnTo>
                  <a:lnTo>
                    <a:pt x="622300" y="81330"/>
                  </a:lnTo>
                  <a:lnTo>
                    <a:pt x="622300" y="52781"/>
                  </a:lnTo>
                  <a:lnTo>
                    <a:pt x="342900" y="52781"/>
                  </a:lnTo>
                  <a:lnTo>
                    <a:pt x="342900" y="0"/>
                  </a:lnTo>
                  <a:lnTo>
                    <a:pt x="317500" y="0"/>
                  </a:lnTo>
                  <a:lnTo>
                    <a:pt x="317500" y="986066"/>
                  </a:lnTo>
                  <a:lnTo>
                    <a:pt x="38100" y="986066"/>
                  </a:lnTo>
                  <a:lnTo>
                    <a:pt x="38100" y="703529"/>
                  </a:lnTo>
                  <a:lnTo>
                    <a:pt x="317500" y="703529"/>
                  </a:lnTo>
                  <a:lnTo>
                    <a:pt x="317500" y="674966"/>
                  </a:lnTo>
                  <a:lnTo>
                    <a:pt x="38100" y="674966"/>
                  </a:lnTo>
                  <a:lnTo>
                    <a:pt x="38100" y="392430"/>
                  </a:lnTo>
                  <a:lnTo>
                    <a:pt x="317500" y="392430"/>
                  </a:lnTo>
                  <a:lnTo>
                    <a:pt x="317500" y="363880"/>
                  </a:lnTo>
                  <a:lnTo>
                    <a:pt x="38100" y="363880"/>
                  </a:lnTo>
                  <a:lnTo>
                    <a:pt x="38100" y="81330"/>
                  </a:lnTo>
                  <a:lnTo>
                    <a:pt x="317500" y="81330"/>
                  </a:lnTo>
                  <a:lnTo>
                    <a:pt x="317500" y="52781"/>
                  </a:lnTo>
                  <a:lnTo>
                    <a:pt x="38100" y="52781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028725"/>
                  </a:lnTo>
                  <a:lnTo>
                    <a:pt x="38100" y="1028725"/>
                  </a:lnTo>
                  <a:lnTo>
                    <a:pt x="38100" y="1014615"/>
                  </a:lnTo>
                  <a:lnTo>
                    <a:pt x="317500" y="1014615"/>
                  </a:lnTo>
                  <a:lnTo>
                    <a:pt x="317500" y="1028725"/>
                  </a:lnTo>
                  <a:lnTo>
                    <a:pt x="342900" y="1028725"/>
                  </a:lnTo>
                  <a:lnTo>
                    <a:pt x="342900" y="1014615"/>
                  </a:lnTo>
                  <a:lnTo>
                    <a:pt x="622300" y="1014615"/>
                  </a:lnTo>
                  <a:lnTo>
                    <a:pt x="622300" y="1028725"/>
                  </a:lnTo>
                  <a:lnTo>
                    <a:pt x="660400" y="1028725"/>
                  </a:lnTo>
                  <a:lnTo>
                    <a:pt x="660400" y="1014615"/>
                  </a:lnTo>
                  <a:lnTo>
                    <a:pt x="939800" y="1014615"/>
                  </a:lnTo>
                  <a:lnTo>
                    <a:pt x="939800" y="1028725"/>
                  </a:lnTo>
                  <a:lnTo>
                    <a:pt x="965200" y="1028725"/>
                  </a:lnTo>
                  <a:lnTo>
                    <a:pt x="965200" y="1014615"/>
                  </a:lnTo>
                  <a:lnTo>
                    <a:pt x="1244600" y="1014615"/>
                  </a:lnTo>
                  <a:lnTo>
                    <a:pt x="1244600" y="1028725"/>
                  </a:lnTo>
                  <a:lnTo>
                    <a:pt x="1282700" y="1028725"/>
                  </a:lnTo>
                  <a:lnTo>
                    <a:pt x="1282700" y="1014615"/>
                  </a:lnTo>
                  <a:lnTo>
                    <a:pt x="1562100" y="1014615"/>
                  </a:lnTo>
                  <a:lnTo>
                    <a:pt x="1562100" y="1028725"/>
                  </a:lnTo>
                  <a:lnTo>
                    <a:pt x="1587500" y="1028725"/>
                  </a:lnTo>
                  <a:lnTo>
                    <a:pt x="1587500" y="1014615"/>
                  </a:lnTo>
                  <a:lnTo>
                    <a:pt x="1866900" y="1014615"/>
                  </a:lnTo>
                  <a:lnTo>
                    <a:pt x="1866900" y="1028725"/>
                  </a:lnTo>
                  <a:lnTo>
                    <a:pt x="1905000" y="1028725"/>
                  </a:lnTo>
                  <a:lnTo>
                    <a:pt x="1905000" y="1014615"/>
                  </a:lnTo>
                  <a:lnTo>
                    <a:pt x="2184400" y="1014615"/>
                  </a:lnTo>
                  <a:lnTo>
                    <a:pt x="2184400" y="1028725"/>
                  </a:lnTo>
                  <a:lnTo>
                    <a:pt x="2209800" y="1028725"/>
                  </a:lnTo>
                  <a:lnTo>
                    <a:pt x="2209800" y="1014615"/>
                  </a:lnTo>
                  <a:lnTo>
                    <a:pt x="2489200" y="1014615"/>
                  </a:lnTo>
                  <a:lnTo>
                    <a:pt x="2489200" y="1028725"/>
                  </a:lnTo>
                  <a:lnTo>
                    <a:pt x="2527300" y="1028725"/>
                  </a:lnTo>
                  <a:lnTo>
                    <a:pt x="2527300" y="1014615"/>
                  </a:lnTo>
                  <a:lnTo>
                    <a:pt x="2806700" y="1014615"/>
                  </a:lnTo>
                  <a:lnTo>
                    <a:pt x="2806700" y="1028725"/>
                  </a:lnTo>
                  <a:lnTo>
                    <a:pt x="2832100" y="1028725"/>
                  </a:lnTo>
                  <a:lnTo>
                    <a:pt x="2832100" y="1014615"/>
                  </a:lnTo>
                  <a:lnTo>
                    <a:pt x="3111500" y="1014615"/>
                  </a:lnTo>
                  <a:lnTo>
                    <a:pt x="3111500" y="1028725"/>
                  </a:lnTo>
                  <a:lnTo>
                    <a:pt x="3149600" y="1028725"/>
                  </a:lnTo>
                  <a:lnTo>
                    <a:pt x="3149600" y="1014615"/>
                  </a:lnTo>
                  <a:lnTo>
                    <a:pt x="3429000" y="1014615"/>
                  </a:lnTo>
                  <a:lnTo>
                    <a:pt x="3429000" y="1028725"/>
                  </a:lnTo>
                  <a:lnTo>
                    <a:pt x="3454400" y="1028725"/>
                  </a:lnTo>
                  <a:lnTo>
                    <a:pt x="3454400" y="1014615"/>
                  </a:lnTo>
                  <a:lnTo>
                    <a:pt x="3733800" y="1014615"/>
                  </a:lnTo>
                  <a:lnTo>
                    <a:pt x="3733800" y="1028725"/>
                  </a:lnTo>
                  <a:lnTo>
                    <a:pt x="3771900" y="1028725"/>
                  </a:lnTo>
                  <a:lnTo>
                    <a:pt x="3771900" y="1014615"/>
                  </a:lnTo>
                  <a:lnTo>
                    <a:pt x="4051300" y="1014615"/>
                  </a:lnTo>
                  <a:lnTo>
                    <a:pt x="4051300" y="1028725"/>
                  </a:lnTo>
                  <a:lnTo>
                    <a:pt x="4076700" y="1028725"/>
                  </a:lnTo>
                  <a:lnTo>
                    <a:pt x="4076700" y="1014615"/>
                  </a:lnTo>
                  <a:lnTo>
                    <a:pt x="4356100" y="1014615"/>
                  </a:lnTo>
                  <a:lnTo>
                    <a:pt x="4356100" y="1028725"/>
                  </a:lnTo>
                  <a:lnTo>
                    <a:pt x="4381500" y="1028725"/>
                  </a:lnTo>
                  <a:lnTo>
                    <a:pt x="4381500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96" y="11"/>
              <a:ext cx="18288000" cy="1029335"/>
            </a:xfrm>
            <a:custGeom>
              <a:avLst/>
              <a:gdLst/>
              <a:ahLst/>
              <a:cxnLst/>
              <a:rect l="l" t="t" r="r" b="b"/>
              <a:pathLst>
                <a:path w="18288000" h="1029335">
                  <a:moveTo>
                    <a:pt x="1676400" y="0"/>
                  </a:moveTo>
                  <a:lnTo>
                    <a:pt x="1638300" y="0"/>
                  </a:lnTo>
                  <a:lnTo>
                    <a:pt x="1638300" y="52781"/>
                  </a:lnTo>
                  <a:lnTo>
                    <a:pt x="1638300" y="81330"/>
                  </a:lnTo>
                  <a:lnTo>
                    <a:pt x="1638300" y="986066"/>
                  </a:lnTo>
                  <a:lnTo>
                    <a:pt x="1358900" y="986066"/>
                  </a:lnTo>
                  <a:lnTo>
                    <a:pt x="1358900" y="703529"/>
                  </a:lnTo>
                  <a:lnTo>
                    <a:pt x="1638300" y="703529"/>
                  </a:lnTo>
                  <a:lnTo>
                    <a:pt x="1638300" y="674966"/>
                  </a:lnTo>
                  <a:lnTo>
                    <a:pt x="1358900" y="674966"/>
                  </a:lnTo>
                  <a:lnTo>
                    <a:pt x="1358900" y="392430"/>
                  </a:lnTo>
                  <a:lnTo>
                    <a:pt x="1638300" y="392430"/>
                  </a:lnTo>
                  <a:lnTo>
                    <a:pt x="1638300" y="363880"/>
                  </a:lnTo>
                  <a:lnTo>
                    <a:pt x="1358900" y="363880"/>
                  </a:lnTo>
                  <a:lnTo>
                    <a:pt x="1358900" y="81330"/>
                  </a:lnTo>
                  <a:lnTo>
                    <a:pt x="1638300" y="81330"/>
                  </a:lnTo>
                  <a:lnTo>
                    <a:pt x="1638300" y="52781"/>
                  </a:lnTo>
                  <a:lnTo>
                    <a:pt x="1358900" y="52781"/>
                  </a:lnTo>
                  <a:lnTo>
                    <a:pt x="1358900" y="0"/>
                  </a:lnTo>
                  <a:lnTo>
                    <a:pt x="1333500" y="0"/>
                  </a:lnTo>
                  <a:lnTo>
                    <a:pt x="1333500" y="986066"/>
                  </a:lnTo>
                  <a:lnTo>
                    <a:pt x="1054100" y="986066"/>
                  </a:lnTo>
                  <a:lnTo>
                    <a:pt x="1054100" y="703529"/>
                  </a:lnTo>
                  <a:lnTo>
                    <a:pt x="1333500" y="703529"/>
                  </a:lnTo>
                  <a:lnTo>
                    <a:pt x="1333500" y="674966"/>
                  </a:lnTo>
                  <a:lnTo>
                    <a:pt x="1054100" y="674966"/>
                  </a:lnTo>
                  <a:lnTo>
                    <a:pt x="1054100" y="392430"/>
                  </a:lnTo>
                  <a:lnTo>
                    <a:pt x="1333500" y="392430"/>
                  </a:lnTo>
                  <a:lnTo>
                    <a:pt x="1333500" y="363880"/>
                  </a:lnTo>
                  <a:lnTo>
                    <a:pt x="1054100" y="363880"/>
                  </a:lnTo>
                  <a:lnTo>
                    <a:pt x="1054100" y="81330"/>
                  </a:lnTo>
                  <a:lnTo>
                    <a:pt x="1333500" y="81330"/>
                  </a:lnTo>
                  <a:lnTo>
                    <a:pt x="1333500" y="52781"/>
                  </a:lnTo>
                  <a:lnTo>
                    <a:pt x="1054100" y="52781"/>
                  </a:lnTo>
                  <a:lnTo>
                    <a:pt x="1054100" y="0"/>
                  </a:lnTo>
                  <a:lnTo>
                    <a:pt x="1016000" y="0"/>
                  </a:lnTo>
                  <a:lnTo>
                    <a:pt x="1016000" y="986066"/>
                  </a:lnTo>
                  <a:lnTo>
                    <a:pt x="736600" y="986066"/>
                  </a:lnTo>
                  <a:lnTo>
                    <a:pt x="736600" y="703529"/>
                  </a:lnTo>
                  <a:lnTo>
                    <a:pt x="1016000" y="703529"/>
                  </a:lnTo>
                  <a:lnTo>
                    <a:pt x="1016000" y="674966"/>
                  </a:lnTo>
                  <a:lnTo>
                    <a:pt x="736600" y="674966"/>
                  </a:lnTo>
                  <a:lnTo>
                    <a:pt x="736600" y="392430"/>
                  </a:lnTo>
                  <a:lnTo>
                    <a:pt x="1016000" y="392430"/>
                  </a:lnTo>
                  <a:lnTo>
                    <a:pt x="1016000" y="363880"/>
                  </a:lnTo>
                  <a:lnTo>
                    <a:pt x="736600" y="363880"/>
                  </a:lnTo>
                  <a:lnTo>
                    <a:pt x="736600" y="81330"/>
                  </a:lnTo>
                  <a:lnTo>
                    <a:pt x="1016000" y="81330"/>
                  </a:lnTo>
                  <a:lnTo>
                    <a:pt x="1016000" y="52781"/>
                  </a:lnTo>
                  <a:lnTo>
                    <a:pt x="736600" y="52781"/>
                  </a:lnTo>
                  <a:lnTo>
                    <a:pt x="736600" y="0"/>
                  </a:lnTo>
                  <a:lnTo>
                    <a:pt x="711200" y="0"/>
                  </a:lnTo>
                  <a:lnTo>
                    <a:pt x="711200" y="986066"/>
                  </a:lnTo>
                  <a:lnTo>
                    <a:pt x="431800" y="986066"/>
                  </a:lnTo>
                  <a:lnTo>
                    <a:pt x="431800" y="703529"/>
                  </a:lnTo>
                  <a:lnTo>
                    <a:pt x="711200" y="703529"/>
                  </a:lnTo>
                  <a:lnTo>
                    <a:pt x="711200" y="674966"/>
                  </a:lnTo>
                  <a:lnTo>
                    <a:pt x="431800" y="674966"/>
                  </a:lnTo>
                  <a:lnTo>
                    <a:pt x="431800" y="392430"/>
                  </a:lnTo>
                  <a:lnTo>
                    <a:pt x="711200" y="392430"/>
                  </a:lnTo>
                  <a:lnTo>
                    <a:pt x="711200" y="363880"/>
                  </a:lnTo>
                  <a:lnTo>
                    <a:pt x="431800" y="363880"/>
                  </a:lnTo>
                  <a:lnTo>
                    <a:pt x="431800" y="81330"/>
                  </a:lnTo>
                  <a:lnTo>
                    <a:pt x="711200" y="81330"/>
                  </a:lnTo>
                  <a:lnTo>
                    <a:pt x="711200" y="52781"/>
                  </a:lnTo>
                  <a:lnTo>
                    <a:pt x="431800" y="52781"/>
                  </a:lnTo>
                  <a:lnTo>
                    <a:pt x="431800" y="0"/>
                  </a:lnTo>
                  <a:lnTo>
                    <a:pt x="393700" y="0"/>
                  </a:lnTo>
                  <a:lnTo>
                    <a:pt x="393700" y="986066"/>
                  </a:lnTo>
                  <a:lnTo>
                    <a:pt x="114300" y="986066"/>
                  </a:lnTo>
                  <a:lnTo>
                    <a:pt x="114300" y="703529"/>
                  </a:lnTo>
                  <a:lnTo>
                    <a:pt x="393700" y="703529"/>
                  </a:lnTo>
                  <a:lnTo>
                    <a:pt x="393700" y="674966"/>
                  </a:lnTo>
                  <a:lnTo>
                    <a:pt x="114300" y="674966"/>
                  </a:lnTo>
                  <a:lnTo>
                    <a:pt x="114300" y="392430"/>
                  </a:lnTo>
                  <a:lnTo>
                    <a:pt x="393700" y="392430"/>
                  </a:lnTo>
                  <a:lnTo>
                    <a:pt x="393700" y="363880"/>
                  </a:lnTo>
                  <a:lnTo>
                    <a:pt x="114300" y="363880"/>
                  </a:lnTo>
                  <a:lnTo>
                    <a:pt x="114300" y="81330"/>
                  </a:lnTo>
                  <a:lnTo>
                    <a:pt x="393700" y="81330"/>
                  </a:lnTo>
                  <a:lnTo>
                    <a:pt x="393700" y="52781"/>
                  </a:lnTo>
                  <a:lnTo>
                    <a:pt x="114300" y="52781"/>
                  </a:lnTo>
                  <a:lnTo>
                    <a:pt x="114300" y="0"/>
                  </a:lnTo>
                  <a:lnTo>
                    <a:pt x="88900" y="0"/>
                  </a:lnTo>
                  <a:lnTo>
                    <a:pt x="88900" y="52781"/>
                  </a:lnTo>
                  <a:lnTo>
                    <a:pt x="0" y="52781"/>
                  </a:lnTo>
                  <a:lnTo>
                    <a:pt x="0" y="81330"/>
                  </a:lnTo>
                  <a:lnTo>
                    <a:pt x="88900" y="81330"/>
                  </a:lnTo>
                  <a:lnTo>
                    <a:pt x="88900" y="363880"/>
                  </a:lnTo>
                  <a:lnTo>
                    <a:pt x="0" y="363880"/>
                  </a:lnTo>
                  <a:lnTo>
                    <a:pt x="0" y="392430"/>
                  </a:lnTo>
                  <a:lnTo>
                    <a:pt x="88900" y="392430"/>
                  </a:lnTo>
                  <a:lnTo>
                    <a:pt x="88900" y="674966"/>
                  </a:lnTo>
                  <a:lnTo>
                    <a:pt x="0" y="674966"/>
                  </a:lnTo>
                  <a:lnTo>
                    <a:pt x="0" y="703529"/>
                  </a:lnTo>
                  <a:lnTo>
                    <a:pt x="88900" y="703529"/>
                  </a:lnTo>
                  <a:lnTo>
                    <a:pt x="88900" y="986066"/>
                  </a:lnTo>
                  <a:lnTo>
                    <a:pt x="0" y="986066"/>
                  </a:lnTo>
                  <a:lnTo>
                    <a:pt x="0" y="1014615"/>
                  </a:lnTo>
                  <a:lnTo>
                    <a:pt x="88900" y="1014615"/>
                  </a:lnTo>
                  <a:lnTo>
                    <a:pt x="88900" y="1028725"/>
                  </a:lnTo>
                  <a:lnTo>
                    <a:pt x="114300" y="1028725"/>
                  </a:lnTo>
                  <a:lnTo>
                    <a:pt x="114300" y="1014615"/>
                  </a:lnTo>
                  <a:lnTo>
                    <a:pt x="393700" y="1014615"/>
                  </a:lnTo>
                  <a:lnTo>
                    <a:pt x="393700" y="1028725"/>
                  </a:lnTo>
                  <a:lnTo>
                    <a:pt x="431800" y="1028725"/>
                  </a:lnTo>
                  <a:lnTo>
                    <a:pt x="431800" y="1014615"/>
                  </a:lnTo>
                  <a:lnTo>
                    <a:pt x="711200" y="1014615"/>
                  </a:lnTo>
                  <a:lnTo>
                    <a:pt x="711200" y="1028725"/>
                  </a:lnTo>
                  <a:lnTo>
                    <a:pt x="736600" y="1028725"/>
                  </a:lnTo>
                  <a:lnTo>
                    <a:pt x="736600" y="1014615"/>
                  </a:lnTo>
                  <a:lnTo>
                    <a:pt x="1016000" y="1014615"/>
                  </a:lnTo>
                  <a:lnTo>
                    <a:pt x="1016000" y="1028725"/>
                  </a:lnTo>
                  <a:lnTo>
                    <a:pt x="1054100" y="1028725"/>
                  </a:lnTo>
                  <a:lnTo>
                    <a:pt x="1054100" y="1014615"/>
                  </a:lnTo>
                  <a:lnTo>
                    <a:pt x="1333500" y="1014615"/>
                  </a:lnTo>
                  <a:lnTo>
                    <a:pt x="1333500" y="1028725"/>
                  </a:lnTo>
                  <a:lnTo>
                    <a:pt x="1358900" y="1028725"/>
                  </a:lnTo>
                  <a:lnTo>
                    <a:pt x="1358900" y="1014615"/>
                  </a:lnTo>
                  <a:lnTo>
                    <a:pt x="1638300" y="1014615"/>
                  </a:lnTo>
                  <a:lnTo>
                    <a:pt x="1638300" y="1028725"/>
                  </a:lnTo>
                  <a:lnTo>
                    <a:pt x="1676400" y="1028725"/>
                  </a:lnTo>
                  <a:lnTo>
                    <a:pt x="1676400" y="0"/>
                  </a:lnTo>
                  <a:close/>
                </a:path>
                <a:path w="18288000" h="1029335">
                  <a:moveTo>
                    <a:pt x="18287391" y="52781"/>
                  </a:moveTo>
                  <a:lnTo>
                    <a:pt x="18211191" y="52781"/>
                  </a:lnTo>
                  <a:lnTo>
                    <a:pt x="18211191" y="0"/>
                  </a:lnTo>
                  <a:lnTo>
                    <a:pt x="18185791" y="0"/>
                  </a:lnTo>
                  <a:lnTo>
                    <a:pt x="18185791" y="986066"/>
                  </a:lnTo>
                  <a:lnTo>
                    <a:pt x="17906391" y="986066"/>
                  </a:lnTo>
                  <a:lnTo>
                    <a:pt x="17906391" y="703529"/>
                  </a:lnTo>
                  <a:lnTo>
                    <a:pt x="18185791" y="703529"/>
                  </a:lnTo>
                  <a:lnTo>
                    <a:pt x="18185791" y="674966"/>
                  </a:lnTo>
                  <a:lnTo>
                    <a:pt x="17906391" y="674966"/>
                  </a:lnTo>
                  <a:lnTo>
                    <a:pt x="17906391" y="392430"/>
                  </a:lnTo>
                  <a:lnTo>
                    <a:pt x="18185791" y="392430"/>
                  </a:lnTo>
                  <a:lnTo>
                    <a:pt x="18185791" y="363880"/>
                  </a:lnTo>
                  <a:lnTo>
                    <a:pt x="17906391" y="363880"/>
                  </a:lnTo>
                  <a:lnTo>
                    <a:pt x="17906391" y="81330"/>
                  </a:lnTo>
                  <a:lnTo>
                    <a:pt x="18185791" y="81330"/>
                  </a:lnTo>
                  <a:lnTo>
                    <a:pt x="18185791" y="52781"/>
                  </a:lnTo>
                  <a:lnTo>
                    <a:pt x="17906391" y="52781"/>
                  </a:lnTo>
                  <a:lnTo>
                    <a:pt x="17906391" y="0"/>
                  </a:lnTo>
                  <a:lnTo>
                    <a:pt x="17868291" y="0"/>
                  </a:lnTo>
                  <a:lnTo>
                    <a:pt x="17868291" y="986066"/>
                  </a:lnTo>
                  <a:lnTo>
                    <a:pt x="17588891" y="986066"/>
                  </a:lnTo>
                  <a:lnTo>
                    <a:pt x="17588891" y="703529"/>
                  </a:lnTo>
                  <a:lnTo>
                    <a:pt x="17868291" y="703529"/>
                  </a:lnTo>
                  <a:lnTo>
                    <a:pt x="17868291" y="674966"/>
                  </a:lnTo>
                  <a:lnTo>
                    <a:pt x="17588891" y="674966"/>
                  </a:lnTo>
                  <a:lnTo>
                    <a:pt x="17588891" y="392430"/>
                  </a:lnTo>
                  <a:lnTo>
                    <a:pt x="17868291" y="392430"/>
                  </a:lnTo>
                  <a:lnTo>
                    <a:pt x="17868291" y="363880"/>
                  </a:lnTo>
                  <a:lnTo>
                    <a:pt x="17588891" y="363880"/>
                  </a:lnTo>
                  <a:lnTo>
                    <a:pt x="17588891" y="81330"/>
                  </a:lnTo>
                  <a:lnTo>
                    <a:pt x="17868291" y="81330"/>
                  </a:lnTo>
                  <a:lnTo>
                    <a:pt x="17868291" y="52781"/>
                  </a:lnTo>
                  <a:lnTo>
                    <a:pt x="17588891" y="52781"/>
                  </a:lnTo>
                  <a:lnTo>
                    <a:pt x="17588891" y="0"/>
                  </a:lnTo>
                  <a:lnTo>
                    <a:pt x="17563491" y="0"/>
                  </a:lnTo>
                  <a:lnTo>
                    <a:pt x="17563491" y="986066"/>
                  </a:lnTo>
                  <a:lnTo>
                    <a:pt x="17284091" y="986066"/>
                  </a:lnTo>
                  <a:lnTo>
                    <a:pt x="17284091" y="703529"/>
                  </a:lnTo>
                  <a:lnTo>
                    <a:pt x="17563491" y="703529"/>
                  </a:lnTo>
                  <a:lnTo>
                    <a:pt x="17563491" y="674966"/>
                  </a:lnTo>
                  <a:lnTo>
                    <a:pt x="17284091" y="674966"/>
                  </a:lnTo>
                  <a:lnTo>
                    <a:pt x="17284091" y="392430"/>
                  </a:lnTo>
                  <a:lnTo>
                    <a:pt x="17563491" y="392430"/>
                  </a:lnTo>
                  <a:lnTo>
                    <a:pt x="17563491" y="363880"/>
                  </a:lnTo>
                  <a:lnTo>
                    <a:pt x="17284091" y="363880"/>
                  </a:lnTo>
                  <a:lnTo>
                    <a:pt x="17284091" y="81330"/>
                  </a:lnTo>
                  <a:lnTo>
                    <a:pt x="17563491" y="81330"/>
                  </a:lnTo>
                  <a:lnTo>
                    <a:pt x="17563491" y="52781"/>
                  </a:lnTo>
                  <a:lnTo>
                    <a:pt x="17284091" y="52781"/>
                  </a:lnTo>
                  <a:lnTo>
                    <a:pt x="17284091" y="0"/>
                  </a:lnTo>
                  <a:lnTo>
                    <a:pt x="17245991" y="0"/>
                  </a:lnTo>
                  <a:lnTo>
                    <a:pt x="17245991" y="986066"/>
                  </a:lnTo>
                  <a:lnTo>
                    <a:pt x="16966591" y="986066"/>
                  </a:lnTo>
                  <a:lnTo>
                    <a:pt x="16966591" y="703529"/>
                  </a:lnTo>
                  <a:lnTo>
                    <a:pt x="17245991" y="703529"/>
                  </a:lnTo>
                  <a:lnTo>
                    <a:pt x="17245991" y="674966"/>
                  </a:lnTo>
                  <a:lnTo>
                    <a:pt x="16966591" y="674966"/>
                  </a:lnTo>
                  <a:lnTo>
                    <a:pt x="16966591" y="392430"/>
                  </a:lnTo>
                  <a:lnTo>
                    <a:pt x="17245991" y="392430"/>
                  </a:lnTo>
                  <a:lnTo>
                    <a:pt x="17245991" y="363880"/>
                  </a:lnTo>
                  <a:lnTo>
                    <a:pt x="16966591" y="363880"/>
                  </a:lnTo>
                  <a:lnTo>
                    <a:pt x="16966591" y="81330"/>
                  </a:lnTo>
                  <a:lnTo>
                    <a:pt x="17245991" y="81330"/>
                  </a:lnTo>
                  <a:lnTo>
                    <a:pt x="17245991" y="52781"/>
                  </a:lnTo>
                  <a:lnTo>
                    <a:pt x="16966591" y="52781"/>
                  </a:lnTo>
                  <a:lnTo>
                    <a:pt x="16966591" y="0"/>
                  </a:lnTo>
                  <a:lnTo>
                    <a:pt x="16941191" y="0"/>
                  </a:lnTo>
                  <a:lnTo>
                    <a:pt x="16941191" y="986066"/>
                  </a:lnTo>
                  <a:lnTo>
                    <a:pt x="16661791" y="986066"/>
                  </a:lnTo>
                  <a:lnTo>
                    <a:pt x="16661791" y="703529"/>
                  </a:lnTo>
                  <a:lnTo>
                    <a:pt x="16941191" y="703529"/>
                  </a:lnTo>
                  <a:lnTo>
                    <a:pt x="16941191" y="674966"/>
                  </a:lnTo>
                  <a:lnTo>
                    <a:pt x="16661791" y="674966"/>
                  </a:lnTo>
                  <a:lnTo>
                    <a:pt x="16661791" y="392430"/>
                  </a:lnTo>
                  <a:lnTo>
                    <a:pt x="16941191" y="392430"/>
                  </a:lnTo>
                  <a:lnTo>
                    <a:pt x="16941191" y="363880"/>
                  </a:lnTo>
                  <a:lnTo>
                    <a:pt x="16661791" y="363880"/>
                  </a:lnTo>
                  <a:lnTo>
                    <a:pt x="16661791" y="81330"/>
                  </a:lnTo>
                  <a:lnTo>
                    <a:pt x="16941191" y="81330"/>
                  </a:lnTo>
                  <a:lnTo>
                    <a:pt x="16941191" y="52781"/>
                  </a:lnTo>
                  <a:lnTo>
                    <a:pt x="16661791" y="52781"/>
                  </a:lnTo>
                  <a:lnTo>
                    <a:pt x="16661791" y="0"/>
                  </a:lnTo>
                  <a:lnTo>
                    <a:pt x="16623691" y="0"/>
                  </a:lnTo>
                  <a:lnTo>
                    <a:pt x="16623691" y="986066"/>
                  </a:lnTo>
                  <a:lnTo>
                    <a:pt x="16344291" y="986066"/>
                  </a:lnTo>
                  <a:lnTo>
                    <a:pt x="16344291" y="703529"/>
                  </a:lnTo>
                  <a:lnTo>
                    <a:pt x="16623691" y="703529"/>
                  </a:lnTo>
                  <a:lnTo>
                    <a:pt x="16623691" y="674966"/>
                  </a:lnTo>
                  <a:lnTo>
                    <a:pt x="16344291" y="674966"/>
                  </a:lnTo>
                  <a:lnTo>
                    <a:pt x="16344291" y="392430"/>
                  </a:lnTo>
                  <a:lnTo>
                    <a:pt x="16623691" y="392430"/>
                  </a:lnTo>
                  <a:lnTo>
                    <a:pt x="16623691" y="363880"/>
                  </a:lnTo>
                  <a:lnTo>
                    <a:pt x="16344291" y="363880"/>
                  </a:lnTo>
                  <a:lnTo>
                    <a:pt x="16344291" y="81330"/>
                  </a:lnTo>
                  <a:lnTo>
                    <a:pt x="16623691" y="81330"/>
                  </a:lnTo>
                  <a:lnTo>
                    <a:pt x="16623691" y="52781"/>
                  </a:lnTo>
                  <a:lnTo>
                    <a:pt x="16344291" y="52781"/>
                  </a:lnTo>
                  <a:lnTo>
                    <a:pt x="16344291" y="0"/>
                  </a:lnTo>
                  <a:lnTo>
                    <a:pt x="16318891" y="0"/>
                  </a:lnTo>
                  <a:lnTo>
                    <a:pt x="16318891" y="986066"/>
                  </a:lnTo>
                  <a:lnTo>
                    <a:pt x="16039491" y="986066"/>
                  </a:lnTo>
                  <a:lnTo>
                    <a:pt x="16039491" y="703529"/>
                  </a:lnTo>
                  <a:lnTo>
                    <a:pt x="16318891" y="703529"/>
                  </a:lnTo>
                  <a:lnTo>
                    <a:pt x="16318891" y="674966"/>
                  </a:lnTo>
                  <a:lnTo>
                    <a:pt x="16039491" y="674966"/>
                  </a:lnTo>
                  <a:lnTo>
                    <a:pt x="16039491" y="392430"/>
                  </a:lnTo>
                  <a:lnTo>
                    <a:pt x="16318891" y="392430"/>
                  </a:lnTo>
                  <a:lnTo>
                    <a:pt x="16318891" y="363880"/>
                  </a:lnTo>
                  <a:lnTo>
                    <a:pt x="16039491" y="363880"/>
                  </a:lnTo>
                  <a:lnTo>
                    <a:pt x="16039491" y="81330"/>
                  </a:lnTo>
                  <a:lnTo>
                    <a:pt x="16318891" y="81330"/>
                  </a:lnTo>
                  <a:lnTo>
                    <a:pt x="16318891" y="52781"/>
                  </a:lnTo>
                  <a:lnTo>
                    <a:pt x="16039491" y="52781"/>
                  </a:lnTo>
                  <a:lnTo>
                    <a:pt x="16039491" y="0"/>
                  </a:lnTo>
                  <a:lnTo>
                    <a:pt x="16001391" y="0"/>
                  </a:lnTo>
                  <a:lnTo>
                    <a:pt x="16001391" y="52781"/>
                  </a:lnTo>
                  <a:lnTo>
                    <a:pt x="15721991" y="52781"/>
                  </a:lnTo>
                  <a:lnTo>
                    <a:pt x="15721991" y="81330"/>
                  </a:lnTo>
                  <a:lnTo>
                    <a:pt x="16001391" y="81330"/>
                  </a:lnTo>
                  <a:lnTo>
                    <a:pt x="16001391" y="1028725"/>
                  </a:lnTo>
                  <a:lnTo>
                    <a:pt x="16039491" y="1028725"/>
                  </a:lnTo>
                  <a:lnTo>
                    <a:pt x="16039491" y="1014615"/>
                  </a:lnTo>
                  <a:lnTo>
                    <a:pt x="16318891" y="1014615"/>
                  </a:lnTo>
                  <a:lnTo>
                    <a:pt x="16318891" y="1028725"/>
                  </a:lnTo>
                  <a:lnTo>
                    <a:pt x="16344291" y="1028725"/>
                  </a:lnTo>
                  <a:lnTo>
                    <a:pt x="16344291" y="1014615"/>
                  </a:lnTo>
                  <a:lnTo>
                    <a:pt x="16623691" y="1014615"/>
                  </a:lnTo>
                  <a:lnTo>
                    <a:pt x="16623691" y="1028725"/>
                  </a:lnTo>
                  <a:lnTo>
                    <a:pt x="16661791" y="1028725"/>
                  </a:lnTo>
                  <a:lnTo>
                    <a:pt x="16661791" y="1014615"/>
                  </a:lnTo>
                  <a:lnTo>
                    <a:pt x="16941191" y="1014615"/>
                  </a:lnTo>
                  <a:lnTo>
                    <a:pt x="16941191" y="1028725"/>
                  </a:lnTo>
                  <a:lnTo>
                    <a:pt x="16966591" y="1028725"/>
                  </a:lnTo>
                  <a:lnTo>
                    <a:pt x="16966591" y="1014615"/>
                  </a:lnTo>
                  <a:lnTo>
                    <a:pt x="17245991" y="1014615"/>
                  </a:lnTo>
                  <a:lnTo>
                    <a:pt x="17245991" y="1028725"/>
                  </a:lnTo>
                  <a:lnTo>
                    <a:pt x="17284091" y="1028725"/>
                  </a:lnTo>
                  <a:lnTo>
                    <a:pt x="17284091" y="1014615"/>
                  </a:lnTo>
                  <a:lnTo>
                    <a:pt x="17563491" y="1014615"/>
                  </a:lnTo>
                  <a:lnTo>
                    <a:pt x="17563491" y="1028725"/>
                  </a:lnTo>
                  <a:lnTo>
                    <a:pt x="17588891" y="1028725"/>
                  </a:lnTo>
                  <a:lnTo>
                    <a:pt x="17588891" y="1014615"/>
                  </a:lnTo>
                  <a:lnTo>
                    <a:pt x="17868291" y="1014615"/>
                  </a:lnTo>
                  <a:lnTo>
                    <a:pt x="17868291" y="1028725"/>
                  </a:lnTo>
                  <a:lnTo>
                    <a:pt x="17906391" y="1028725"/>
                  </a:lnTo>
                  <a:lnTo>
                    <a:pt x="17906391" y="1014615"/>
                  </a:lnTo>
                  <a:lnTo>
                    <a:pt x="18185791" y="1014615"/>
                  </a:lnTo>
                  <a:lnTo>
                    <a:pt x="18185791" y="1028725"/>
                  </a:lnTo>
                  <a:lnTo>
                    <a:pt x="18211191" y="1028725"/>
                  </a:lnTo>
                  <a:lnTo>
                    <a:pt x="18211191" y="1014615"/>
                  </a:lnTo>
                  <a:lnTo>
                    <a:pt x="18287391" y="1014615"/>
                  </a:lnTo>
                  <a:lnTo>
                    <a:pt x="18287391" y="986066"/>
                  </a:lnTo>
                  <a:lnTo>
                    <a:pt x="18211191" y="986066"/>
                  </a:lnTo>
                  <a:lnTo>
                    <a:pt x="18211191" y="703529"/>
                  </a:lnTo>
                  <a:lnTo>
                    <a:pt x="18287391" y="703529"/>
                  </a:lnTo>
                  <a:lnTo>
                    <a:pt x="18287391" y="674966"/>
                  </a:lnTo>
                  <a:lnTo>
                    <a:pt x="18211191" y="674966"/>
                  </a:lnTo>
                  <a:lnTo>
                    <a:pt x="18211191" y="392430"/>
                  </a:lnTo>
                  <a:lnTo>
                    <a:pt x="18287391" y="392430"/>
                  </a:lnTo>
                  <a:lnTo>
                    <a:pt x="18287391" y="363880"/>
                  </a:lnTo>
                  <a:lnTo>
                    <a:pt x="18211191" y="363880"/>
                  </a:lnTo>
                  <a:lnTo>
                    <a:pt x="18211191" y="81330"/>
                  </a:lnTo>
                  <a:lnTo>
                    <a:pt x="18287391" y="81330"/>
                  </a:lnTo>
                  <a:lnTo>
                    <a:pt x="18287391" y="52781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280887" y="11"/>
              <a:ext cx="3721100" cy="1029335"/>
            </a:xfrm>
            <a:custGeom>
              <a:avLst/>
              <a:gdLst/>
              <a:ahLst/>
              <a:cxnLst/>
              <a:rect l="l" t="t" r="r" b="b"/>
              <a:pathLst>
                <a:path w="3721100" h="1029335">
                  <a:moveTo>
                    <a:pt x="3721100" y="52781"/>
                  </a:moveTo>
                  <a:lnTo>
                    <a:pt x="3441700" y="52781"/>
                  </a:lnTo>
                  <a:lnTo>
                    <a:pt x="3441700" y="0"/>
                  </a:lnTo>
                  <a:lnTo>
                    <a:pt x="3416300" y="0"/>
                  </a:lnTo>
                  <a:lnTo>
                    <a:pt x="3416300" y="986066"/>
                  </a:lnTo>
                  <a:lnTo>
                    <a:pt x="3136900" y="986066"/>
                  </a:lnTo>
                  <a:lnTo>
                    <a:pt x="3136900" y="703529"/>
                  </a:lnTo>
                  <a:lnTo>
                    <a:pt x="3416300" y="703529"/>
                  </a:lnTo>
                  <a:lnTo>
                    <a:pt x="3416300" y="674966"/>
                  </a:lnTo>
                  <a:lnTo>
                    <a:pt x="3136900" y="674966"/>
                  </a:lnTo>
                  <a:lnTo>
                    <a:pt x="3136900" y="392430"/>
                  </a:lnTo>
                  <a:lnTo>
                    <a:pt x="3416300" y="392430"/>
                  </a:lnTo>
                  <a:lnTo>
                    <a:pt x="3416300" y="363880"/>
                  </a:lnTo>
                  <a:lnTo>
                    <a:pt x="3136900" y="363880"/>
                  </a:lnTo>
                  <a:lnTo>
                    <a:pt x="3136900" y="81330"/>
                  </a:lnTo>
                  <a:lnTo>
                    <a:pt x="3416300" y="81330"/>
                  </a:lnTo>
                  <a:lnTo>
                    <a:pt x="3416300" y="52781"/>
                  </a:lnTo>
                  <a:lnTo>
                    <a:pt x="3136900" y="52781"/>
                  </a:lnTo>
                  <a:lnTo>
                    <a:pt x="3136900" y="0"/>
                  </a:lnTo>
                  <a:lnTo>
                    <a:pt x="3098800" y="0"/>
                  </a:lnTo>
                  <a:lnTo>
                    <a:pt x="3098800" y="986066"/>
                  </a:lnTo>
                  <a:lnTo>
                    <a:pt x="2819400" y="986066"/>
                  </a:lnTo>
                  <a:lnTo>
                    <a:pt x="2819400" y="703529"/>
                  </a:lnTo>
                  <a:lnTo>
                    <a:pt x="3098800" y="703529"/>
                  </a:lnTo>
                  <a:lnTo>
                    <a:pt x="3098800" y="674966"/>
                  </a:lnTo>
                  <a:lnTo>
                    <a:pt x="2819400" y="674966"/>
                  </a:lnTo>
                  <a:lnTo>
                    <a:pt x="2819400" y="392430"/>
                  </a:lnTo>
                  <a:lnTo>
                    <a:pt x="3098800" y="392430"/>
                  </a:lnTo>
                  <a:lnTo>
                    <a:pt x="3098800" y="363880"/>
                  </a:lnTo>
                  <a:lnTo>
                    <a:pt x="2819400" y="363880"/>
                  </a:lnTo>
                  <a:lnTo>
                    <a:pt x="2819400" y="81330"/>
                  </a:lnTo>
                  <a:lnTo>
                    <a:pt x="3098800" y="81330"/>
                  </a:lnTo>
                  <a:lnTo>
                    <a:pt x="3098800" y="52781"/>
                  </a:lnTo>
                  <a:lnTo>
                    <a:pt x="2819400" y="52781"/>
                  </a:lnTo>
                  <a:lnTo>
                    <a:pt x="2819400" y="0"/>
                  </a:lnTo>
                  <a:lnTo>
                    <a:pt x="2794000" y="0"/>
                  </a:lnTo>
                  <a:lnTo>
                    <a:pt x="2794000" y="986066"/>
                  </a:lnTo>
                  <a:lnTo>
                    <a:pt x="2514600" y="986066"/>
                  </a:lnTo>
                  <a:lnTo>
                    <a:pt x="2514600" y="703529"/>
                  </a:lnTo>
                  <a:lnTo>
                    <a:pt x="2794000" y="703529"/>
                  </a:lnTo>
                  <a:lnTo>
                    <a:pt x="2794000" y="674966"/>
                  </a:lnTo>
                  <a:lnTo>
                    <a:pt x="2514600" y="674966"/>
                  </a:lnTo>
                  <a:lnTo>
                    <a:pt x="2514600" y="392430"/>
                  </a:lnTo>
                  <a:lnTo>
                    <a:pt x="2794000" y="392430"/>
                  </a:lnTo>
                  <a:lnTo>
                    <a:pt x="2794000" y="363880"/>
                  </a:lnTo>
                  <a:lnTo>
                    <a:pt x="2514600" y="363880"/>
                  </a:lnTo>
                  <a:lnTo>
                    <a:pt x="2514600" y="81330"/>
                  </a:lnTo>
                  <a:lnTo>
                    <a:pt x="2794000" y="81330"/>
                  </a:lnTo>
                  <a:lnTo>
                    <a:pt x="2794000" y="52781"/>
                  </a:lnTo>
                  <a:lnTo>
                    <a:pt x="2514600" y="52781"/>
                  </a:lnTo>
                  <a:lnTo>
                    <a:pt x="2514600" y="0"/>
                  </a:lnTo>
                  <a:lnTo>
                    <a:pt x="2476500" y="0"/>
                  </a:lnTo>
                  <a:lnTo>
                    <a:pt x="2476500" y="986066"/>
                  </a:lnTo>
                  <a:lnTo>
                    <a:pt x="2197100" y="986066"/>
                  </a:lnTo>
                  <a:lnTo>
                    <a:pt x="2197100" y="703529"/>
                  </a:lnTo>
                  <a:lnTo>
                    <a:pt x="2476500" y="703529"/>
                  </a:lnTo>
                  <a:lnTo>
                    <a:pt x="2476500" y="674966"/>
                  </a:lnTo>
                  <a:lnTo>
                    <a:pt x="2197100" y="674966"/>
                  </a:lnTo>
                  <a:lnTo>
                    <a:pt x="2197100" y="392430"/>
                  </a:lnTo>
                  <a:lnTo>
                    <a:pt x="2476500" y="392430"/>
                  </a:lnTo>
                  <a:lnTo>
                    <a:pt x="2476500" y="363880"/>
                  </a:lnTo>
                  <a:lnTo>
                    <a:pt x="2197100" y="363880"/>
                  </a:lnTo>
                  <a:lnTo>
                    <a:pt x="2197100" y="81330"/>
                  </a:lnTo>
                  <a:lnTo>
                    <a:pt x="2476500" y="81330"/>
                  </a:lnTo>
                  <a:lnTo>
                    <a:pt x="2476500" y="52781"/>
                  </a:lnTo>
                  <a:lnTo>
                    <a:pt x="2197100" y="52781"/>
                  </a:lnTo>
                  <a:lnTo>
                    <a:pt x="2197100" y="0"/>
                  </a:lnTo>
                  <a:lnTo>
                    <a:pt x="2171700" y="0"/>
                  </a:lnTo>
                  <a:lnTo>
                    <a:pt x="2171700" y="986066"/>
                  </a:lnTo>
                  <a:lnTo>
                    <a:pt x="1892300" y="986066"/>
                  </a:lnTo>
                  <a:lnTo>
                    <a:pt x="1892300" y="703529"/>
                  </a:lnTo>
                  <a:lnTo>
                    <a:pt x="2171700" y="703529"/>
                  </a:lnTo>
                  <a:lnTo>
                    <a:pt x="2171700" y="674966"/>
                  </a:lnTo>
                  <a:lnTo>
                    <a:pt x="1892300" y="674966"/>
                  </a:lnTo>
                  <a:lnTo>
                    <a:pt x="1892300" y="392430"/>
                  </a:lnTo>
                  <a:lnTo>
                    <a:pt x="2171700" y="392430"/>
                  </a:lnTo>
                  <a:lnTo>
                    <a:pt x="2171700" y="363880"/>
                  </a:lnTo>
                  <a:lnTo>
                    <a:pt x="1892300" y="363880"/>
                  </a:lnTo>
                  <a:lnTo>
                    <a:pt x="1892300" y="81330"/>
                  </a:lnTo>
                  <a:lnTo>
                    <a:pt x="2171700" y="81330"/>
                  </a:lnTo>
                  <a:lnTo>
                    <a:pt x="2171700" y="52781"/>
                  </a:lnTo>
                  <a:lnTo>
                    <a:pt x="1892300" y="52781"/>
                  </a:lnTo>
                  <a:lnTo>
                    <a:pt x="1892300" y="0"/>
                  </a:lnTo>
                  <a:lnTo>
                    <a:pt x="1854200" y="0"/>
                  </a:lnTo>
                  <a:lnTo>
                    <a:pt x="1854200" y="986066"/>
                  </a:lnTo>
                  <a:lnTo>
                    <a:pt x="1574800" y="986066"/>
                  </a:lnTo>
                  <a:lnTo>
                    <a:pt x="1574800" y="703529"/>
                  </a:lnTo>
                  <a:lnTo>
                    <a:pt x="1854200" y="703529"/>
                  </a:lnTo>
                  <a:lnTo>
                    <a:pt x="1854200" y="674966"/>
                  </a:lnTo>
                  <a:lnTo>
                    <a:pt x="1574800" y="674966"/>
                  </a:lnTo>
                  <a:lnTo>
                    <a:pt x="1574800" y="392430"/>
                  </a:lnTo>
                  <a:lnTo>
                    <a:pt x="1854200" y="392430"/>
                  </a:lnTo>
                  <a:lnTo>
                    <a:pt x="1854200" y="363880"/>
                  </a:lnTo>
                  <a:lnTo>
                    <a:pt x="1574800" y="363880"/>
                  </a:lnTo>
                  <a:lnTo>
                    <a:pt x="1574800" y="81330"/>
                  </a:lnTo>
                  <a:lnTo>
                    <a:pt x="1854200" y="81330"/>
                  </a:lnTo>
                  <a:lnTo>
                    <a:pt x="1854200" y="52781"/>
                  </a:lnTo>
                  <a:lnTo>
                    <a:pt x="1574800" y="52781"/>
                  </a:lnTo>
                  <a:lnTo>
                    <a:pt x="1574800" y="0"/>
                  </a:lnTo>
                  <a:lnTo>
                    <a:pt x="1549400" y="0"/>
                  </a:lnTo>
                  <a:lnTo>
                    <a:pt x="1549400" y="986066"/>
                  </a:lnTo>
                  <a:lnTo>
                    <a:pt x="1270000" y="986066"/>
                  </a:lnTo>
                  <a:lnTo>
                    <a:pt x="1270000" y="703529"/>
                  </a:lnTo>
                  <a:lnTo>
                    <a:pt x="1549400" y="703529"/>
                  </a:lnTo>
                  <a:lnTo>
                    <a:pt x="1549400" y="674966"/>
                  </a:lnTo>
                  <a:lnTo>
                    <a:pt x="1270000" y="674966"/>
                  </a:lnTo>
                  <a:lnTo>
                    <a:pt x="1270000" y="392430"/>
                  </a:lnTo>
                  <a:lnTo>
                    <a:pt x="1549400" y="392430"/>
                  </a:lnTo>
                  <a:lnTo>
                    <a:pt x="1549400" y="363880"/>
                  </a:lnTo>
                  <a:lnTo>
                    <a:pt x="1270000" y="363880"/>
                  </a:lnTo>
                  <a:lnTo>
                    <a:pt x="1270000" y="81330"/>
                  </a:lnTo>
                  <a:lnTo>
                    <a:pt x="1549400" y="81330"/>
                  </a:lnTo>
                  <a:lnTo>
                    <a:pt x="1549400" y="52781"/>
                  </a:lnTo>
                  <a:lnTo>
                    <a:pt x="1270000" y="52781"/>
                  </a:lnTo>
                  <a:lnTo>
                    <a:pt x="1270000" y="0"/>
                  </a:lnTo>
                  <a:lnTo>
                    <a:pt x="1231900" y="0"/>
                  </a:lnTo>
                  <a:lnTo>
                    <a:pt x="1231900" y="986066"/>
                  </a:lnTo>
                  <a:lnTo>
                    <a:pt x="952500" y="986066"/>
                  </a:lnTo>
                  <a:lnTo>
                    <a:pt x="952500" y="703529"/>
                  </a:lnTo>
                  <a:lnTo>
                    <a:pt x="1231900" y="703529"/>
                  </a:lnTo>
                  <a:lnTo>
                    <a:pt x="1231900" y="674966"/>
                  </a:lnTo>
                  <a:lnTo>
                    <a:pt x="952500" y="674966"/>
                  </a:lnTo>
                  <a:lnTo>
                    <a:pt x="952500" y="392430"/>
                  </a:lnTo>
                  <a:lnTo>
                    <a:pt x="1231900" y="392430"/>
                  </a:lnTo>
                  <a:lnTo>
                    <a:pt x="1231900" y="363880"/>
                  </a:lnTo>
                  <a:lnTo>
                    <a:pt x="952500" y="363880"/>
                  </a:lnTo>
                  <a:lnTo>
                    <a:pt x="952500" y="81330"/>
                  </a:lnTo>
                  <a:lnTo>
                    <a:pt x="1231900" y="81330"/>
                  </a:lnTo>
                  <a:lnTo>
                    <a:pt x="1231900" y="52781"/>
                  </a:lnTo>
                  <a:lnTo>
                    <a:pt x="952500" y="52781"/>
                  </a:lnTo>
                  <a:lnTo>
                    <a:pt x="952500" y="0"/>
                  </a:lnTo>
                  <a:lnTo>
                    <a:pt x="927100" y="0"/>
                  </a:lnTo>
                  <a:lnTo>
                    <a:pt x="927100" y="986066"/>
                  </a:lnTo>
                  <a:lnTo>
                    <a:pt x="647700" y="986066"/>
                  </a:lnTo>
                  <a:lnTo>
                    <a:pt x="647700" y="703529"/>
                  </a:lnTo>
                  <a:lnTo>
                    <a:pt x="927100" y="703529"/>
                  </a:lnTo>
                  <a:lnTo>
                    <a:pt x="927100" y="674966"/>
                  </a:lnTo>
                  <a:lnTo>
                    <a:pt x="647700" y="674966"/>
                  </a:lnTo>
                  <a:lnTo>
                    <a:pt x="647700" y="392430"/>
                  </a:lnTo>
                  <a:lnTo>
                    <a:pt x="927100" y="392430"/>
                  </a:lnTo>
                  <a:lnTo>
                    <a:pt x="927100" y="363880"/>
                  </a:lnTo>
                  <a:lnTo>
                    <a:pt x="647700" y="363880"/>
                  </a:lnTo>
                  <a:lnTo>
                    <a:pt x="647700" y="81330"/>
                  </a:lnTo>
                  <a:lnTo>
                    <a:pt x="927100" y="81330"/>
                  </a:lnTo>
                  <a:lnTo>
                    <a:pt x="927100" y="52781"/>
                  </a:lnTo>
                  <a:lnTo>
                    <a:pt x="647700" y="52781"/>
                  </a:lnTo>
                  <a:lnTo>
                    <a:pt x="647700" y="0"/>
                  </a:lnTo>
                  <a:lnTo>
                    <a:pt x="609600" y="0"/>
                  </a:lnTo>
                  <a:lnTo>
                    <a:pt x="609600" y="986066"/>
                  </a:lnTo>
                  <a:lnTo>
                    <a:pt x="330200" y="986066"/>
                  </a:lnTo>
                  <a:lnTo>
                    <a:pt x="330200" y="703529"/>
                  </a:lnTo>
                  <a:lnTo>
                    <a:pt x="609600" y="703529"/>
                  </a:lnTo>
                  <a:lnTo>
                    <a:pt x="609600" y="674966"/>
                  </a:lnTo>
                  <a:lnTo>
                    <a:pt x="330200" y="674966"/>
                  </a:lnTo>
                  <a:lnTo>
                    <a:pt x="330200" y="392430"/>
                  </a:lnTo>
                  <a:lnTo>
                    <a:pt x="609600" y="392430"/>
                  </a:lnTo>
                  <a:lnTo>
                    <a:pt x="609600" y="363880"/>
                  </a:lnTo>
                  <a:lnTo>
                    <a:pt x="330200" y="363880"/>
                  </a:lnTo>
                  <a:lnTo>
                    <a:pt x="330200" y="81330"/>
                  </a:lnTo>
                  <a:lnTo>
                    <a:pt x="609600" y="81330"/>
                  </a:lnTo>
                  <a:lnTo>
                    <a:pt x="609600" y="52781"/>
                  </a:lnTo>
                  <a:lnTo>
                    <a:pt x="330200" y="52781"/>
                  </a:lnTo>
                  <a:lnTo>
                    <a:pt x="330200" y="0"/>
                  </a:lnTo>
                  <a:lnTo>
                    <a:pt x="304800" y="0"/>
                  </a:lnTo>
                  <a:lnTo>
                    <a:pt x="304800" y="986066"/>
                  </a:lnTo>
                  <a:lnTo>
                    <a:pt x="25400" y="986066"/>
                  </a:lnTo>
                  <a:lnTo>
                    <a:pt x="25400" y="703529"/>
                  </a:lnTo>
                  <a:lnTo>
                    <a:pt x="304800" y="703529"/>
                  </a:lnTo>
                  <a:lnTo>
                    <a:pt x="304800" y="674966"/>
                  </a:lnTo>
                  <a:lnTo>
                    <a:pt x="25400" y="674966"/>
                  </a:lnTo>
                  <a:lnTo>
                    <a:pt x="25400" y="392430"/>
                  </a:lnTo>
                  <a:lnTo>
                    <a:pt x="304800" y="392430"/>
                  </a:lnTo>
                  <a:lnTo>
                    <a:pt x="304800" y="363880"/>
                  </a:lnTo>
                  <a:lnTo>
                    <a:pt x="25400" y="363880"/>
                  </a:lnTo>
                  <a:lnTo>
                    <a:pt x="25400" y="81330"/>
                  </a:lnTo>
                  <a:lnTo>
                    <a:pt x="304800" y="81330"/>
                  </a:lnTo>
                  <a:lnTo>
                    <a:pt x="304800" y="52781"/>
                  </a:lnTo>
                  <a:lnTo>
                    <a:pt x="25400" y="52781"/>
                  </a:lnTo>
                  <a:lnTo>
                    <a:pt x="25400" y="0"/>
                  </a:lnTo>
                  <a:lnTo>
                    <a:pt x="0" y="0"/>
                  </a:lnTo>
                  <a:lnTo>
                    <a:pt x="0" y="1028725"/>
                  </a:lnTo>
                  <a:lnTo>
                    <a:pt x="25400" y="1028725"/>
                  </a:lnTo>
                  <a:lnTo>
                    <a:pt x="25400" y="1014615"/>
                  </a:lnTo>
                  <a:lnTo>
                    <a:pt x="304800" y="1014615"/>
                  </a:lnTo>
                  <a:lnTo>
                    <a:pt x="304800" y="1028725"/>
                  </a:lnTo>
                  <a:lnTo>
                    <a:pt x="330200" y="1028725"/>
                  </a:lnTo>
                  <a:lnTo>
                    <a:pt x="330200" y="1014615"/>
                  </a:lnTo>
                  <a:lnTo>
                    <a:pt x="609600" y="1014615"/>
                  </a:lnTo>
                  <a:lnTo>
                    <a:pt x="609600" y="1028725"/>
                  </a:lnTo>
                  <a:lnTo>
                    <a:pt x="647700" y="1028725"/>
                  </a:lnTo>
                  <a:lnTo>
                    <a:pt x="647700" y="1014615"/>
                  </a:lnTo>
                  <a:lnTo>
                    <a:pt x="927100" y="1014615"/>
                  </a:lnTo>
                  <a:lnTo>
                    <a:pt x="927100" y="1028725"/>
                  </a:lnTo>
                  <a:lnTo>
                    <a:pt x="952500" y="1028725"/>
                  </a:lnTo>
                  <a:lnTo>
                    <a:pt x="952500" y="1014615"/>
                  </a:lnTo>
                  <a:lnTo>
                    <a:pt x="1231900" y="1014615"/>
                  </a:lnTo>
                  <a:lnTo>
                    <a:pt x="1231900" y="1028725"/>
                  </a:lnTo>
                  <a:lnTo>
                    <a:pt x="1270000" y="1028725"/>
                  </a:lnTo>
                  <a:lnTo>
                    <a:pt x="1270000" y="1014615"/>
                  </a:lnTo>
                  <a:lnTo>
                    <a:pt x="1549400" y="1014615"/>
                  </a:lnTo>
                  <a:lnTo>
                    <a:pt x="1549400" y="1028725"/>
                  </a:lnTo>
                  <a:lnTo>
                    <a:pt x="1574800" y="1028725"/>
                  </a:lnTo>
                  <a:lnTo>
                    <a:pt x="1574800" y="1014615"/>
                  </a:lnTo>
                  <a:lnTo>
                    <a:pt x="1854200" y="1014615"/>
                  </a:lnTo>
                  <a:lnTo>
                    <a:pt x="1854200" y="1028725"/>
                  </a:lnTo>
                  <a:lnTo>
                    <a:pt x="1892300" y="1028725"/>
                  </a:lnTo>
                  <a:lnTo>
                    <a:pt x="1892300" y="1014615"/>
                  </a:lnTo>
                  <a:lnTo>
                    <a:pt x="2171700" y="1014615"/>
                  </a:lnTo>
                  <a:lnTo>
                    <a:pt x="2171700" y="1028725"/>
                  </a:lnTo>
                  <a:lnTo>
                    <a:pt x="2197100" y="1028725"/>
                  </a:lnTo>
                  <a:lnTo>
                    <a:pt x="2197100" y="1014615"/>
                  </a:lnTo>
                  <a:lnTo>
                    <a:pt x="2476500" y="1014615"/>
                  </a:lnTo>
                  <a:lnTo>
                    <a:pt x="2476500" y="1028725"/>
                  </a:lnTo>
                  <a:lnTo>
                    <a:pt x="2514600" y="1028725"/>
                  </a:lnTo>
                  <a:lnTo>
                    <a:pt x="2514600" y="1014615"/>
                  </a:lnTo>
                  <a:lnTo>
                    <a:pt x="2794000" y="1014615"/>
                  </a:lnTo>
                  <a:lnTo>
                    <a:pt x="2794000" y="1028725"/>
                  </a:lnTo>
                  <a:lnTo>
                    <a:pt x="2819400" y="1028725"/>
                  </a:lnTo>
                  <a:lnTo>
                    <a:pt x="2819400" y="1014615"/>
                  </a:lnTo>
                  <a:lnTo>
                    <a:pt x="3098800" y="1014615"/>
                  </a:lnTo>
                  <a:lnTo>
                    <a:pt x="3098800" y="1028725"/>
                  </a:lnTo>
                  <a:lnTo>
                    <a:pt x="3136900" y="1028725"/>
                  </a:lnTo>
                  <a:lnTo>
                    <a:pt x="3136900" y="1014615"/>
                  </a:lnTo>
                  <a:lnTo>
                    <a:pt x="3416300" y="1014615"/>
                  </a:lnTo>
                  <a:lnTo>
                    <a:pt x="3416300" y="1028725"/>
                  </a:lnTo>
                  <a:lnTo>
                    <a:pt x="3441700" y="1028725"/>
                  </a:lnTo>
                  <a:lnTo>
                    <a:pt x="3441700" y="1014615"/>
                  </a:lnTo>
                  <a:lnTo>
                    <a:pt x="3721100" y="1014615"/>
                  </a:lnTo>
                  <a:lnTo>
                    <a:pt x="3721100" y="986066"/>
                  </a:lnTo>
                  <a:lnTo>
                    <a:pt x="3441700" y="986066"/>
                  </a:lnTo>
                  <a:lnTo>
                    <a:pt x="3441700" y="703529"/>
                  </a:lnTo>
                  <a:lnTo>
                    <a:pt x="3721100" y="703529"/>
                  </a:lnTo>
                  <a:lnTo>
                    <a:pt x="3721100" y="674966"/>
                  </a:lnTo>
                  <a:lnTo>
                    <a:pt x="3441700" y="674966"/>
                  </a:lnTo>
                  <a:lnTo>
                    <a:pt x="3441700" y="392430"/>
                  </a:lnTo>
                  <a:lnTo>
                    <a:pt x="3721100" y="392430"/>
                  </a:lnTo>
                  <a:lnTo>
                    <a:pt x="3721100" y="363880"/>
                  </a:lnTo>
                  <a:lnTo>
                    <a:pt x="3441700" y="363880"/>
                  </a:lnTo>
                  <a:lnTo>
                    <a:pt x="3441700" y="81330"/>
                  </a:lnTo>
                  <a:lnTo>
                    <a:pt x="3721100" y="81330"/>
                  </a:lnTo>
                  <a:lnTo>
                    <a:pt x="3721100" y="52781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57695" cy="190387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325355" cy="313037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80641" y="0"/>
              <a:ext cx="3925788" cy="3051686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129286" y="1482362"/>
            <a:ext cx="402907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45" b="0">
                <a:latin typeface="Trebuchet MS"/>
                <a:cs typeface="Trebuchet MS"/>
              </a:rPr>
              <a:t>4.2</a:t>
            </a:r>
            <a:r>
              <a:rPr dirty="0" sz="4000" spc="-195" b="0">
                <a:latin typeface="Trebuchet MS"/>
                <a:cs typeface="Trebuchet MS"/>
              </a:rPr>
              <a:t> </a:t>
            </a:r>
            <a:r>
              <a:rPr dirty="0" sz="4000" spc="120" b="0">
                <a:latin typeface="Trebuchet MS"/>
                <a:cs typeface="Trebuchet MS"/>
              </a:rPr>
              <a:t>Service</a:t>
            </a:r>
            <a:r>
              <a:rPr dirty="0" sz="4000" spc="-190" b="0">
                <a:latin typeface="Trebuchet MS"/>
                <a:cs typeface="Trebuchet MS"/>
              </a:rPr>
              <a:t> </a:t>
            </a:r>
            <a:r>
              <a:rPr dirty="0" sz="4000" spc="250" b="0">
                <a:latin typeface="Trebuchet MS"/>
                <a:cs typeface="Trebuchet MS"/>
              </a:rPr>
              <a:t>Įayer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128439" y="3227892"/>
            <a:ext cx="3166745" cy="495935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2000" spc="105" b="1">
                <a:solidFill>
                  <a:srgbClr val="000440"/>
                </a:solidFill>
                <a:latin typeface="Trebuchet MS"/>
                <a:cs typeface="Trebuchet MS"/>
              </a:rPr>
              <a:t>Meed</a:t>
            </a:r>
            <a:r>
              <a:rPr dirty="0" sz="2000" spc="-13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 b="1">
                <a:solidFill>
                  <a:srgbClr val="000440"/>
                </a:solidFill>
                <a:latin typeface="Trebuchet MS"/>
                <a:cs typeface="Trebuchet MS"/>
              </a:rPr>
              <a:t>TrackerService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00" spc="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moods:</a:t>
            </a:r>
            <a:r>
              <a:rPr dirty="0" sz="2000" spc="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000440"/>
                </a:solidFill>
                <a:latin typeface="Trebuchet MS"/>
                <a:cs typeface="Trebuchet MS"/>
              </a:rPr>
              <a:t>Įist&lt;MoodEntry&gt;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 spc="45">
                <a:solidFill>
                  <a:srgbClr val="000440"/>
                </a:solidFill>
                <a:latin typeface="Trebuchet MS"/>
                <a:cs typeface="Trebuchet MS"/>
              </a:rPr>
              <a:t>+addMood(mood:</a:t>
            </a:r>
            <a:r>
              <a:rPr dirty="0" sz="200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String)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+getAll():</a:t>
            </a:r>
            <a:r>
              <a:rPr dirty="0" sz="200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000440"/>
                </a:solidFill>
                <a:latin typeface="Trebuchet MS"/>
                <a:cs typeface="Trebuchet MS"/>
              </a:rPr>
              <a:t>Įist&lt;MoodEntry&gt;</a:t>
            </a:r>
            <a:endParaRPr sz="2000">
              <a:latin typeface="Trebuchet MS"/>
              <a:cs typeface="Trebuchet MS"/>
            </a:endParaRPr>
          </a:p>
          <a:p>
            <a:pPr algn="ctr" marL="78740" marR="71120">
              <a:lnSpc>
                <a:spcPct val="115599"/>
              </a:lnSpc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000440"/>
                </a:solidFill>
                <a:latin typeface="Trebuchet MS"/>
                <a:cs typeface="Trebuchet MS"/>
              </a:rPr>
              <a:t>getMoodsForDate(date)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calculate</a:t>
            </a:r>
            <a:r>
              <a:rPr dirty="0" sz="200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000440"/>
                </a:solidFill>
                <a:latin typeface="Trebuchet MS"/>
                <a:cs typeface="Trebuchet MS"/>
              </a:rPr>
              <a:t>AverageMood()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getRecent</a:t>
            </a:r>
            <a:r>
              <a:rPr dirty="0" sz="2000" spc="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35">
                <a:solidFill>
                  <a:srgbClr val="000440"/>
                </a:solidFill>
                <a:latin typeface="Trebuchet MS"/>
                <a:cs typeface="Trebuchet MS"/>
              </a:rPr>
              <a:t>ľrend()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 spc="-10" b="1">
                <a:solidFill>
                  <a:srgbClr val="000440"/>
                </a:solidFill>
                <a:latin typeface="Trebuchet MS"/>
                <a:cs typeface="Trebuchet MS"/>
              </a:rPr>
              <a:t>HabitTrackerService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 spc="-95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habits:</a:t>
            </a:r>
            <a:r>
              <a:rPr dirty="0" sz="2000" spc="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Map&lt;String,</a:t>
            </a:r>
            <a:r>
              <a:rPr dirty="0" sz="2000" spc="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Habit&gt;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 spc="-20">
                <a:solidFill>
                  <a:srgbClr val="000440"/>
                </a:solidFill>
                <a:latin typeface="Trebuchet MS"/>
                <a:cs typeface="Trebuchet MS"/>
              </a:rPr>
              <a:t>+ereateHabit(name,</a:t>
            </a:r>
            <a:r>
              <a:rPr dirty="0" sz="200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20">
                <a:solidFill>
                  <a:srgbClr val="000440"/>
                </a:solidFill>
                <a:latin typeface="Trebuchet MS"/>
                <a:cs typeface="Trebuchet MS"/>
              </a:rPr>
              <a:t>desc)</a:t>
            </a:r>
            <a:endParaRPr sz="2000">
              <a:latin typeface="Trebuchet MS"/>
              <a:cs typeface="Trebuchet MS"/>
            </a:endParaRPr>
          </a:p>
          <a:p>
            <a:pPr algn="ctr" marL="116839" marR="109220">
              <a:lnSpc>
                <a:spcPct val="115599"/>
              </a:lnSpc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000440"/>
                </a:solidFill>
                <a:latin typeface="Trebuchet MS"/>
                <a:cs typeface="Trebuchet MS"/>
              </a:rPr>
              <a:t>getHabit(name):</a:t>
            </a:r>
            <a:r>
              <a:rPr dirty="0" sz="20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Habit</a:t>
            </a:r>
            <a:r>
              <a:rPr dirty="0" sz="20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50">
                <a:solidFill>
                  <a:srgbClr val="000440"/>
                </a:solidFill>
                <a:latin typeface="Trebuchet MS"/>
                <a:cs typeface="Trebuchet MS"/>
              </a:rPr>
              <a:t>+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markHabitDone(name)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getAll():</a:t>
            </a:r>
            <a:r>
              <a:rPr dirty="0" sz="20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Įist&lt;Habit&gt;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000440"/>
                </a:solidFill>
                <a:latin typeface="Trebuchet MS"/>
                <a:cs typeface="Trebuchet MS"/>
              </a:rPr>
              <a:t>getľopStreaks()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381877" y="2795964"/>
            <a:ext cx="3524250" cy="636905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2000" spc="45" b="1">
                <a:solidFill>
                  <a:srgbClr val="000440"/>
                </a:solidFill>
                <a:latin typeface="Trebuchet MS"/>
                <a:cs typeface="Trebuchet MS"/>
              </a:rPr>
              <a:t>UserService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users: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Map&lt;String,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000440"/>
                </a:solidFill>
                <a:latin typeface="Trebuchet MS"/>
                <a:cs typeface="Trebuchet MS"/>
              </a:rPr>
              <a:t>User&gt;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+register(user,</a:t>
            </a:r>
            <a:r>
              <a:rPr dirty="0" sz="200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pass)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+authenticate(user,</a:t>
            </a:r>
            <a:r>
              <a:rPr dirty="0" sz="200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pass)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userExists(username)</a:t>
            </a:r>
            <a:endParaRPr sz="2000">
              <a:latin typeface="Trebuchet MS"/>
              <a:cs typeface="Trebuchet MS"/>
            </a:endParaRPr>
          </a:p>
          <a:p>
            <a:pPr algn="ctr" marL="503555" marR="495934" indent="-635">
              <a:lnSpc>
                <a:spcPct val="115599"/>
              </a:lnSpc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000440"/>
                </a:solidFill>
                <a:latin typeface="Trebuchet MS"/>
                <a:cs typeface="Trebuchet MS"/>
              </a:rPr>
              <a:t>saveUsers() </a:t>
            </a:r>
            <a:r>
              <a:rPr dirty="0" sz="2000" spc="50" b="1">
                <a:solidFill>
                  <a:srgbClr val="000440"/>
                </a:solidFill>
                <a:latin typeface="Trebuchet MS"/>
                <a:cs typeface="Trebuchet MS"/>
              </a:rPr>
              <a:t>SterageService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(Static</a:t>
            </a:r>
            <a:r>
              <a:rPr dirty="0" sz="20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000440"/>
                </a:solidFill>
                <a:latin typeface="Trebuchet MS"/>
                <a:cs typeface="Trebuchet MS"/>
              </a:rPr>
              <a:t>utility</a:t>
            </a:r>
            <a:r>
              <a:rPr dirty="0" sz="200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000440"/>
                </a:solidFill>
                <a:latin typeface="Trebuchet MS"/>
                <a:cs typeface="Trebuchet MS"/>
              </a:rPr>
              <a:t>class)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saveľoFile(file,</a:t>
            </a:r>
            <a:r>
              <a:rPr dirty="0" sz="200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45">
                <a:solidFill>
                  <a:srgbClr val="000440"/>
                </a:solidFill>
                <a:latin typeface="Trebuchet MS"/>
                <a:cs typeface="Trebuchet MS"/>
              </a:rPr>
              <a:t>data...)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 spc="-30">
                <a:solidFill>
                  <a:srgbClr val="000440"/>
                </a:solidFill>
                <a:latin typeface="Trebuchet MS"/>
                <a:cs typeface="Trebuchet MS"/>
              </a:rPr>
              <a:t>+HeadFromFile(file,</a:t>
            </a:r>
            <a:r>
              <a:rPr dirty="0" sz="200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35">
                <a:solidFill>
                  <a:srgbClr val="000440"/>
                </a:solidFill>
                <a:latin typeface="Trebuchet MS"/>
                <a:cs typeface="Trebuchet MS"/>
              </a:rPr>
              <a:t>services...)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serialize(object)</a:t>
            </a:r>
            <a:endParaRPr sz="2000">
              <a:latin typeface="Trebuchet MS"/>
              <a:cs typeface="Trebuchet MS"/>
            </a:endParaRPr>
          </a:p>
          <a:p>
            <a:pPr algn="ctr" marL="601980" marR="594360">
              <a:lnSpc>
                <a:spcPct val="115599"/>
              </a:lnSpc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deserialize(data) </a:t>
            </a:r>
            <a:r>
              <a:rPr dirty="0" sz="2000" spc="70" b="1">
                <a:solidFill>
                  <a:srgbClr val="000440"/>
                </a:solidFill>
                <a:latin typeface="Trebuchet MS"/>
                <a:cs typeface="Trebuchet MS"/>
              </a:rPr>
              <a:t>QuotesManager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quotes: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000440"/>
                </a:solidFill>
                <a:latin typeface="Trebuchet MS"/>
                <a:cs typeface="Trebuchet MS"/>
              </a:rPr>
              <a:t>Įist&lt;String&gt;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-1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000440"/>
                </a:solidFill>
                <a:latin typeface="Trebuchet MS"/>
                <a:cs typeface="Trebuchet MS"/>
              </a:rPr>
              <a:t>getRandom</a:t>
            </a:r>
            <a:r>
              <a:rPr dirty="0" sz="20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Quote()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 spc="50">
                <a:solidFill>
                  <a:srgbClr val="000440"/>
                </a:solidFill>
                <a:latin typeface="Trebuchet MS"/>
                <a:cs typeface="Trebuchet MS"/>
              </a:rPr>
              <a:t>+getQuoteByMood(mood)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addFavorite(quote)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getFavorites()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729780" y="3526215"/>
            <a:ext cx="3634740" cy="24923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2000" spc="60" b="1">
                <a:solidFill>
                  <a:srgbClr val="000440"/>
                </a:solidFill>
                <a:latin typeface="Trebuchet MS"/>
                <a:cs typeface="Trebuchet MS"/>
              </a:rPr>
              <a:t>ReminderManager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habitService:</a:t>
            </a:r>
            <a:r>
              <a:rPr dirty="0" sz="200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Habit</a:t>
            </a:r>
            <a:r>
              <a:rPr dirty="0" sz="200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05">
                <a:solidFill>
                  <a:srgbClr val="000440"/>
                </a:solidFill>
                <a:latin typeface="Trebuchet MS"/>
                <a:cs typeface="Trebuchet MS"/>
              </a:rPr>
              <a:t>ľrackerSvc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0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000440"/>
                </a:solidFill>
                <a:latin typeface="Trebuchet MS"/>
                <a:cs typeface="Trebuchet MS"/>
              </a:rPr>
              <a:t>snoozed</a:t>
            </a:r>
            <a:r>
              <a:rPr dirty="0" sz="200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Reminders:</a:t>
            </a:r>
            <a:r>
              <a:rPr dirty="0" sz="200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000440"/>
                </a:solidFill>
                <a:latin typeface="Trebuchet MS"/>
                <a:cs typeface="Trebuchet MS"/>
              </a:rPr>
              <a:t>Map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 spc="45">
                <a:solidFill>
                  <a:srgbClr val="000440"/>
                </a:solidFill>
                <a:latin typeface="Trebuchet MS"/>
                <a:cs typeface="Trebuchet MS"/>
              </a:rPr>
              <a:t>+getPending</a:t>
            </a:r>
            <a:r>
              <a:rPr dirty="0" sz="200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HabitReminders()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getStressMotivation()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000440"/>
                </a:solidFill>
                <a:latin typeface="Trebuchet MS"/>
                <a:cs typeface="Trebuchet MS"/>
              </a:rPr>
              <a:t>snoozeReminder</a:t>
            </a:r>
            <a:r>
              <a:rPr dirty="0" sz="20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20">
                <a:solidFill>
                  <a:srgbClr val="000440"/>
                </a:solidFill>
                <a:latin typeface="Trebuchet MS"/>
                <a:cs typeface="Trebuchet MS"/>
              </a:rPr>
              <a:t>(id)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0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00440"/>
                </a:solidFill>
                <a:latin typeface="Trebuchet MS"/>
                <a:cs typeface="Trebuchet MS"/>
              </a:rPr>
              <a:t>dismissReminder(id)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0" y="0"/>
            <a:ext cx="18288000" cy="2455545"/>
            <a:chOff x="0" y="0"/>
            <a:chExt cx="18288000" cy="2455545"/>
          </a:xfrm>
        </p:grpSpPr>
        <p:sp>
          <p:nvSpPr>
            <p:cNvPr id="19" name="object 19" descr=""/>
            <p:cNvSpPr/>
            <p:nvPr/>
          </p:nvSpPr>
          <p:spPr>
            <a:xfrm>
              <a:off x="14527448" y="17324"/>
              <a:ext cx="1798320" cy="675005"/>
            </a:xfrm>
            <a:custGeom>
              <a:avLst/>
              <a:gdLst/>
              <a:ahLst/>
              <a:cxnLst/>
              <a:rect l="l" t="t" r="r" b="b"/>
              <a:pathLst>
                <a:path w="1798319" h="675005">
                  <a:moveTo>
                    <a:pt x="112662" y="674978"/>
                  </a:moveTo>
                  <a:lnTo>
                    <a:pt x="202164" y="674625"/>
                  </a:lnTo>
                  <a:lnTo>
                    <a:pt x="250754" y="592294"/>
                  </a:lnTo>
                  <a:lnTo>
                    <a:pt x="229558" y="670956"/>
                  </a:lnTo>
                  <a:lnTo>
                    <a:pt x="289384" y="671369"/>
                  </a:lnTo>
                  <a:lnTo>
                    <a:pt x="435797" y="668529"/>
                  </a:lnTo>
                  <a:lnTo>
                    <a:pt x="619198" y="656315"/>
                  </a:lnTo>
                  <a:lnTo>
                    <a:pt x="789987" y="628606"/>
                  </a:lnTo>
                  <a:lnTo>
                    <a:pt x="813651" y="587746"/>
                  </a:lnTo>
                  <a:lnTo>
                    <a:pt x="838345" y="525470"/>
                  </a:lnTo>
                  <a:lnTo>
                    <a:pt x="867272" y="425339"/>
                  </a:lnTo>
                  <a:lnTo>
                    <a:pt x="851968" y="611100"/>
                  </a:lnTo>
                  <a:lnTo>
                    <a:pt x="914756" y="600006"/>
                  </a:lnTo>
                  <a:lnTo>
                    <a:pt x="950832" y="536865"/>
                  </a:lnTo>
                  <a:lnTo>
                    <a:pt x="971118" y="467192"/>
                  </a:lnTo>
                  <a:lnTo>
                    <a:pt x="988377" y="403368"/>
                  </a:lnTo>
                  <a:lnTo>
                    <a:pt x="995672" y="375420"/>
                  </a:lnTo>
                  <a:lnTo>
                    <a:pt x="978149" y="572342"/>
                  </a:lnTo>
                  <a:lnTo>
                    <a:pt x="1061983" y="553034"/>
                  </a:lnTo>
                  <a:lnTo>
                    <a:pt x="1270052" y="494474"/>
                  </a:lnTo>
                  <a:lnTo>
                    <a:pt x="1537203" y="395708"/>
                  </a:lnTo>
                  <a:lnTo>
                    <a:pt x="1798285" y="255784"/>
                  </a:lnTo>
                  <a:lnTo>
                    <a:pt x="1798285" y="0"/>
                  </a:lnTo>
                  <a:lnTo>
                    <a:pt x="551017" y="0"/>
                  </a:lnTo>
                  <a:lnTo>
                    <a:pt x="506088" y="24209"/>
                  </a:lnTo>
                  <a:lnTo>
                    <a:pt x="404903" y="85140"/>
                  </a:lnTo>
                  <a:lnTo>
                    <a:pt x="297864" y="165249"/>
                  </a:lnTo>
                  <a:lnTo>
                    <a:pt x="235374" y="246993"/>
                  </a:lnTo>
                  <a:lnTo>
                    <a:pt x="246422" y="254008"/>
                  </a:lnTo>
                  <a:lnTo>
                    <a:pt x="280778" y="270375"/>
                  </a:lnTo>
                  <a:lnTo>
                    <a:pt x="340257" y="289079"/>
                  </a:lnTo>
                  <a:lnTo>
                    <a:pt x="426672" y="303103"/>
                  </a:lnTo>
                  <a:lnTo>
                    <a:pt x="411669" y="305310"/>
                  </a:lnTo>
                  <a:lnTo>
                    <a:pt x="367532" y="306706"/>
                  </a:lnTo>
                  <a:lnTo>
                    <a:pt x="295576" y="299459"/>
                  </a:lnTo>
                  <a:lnTo>
                    <a:pt x="197114" y="275736"/>
                  </a:lnTo>
                  <a:lnTo>
                    <a:pt x="167714" y="305101"/>
                  </a:lnTo>
                  <a:lnTo>
                    <a:pt x="102287" y="386352"/>
                  </a:lnTo>
                  <a:lnTo>
                    <a:pt x="34995" y="509227"/>
                  </a:lnTo>
                  <a:lnTo>
                    <a:pt x="0" y="663465"/>
                  </a:lnTo>
                  <a:lnTo>
                    <a:pt x="12283" y="665907"/>
                  </a:lnTo>
                  <a:lnTo>
                    <a:pt x="49603" y="670908"/>
                  </a:lnTo>
                  <a:lnTo>
                    <a:pt x="112662" y="674978"/>
                  </a:lnTo>
                  <a:close/>
                </a:path>
              </a:pathLst>
            </a:custGeom>
            <a:solidFill>
              <a:srgbClr val="4D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2862353" y="17323"/>
              <a:ext cx="3380104" cy="1520825"/>
            </a:xfrm>
            <a:custGeom>
              <a:avLst/>
              <a:gdLst/>
              <a:ahLst/>
              <a:cxnLst/>
              <a:rect l="l" t="t" r="r" b="b"/>
              <a:pathLst>
                <a:path w="3380105" h="1520825">
                  <a:moveTo>
                    <a:pt x="3379742" y="272831"/>
                  </a:moveTo>
                  <a:lnTo>
                    <a:pt x="3138629" y="0"/>
                  </a:lnTo>
                  <a:lnTo>
                    <a:pt x="2986891" y="0"/>
                  </a:lnTo>
                  <a:lnTo>
                    <a:pt x="3089433" y="96455"/>
                  </a:lnTo>
                  <a:lnTo>
                    <a:pt x="3219903" y="184260"/>
                  </a:lnTo>
                  <a:lnTo>
                    <a:pt x="3332079" y="248143"/>
                  </a:lnTo>
                  <a:lnTo>
                    <a:pt x="3379742" y="272831"/>
                  </a:lnTo>
                  <a:close/>
                </a:path>
                <a:path w="3380105" h="1520825">
                  <a:moveTo>
                    <a:pt x="3105420" y="839746"/>
                  </a:moveTo>
                  <a:lnTo>
                    <a:pt x="3022175" y="584283"/>
                  </a:lnTo>
                  <a:lnTo>
                    <a:pt x="2892380" y="309592"/>
                  </a:lnTo>
                  <a:lnTo>
                    <a:pt x="2772843" y="90155"/>
                  </a:lnTo>
                  <a:lnTo>
                    <a:pt x="2720374" y="458"/>
                  </a:lnTo>
                  <a:lnTo>
                    <a:pt x="2519893" y="688"/>
                  </a:lnTo>
                  <a:lnTo>
                    <a:pt x="2693829" y="337676"/>
                  </a:lnTo>
                  <a:lnTo>
                    <a:pt x="2885943" y="603226"/>
                  </a:lnTo>
                  <a:lnTo>
                    <a:pt x="3041414" y="777272"/>
                  </a:lnTo>
                  <a:lnTo>
                    <a:pt x="3105420" y="839746"/>
                  </a:lnTo>
                  <a:close/>
                </a:path>
                <a:path w="3380105" h="1520825">
                  <a:moveTo>
                    <a:pt x="2730627" y="1214861"/>
                  </a:moveTo>
                  <a:lnTo>
                    <a:pt x="2663332" y="940683"/>
                  </a:lnTo>
                  <a:lnTo>
                    <a:pt x="2549228" y="532696"/>
                  </a:lnTo>
                  <a:lnTo>
                    <a:pt x="2441652" y="162248"/>
                  </a:lnTo>
                  <a:lnTo>
                    <a:pt x="2394099" y="1223"/>
                  </a:lnTo>
                  <a:lnTo>
                    <a:pt x="2394009" y="917"/>
                  </a:lnTo>
                  <a:lnTo>
                    <a:pt x="2393941" y="688"/>
                  </a:lnTo>
                  <a:lnTo>
                    <a:pt x="2302118" y="688"/>
                  </a:lnTo>
                  <a:lnTo>
                    <a:pt x="2305714" y="89972"/>
                  </a:lnTo>
                  <a:lnTo>
                    <a:pt x="2312293" y="175578"/>
                  </a:lnTo>
                  <a:lnTo>
                    <a:pt x="2321610" y="257741"/>
                  </a:lnTo>
                  <a:lnTo>
                    <a:pt x="2333419" y="336467"/>
                  </a:lnTo>
                  <a:lnTo>
                    <a:pt x="2347478" y="411766"/>
                  </a:lnTo>
                  <a:lnTo>
                    <a:pt x="2363541" y="483642"/>
                  </a:lnTo>
                  <a:lnTo>
                    <a:pt x="2381363" y="552103"/>
                  </a:lnTo>
                  <a:lnTo>
                    <a:pt x="2400700" y="617156"/>
                  </a:lnTo>
                  <a:lnTo>
                    <a:pt x="2421307" y="678807"/>
                  </a:lnTo>
                  <a:lnTo>
                    <a:pt x="2442940" y="737065"/>
                  </a:lnTo>
                  <a:lnTo>
                    <a:pt x="2465354" y="791935"/>
                  </a:lnTo>
                  <a:lnTo>
                    <a:pt x="2488305" y="843425"/>
                  </a:lnTo>
                  <a:lnTo>
                    <a:pt x="2511548" y="891542"/>
                  </a:lnTo>
                  <a:lnTo>
                    <a:pt x="2534838" y="936292"/>
                  </a:lnTo>
                  <a:lnTo>
                    <a:pt x="2557930" y="977683"/>
                  </a:lnTo>
                  <a:lnTo>
                    <a:pt x="2580581" y="1015721"/>
                  </a:lnTo>
                  <a:lnTo>
                    <a:pt x="2602546" y="1050414"/>
                  </a:lnTo>
                  <a:lnTo>
                    <a:pt x="2643437" y="1109790"/>
                  </a:lnTo>
                  <a:lnTo>
                    <a:pt x="2678648" y="1155868"/>
                  </a:lnTo>
                  <a:lnTo>
                    <a:pt x="2706221" y="1188702"/>
                  </a:lnTo>
                  <a:lnTo>
                    <a:pt x="2728980" y="1213243"/>
                  </a:lnTo>
                  <a:lnTo>
                    <a:pt x="2730627" y="1214861"/>
                  </a:lnTo>
                  <a:close/>
                </a:path>
                <a:path w="3380105" h="1520825">
                  <a:moveTo>
                    <a:pt x="2326451" y="1195292"/>
                  </a:moveTo>
                  <a:lnTo>
                    <a:pt x="2283954" y="725994"/>
                  </a:lnTo>
                  <a:lnTo>
                    <a:pt x="2213738" y="346753"/>
                  </a:lnTo>
                  <a:lnTo>
                    <a:pt x="2147998" y="93131"/>
                  </a:lnTo>
                  <a:lnTo>
                    <a:pt x="2119098" y="1223"/>
                  </a:lnTo>
                  <a:lnTo>
                    <a:pt x="2119002" y="917"/>
                  </a:lnTo>
                  <a:lnTo>
                    <a:pt x="2118930" y="688"/>
                  </a:lnTo>
                  <a:lnTo>
                    <a:pt x="2047308" y="688"/>
                  </a:lnTo>
                  <a:lnTo>
                    <a:pt x="2050336" y="117066"/>
                  </a:lnTo>
                  <a:lnTo>
                    <a:pt x="2055204" y="225256"/>
                  </a:lnTo>
                  <a:lnTo>
                    <a:pt x="2061758" y="326051"/>
                  </a:lnTo>
                  <a:lnTo>
                    <a:pt x="2069845" y="419707"/>
                  </a:lnTo>
                  <a:lnTo>
                    <a:pt x="2079311" y="506482"/>
                  </a:lnTo>
                  <a:lnTo>
                    <a:pt x="2090004" y="586634"/>
                  </a:lnTo>
                  <a:lnTo>
                    <a:pt x="2101770" y="660419"/>
                  </a:lnTo>
                  <a:lnTo>
                    <a:pt x="2114456" y="728095"/>
                  </a:lnTo>
                  <a:lnTo>
                    <a:pt x="2127909" y="789918"/>
                  </a:lnTo>
                  <a:lnTo>
                    <a:pt x="2141975" y="846147"/>
                  </a:lnTo>
                  <a:lnTo>
                    <a:pt x="2156501" y="897038"/>
                  </a:lnTo>
                  <a:lnTo>
                    <a:pt x="2171334" y="942849"/>
                  </a:lnTo>
                  <a:lnTo>
                    <a:pt x="2186321" y="983837"/>
                  </a:lnTo>
                  <a:lnTo>
                    <a:pt x="2201308" y="1020259"/>
                  </a:lnTo>
                  <a:lnTo>
                    <a:pt x="2230670" y="1080434"/>
                  </a:lnTo>
                  <a:lnTo>
                    <a:pt x="2258196" y="1125432"/>
                  </a:lnTo>
                  <a:lnTo>
                    <a:pt x="2282658" y="1157312"/>
                  </a:lnTo>
                  <a:lnTo>
                    <a:pt x="2310925" y="1185035"/>
                  </a:lnTo>
                  <a:lnTo>
                    <a:pt x="2325404" y="1194817"/>
                  </a:lnTo>
                  <a:lnTo>
                    <a:pt x="2326451" y="1195292"/>
                  </a:lnTo>
                  <a:close/>
                </a:path>
                <a:path w="3380105" h="1520825">
                  <a:moveTo>
                    <a:pt x="1951582" y="1471028"/>
                  </a:moveTo>
                  <a:lnTo>
                    <a:pt x="1968128" y="1410689"/>
                  </a:lnTo>
                  <a:lnTo>
                    <a:pt x="1976668" y="1340026"/>
                  </a:lnTo>
                  <a:lnTo>
                    <a:pt x="1978311" y="1301180"/>
                  </a:lnTo>
                  <a:lnTo>
                    <a:pt x="1978330" y="1257744"/>
                  </a:lnTo>
                  <a:lnTo>
                    <a:pt x="1977199" y="1220518"/>
                  </a:lnTo>
                  <a:lnTo>
                    <a:pt x="1977098" y="1217171"/>
                  </a:lnTo>
                  <a:lnTo>
                    <a:pt x="1974542" y="1172294"/>
                  </a:lnTo>
                  <a:lnTo>
                    <a:pt x="1970876" y="1125568"/>
                  </a:lnTo>
                  <a:lnTo>
                    <a:pt x="1966285" y="1077510"/>
                  </a:lnTo>
                  <a:lnTo>
                    <a:pt x="1960885" y="1027888"/>
                  </a:lnTo>
                  <a:lnTo>
                    <a:pt x="1954928" y="977729"/>
                  </a:lnTo>
                  <a:lnTo>
                    <a:pt x="1948293" y="924897"/>
                  </a:lnTo>
                  <a:lnTo>
                    <a:pt x="1941403" y="871815"/>
                  </a:lnTo>
                  <a:lnTo>
                    <a:pt x="1934317" y="817864"/>
                  </a:lnTo>
                  <a:lnTo>
                    <a:pt x="1927186" y="763188"/>
                  </a:lnTo>
                  <a:lnTo>
                    <a:pt x="1920161" y="707930"/>
                  </a:lnTo>
                  <a:lnTo>
                    <a:pt x="1913391" y="652232"/>
                  </a:lnTo>
                  <a:lnTo>
                    <a:pt x="1907027" y="596237"/>
                  </a:lnTo>
                  <a:lnTo>
                    <a:pt x="1901221" y="540088"/>
                  </a:lnTo>
                  <a:lnTo>
                    <a:pt x="1896167" y="484431"/>
                  </a:lnTo>
                  <a:lnTo>
                    <a:pt x="1891880" y="427899"/>
                  </a:lnTo>
                  <a:lnTo>
                    <a:pt x="1888647" y="372144"/>
                  </a:lnTo>
                  <a:lnTo>
                    <a:pt x="1886573" y="316806"/>
                  </a:lnTo>
                  <a:lnTo>
                    <a:pt x="1885884" y="267432"/>
                  </a:lnTo>
                  <a:lnTo>
                    <a:pt x="1885872" y="257103"/>
                  </a:lnTo>
                  <a:lnTo>
                    <a:pt x="1886425" y="214122"/>
                  </a:lnTo>
                  <a:lnTo>
                    <a:pt x="1886504" y="207952"/>
                  </a:lnTo>
                  <a:lnTo>
                    <a:pt x="1888708" y="157075"/>
                  </a:lnTo>
                  <a:lnTo>
                    <a:pt x="1892778" y="103741"/>
                  </a:lnTo>
                  <a:lnTo>
                    <a:pt x="1898855" y="51367"/>
                  </a:lnTo>
                  <a:lnTo>
                    <a:pt x="1906895" y="1528"/>
                  </a:lnTo>
                  <a:lnTo>
                    <a:pt x="1755080" y="1528"/>
                  </a:lnTo>
                  <a:lnTo>
                    <a:pt x="1709168" y="45866"/>
                  </a:lnTo>
                  <a:lnTo>
                    <a:pt x="1688187" y="61843"/>
                  </a:lnTo>
                  <a:lnTo>
                    <a:pt x="1780867" y="61843"/>
                  </a:lnTo>
                  <a:lnTo>
                    <a:pt x="1780867" y="62684"/>
                  </a:lnTo>
                  <a:lnTo>
                    <a:pt x="1772589" y="127069"/>
                  </a:lnTo>
                  <a:lnTo>
                    <a:pt x="1766149" y="188355"/>
                  </a:lnTo>
                  <a:lnTo>
                    <a:pt x="1761454" y="246745"/>
                  </a:lnTo>
                  <a:lnTo>
                    <a:pt x="1758444" y="301802"/>
                  </a:lnTo>
                  <a:lnTo>
                    <a:pt x="1756969" y="353954"/>
                  </a:lnTo>
                  <a:lnTo>
                    <a:pt x="1756897" y="406571"/>
                  </a:lnTo>
                  <a:lnTo>
                    <a:pt x="1758242" y="455408"/>
                  </a:lnTo>
                  <a:lnTo>
                    <a:pt x="1760862" y="502366"/>
                  </a:lnTo>
                  <a:lnTo>
                    <a:pt x="1764665" y="547647"/>
                  </a:lnTo>
                  <a:lnTo>
                    <a:pt x="1769556" y="591453"/>
                  </a:lnTo>
                  <a:lnTo>
                    <a:pt x="1775442" y="633990"/>
                  </a:lnTo>
                  <a:lnTo>
                    <a:pt x="1782228" y="675459"/>
                  </a:lnTo>
                  <a:lnTo>
                    <a:pt x="1789822" y="716064"/>
                  </a:lnTo>
                  <a:lnTo>
                    <a:pt x="1798129" y="756008"/>
                  </a:lnTo>
                  <a:lnTo>
                    <a:pt x="1807056" y="795494"/>
                  </a:lnTo>
                  <a:lnTo>
                    <a:pt x="1816508" y="834726"/>
                  </a:lnTo>
                  <a:lnTo>
                    <a:pt x="1826361" y="873780"/>
                  </a:lnTo>
                  <a:lnTo>
                    <a:pt x="1836617" y="913239"/>
                  </a:lnTo>
                  <a:lnTo>
                    <a:pt x="1857704" y="993171"/>
                  </a:lnTo>
                  <a:lnTo>
                    <a:pt x="1868380" y="1034178"/>
                  </a:lnTo>
                  <a:lnTo>
                    <a:pt x="1879020" y="1076149"/>
                  </a:lnTo>
                  <a:lnTo>
                    <a:pt x="1889530" y="1119289"/>
                  </a:lnTo>
                  <a:lnTo>
                    <a:pt x="1899816" y="1163799"/>
                  </a:lnTo>
                  <a:lnTo>
                    <a:pt x="1909785" y="1209883"/>
                  </a:lnTo>
                  <a:lnTo>
                    <a:pt x="1919342" y="1257744"/>
                  </a:lnTo>
                  <a:lnTo>
                    <a:pt x="1928394" y="1307587"/>
                  </a:lnTo>
                  <a:lnTo>
                    <a:pt x="1936847" y="1359612"/>
                  </a:lnTo>
                  <a:lnTo>
                    <a:pt x="1944607" y="1414025"/>
                  </a:lnTo>
                  <a:lnTo>
                    <a:pt x="1951582" y="1471028"/>
                  </a:lnTo>
                  <a:close/>
                </a:path>
                <a:path w="3380105" h="1520825">
                  <a:moveTo>
                    <a:pt x="939916" y="94715"/>
                  </a:moveTo>
                  <a:lnTo>
                    <a:pt x="1557506" y="94715"/>
                  </a:lnTo>
                  <a:lnTo>
                    <a:pt x="1373808" y="49003"/>
                  </a:lnTo>
                  <a:lnTo>
                    <a:pt x="1198639" y="20735"/>
                  </a:lnTo>
                  <a:lnTo>
                    <a:pt x="1067503" y="6371"/>
                  </a:lnTo>
                  <a:lnTo>
                    <a:pt x="1015901" y="2369"/>
                  </a:lnTo>
                  <a:lnTo>
                    <a:pt x="531609" y="2904"/>
                  </a:lnTo>
                  <a:lnTo>
                    <a:pt x="569344" y="17287"/>
                  </a:lnTo>
                  <a:lnTo>
                    <a:pt x="613053" y="30924"/>
                  </a:lnTo>
                  <a:lnTo>
                    <a:pt x="661797" y="43793"/>
                  </a:lnTo>
                  <a:lnTo>
                    <a:pt x="714634" y="55875"/>
                  </a:lnTo>
                  <a:lnTo>
                    <a:pt x="770624" y="67148"/>
                  </a:lnTo>
                  <a:lnTo>
                    <a:pt x="828826" y="77592"/>
                  </a:lnTo>
                  <a:lnTo>
                    <a:pt x="888300" y="87186"/>
                  </a:lnTo>
                  <a:lnTo>
                    <a:pt x="939916" y="94715"/>
                  </a:lnTo>
                  <a:close/>
                </a:path>
                <a:path w="3380105" h="1520825">
                  <a:moveTo>
                    <a:pt x="1544957" y="1458873"/>
                  </a:moveTo>
                  <a:lnTo>
                    <a:pt x="1557465" y="1386270"/>
                  </a:lnTo>
                  <a:lnTo>
                    <a:pt x="1563004" y="1342022"/>
                  </a:lnTo>
                  <a:lnTo>
                    <a:pt x="1568094" y="1293248"/>
                  </a:lnTo>
                  <a:lnTo>
                    <a:pt x="1572758" y="1240529"/>
                  </a:lnTo>
                  <a:lnTo>
                    <a:pt x="1577017" y="1184442"/>
                  </a:lnTo>
                  <a:lnTo>
                    <a:pt x="1580893" y="1125568"/>
                  </a:lnTo>
                  <a:lnTo>
                    <a:pt x="1584407" y="1064486"/>
                  </a:lnTo>
                  <a:lnTo>
                    <a:pt x="1587583" y="1001774"/>
                  </a:lnTo>
                  <a:lnTo>
                    <a:pt x="1590440" y="938012"/>
                  </a:lnTo>
                  <a:lnTo>
                    <a:pt x="1593001" y="873780"/>
                  </a:lnTo>
                  <a:lnTo>
                    <a:pt x="1595288" y="809656"/>
                  </a:lnTo>
                  <a:lnTo>
                    <a:pt x="1597322" y="746219"/>
                  </a:lnTo>
                  <a:lnTo>
                    <a:pt x="1599125" y="684050"/>
                  </a:lnTo>
                  <a:lnTo>
                    <a:pt x="1600719" y="623726"/>
                  </a:lnTo>
                  <a:lnTo>
                    <a:pt x="1602126" y="565827"/>
                  </a:lnTo>
                  <a:lnTo>
                    <a:pt x="1603367" y="510933"/>
                  </a:lnTo>
                  <a:lnTo>
                    <a:pt x="1604463" y="459623"/>
                  </a:lnTo>
                  <a:lnTo>
                    <a:pt x="1607053" y="335459"/>
                  </a:lnTo>
                  <a:lnTo>
                    <a:pt x="1607699" y="307881"/>
                  </a:lnTo>
                  <a:lnTo>
                    <a:pt x="1609133" y="262028"/>
                  </a:lnTo>
                  <a:lnTo>
                    <a:pt x="1638376" y="181588"/>
                  </a:lnTo>
                  <a:lnTo>
                    <a:pt x="1697116" y="118881"/>
                  </a:lnTo>
                  <a:lnTo>
                    <a:pt x="1754824" y="77057"/>
                  </a:lnTo>
                  <a:lnTo>
                    <a:pt x="1780867" y="61843"/>
                  </a:lnTo>
                  <a:lnTo>
                    <a:pt x="1688187" y="61843"/>
                  </a:lnTo>
                  <a:lnTo>
                    <a:pt x="1674624" y="72172"/>
                  </a:lnTo>
                  <a:lnTo>
                    <a:pt x="1623696" y="86889"/>
                  </a:lnTo>
                  <a:lnTo>
                    <a:pt x="1577588" y="93306"/>
                  </a:lnTo>
                  <a:lnTo>
                    <a:pt x="1557506" y="94715"/>
                  </a:lnTo>
                  <a:lnTo>
                    <a:pt x="939916" y="94715"/>
                  </a:lnTo>
                  <a:lnTo>
                    <a:pt x="948105" y="95909"/>
                  </a:lnTo>
                  <a:lnTo>
                    <a:pt x="1007300" y="103741"/>
                  </a:lnTo>
                  <a:lnTo>
                    <a:pt x="1064944" y="110661"/>
                  </a:lnTo>
                  <a:lnTo>
                    <a:pt x="1120098" y="116648"/>
                  </a:lnTo>
                  <a:lnTo>
                    <a:pt x="1171819" y="121682"/>
                  </a:lnTo>
                  <a:lnTo>
                    <a:pt x="1219169" y="125741"/>
                  </a:lnTo>
                  <a:lnTo>
                    <a:pt x="1261205" y="128806"/>
                  </a:lnTo>
                  <a:lnTo>
                    <a:pt x="1325576" y="131867"/>
                  </a:lnTo>
                  <a:lnTo>
                    <a:pt x="1411553" y="140536"/>
                  </a:lnTo>
                  <a:lnTo>
                    <a:pt x="1472378" y="157075"/>
                  </a:lnTo>
                  <a:lnTo>
                    <a:pt x="1508527" y="173126"/>
                  </a:lnTo>
                  <a:lnTo>
                    <a:pt x="1520471" y="180333"/>
                  </a:lnTo>
                  <a:lnTo>
                    <a:pt x="1049839" y="180333"/>
                  </a:lnTo>
                  <a:lnTo>
                    <a:pt x="956063" y="180945"/>
                  </a:lnTo>
                  <a:lnTo>
                    <a:pt x="671970" y="205722"/>
                  </a:lnTo>
                  <a:lnTo>
                    <a:pt x="620486" y="214122"/>
                  </a:lnTo>
                  <a:lnTo>
                    <a:pt x="1551997" y="214122"/>
                  </a:lnTo>
                  <a:lnTo>
                    <a:pt x="1503560" y="491616"/>
                  </a:lnTo>
                  <a:lnTo>
                    <a:pt x="1473970" y="881885"/>
                  </a:lnTo>
                  <a:lnTo>
                    <a:pt x="1492207" y="1187809"/>
                  </a:lnTo>
                  <a:lnTo>
                    <a:pt x="1526469" y="1387451"/>
                  </a:lnTo>
                  <a:lnTo>
                    <a:pt x="1544957" y="1458873"/>
                  </a:lnTo>
                  <a:close/>
                </a:path>
                <a:path w="3380105" h="1520825">
                  <a:moveTo>
                    <a:pt x="1049839" y="180333"/>
                  </a:moveTo>
                  <a:lnTo>
                    <a:pt x="1520471" y="180333"/>
                  </a:lnTo>
                  <a:lnTo>
                    <a:pt x="1357523" y="179435"/>
                  </a:lnTo>
                  <a:lnTo>
                    <a:pt x="1187572" y="179435"/>
                  </a:lnTo>
                  <a:lnTo>
                    <a:pt x="1049839" y="180333"/>
                  </a:lnTo>
                  <a:close/>
                </a:path>
                <a:path w="3380105" h="1520825">
                  <a:moveTo>
                    <a:pt x="1037709" y="1520564"/>
                  </a:moveTo>
                  <a:lnTo>
                    <a:pt x="1096016" y="1369179"/>
                  </a:lnTo>
                  <a:lnTo>
                    <a:pt x="1227717" y="1025632"/>
                  </a:lnTo>
                  <a:lnTo>
                    <a:pt x="1367983" y="655840"/>
                  </a:lnTo>
                  <a:lnTo>
                    <a:pt x="1451986" y="425721"/>
                  </a:lnTo>
                  <a:lnTo>
                    <a:pt x="1486885" y="333608"/>
                  </a:lnTo>
                  <a:lnTo>
                    <a:pt x="1519122" y="267432"/>
                  </a:lnTo>
                  <a:lnTo>
                    <a:pt x="1542794" y="227501"/>
                  </a:lnTo>
                  <a:lnTo>
                    <a:pt x="1551997" y="214122"/>
                  </a:lnTo>
                  <a:lnTo>
                    <a:pt x="620486" y="214122"/>
                  </a:lnTo>
                  <a:lnTo>
                    <a:pt x="357030" y="257103"/>
                  </a:lnTo>
                  <a:lnTo>
                    <a:pt x="207994" y="286744"/>
                  </a:lnTo>
                  <a:lnTo>
                    <a:pt x="1279817" y="286744"/>
                  </a:lnTo>
                  <a:lnTo>
                    <a:pt x="1207265" y="329324"/>
                  </a:lnTo>
                  <a:lnTo>
                    <a:pt x="1400259" y="329324"/>
                  </a:lnTo>
                  <a:lnTo>
                    <a:pt x="1184204" y="830959"/>
                  </a:lnTo>
                  <a:lnTo>
                    <a:pt x="1077289" y="1205392"/>
                  </a:lnTo>
                  <a:lnTo>
                    <a:pt x="1041222" y="1439601"/>
                  </a:lnTo>
                  <a:lnTo>
                    <a:pt x="1037709" y="1520564"/>
                  </a:lnTo>
                  <a:close/>
                </a:path>
                <a:path w="3380105" h="1520825">
                  <a:moveTo>
                    <a:pt x="366213" y="353954"/>
                  </a:moveTo>
                  <a:lnTo>
                    <a:pt x="788552" y="335459"/>
                  </a:lnTo>
                  <a:lnTo>
                    <a:pt x="1135696" y="303634"/>
                  </a:lnTo>
                  <a:lnTo>
                    <a:pt x="1279817" y="286744"/>
                  </a:lnTo>
                  <a:lnTo>
                    <a:pt x="207994" y="286744"/>
                  </a:lnTo>
                  <a:lnTo>
                    <a:pt x="101718" y="307881"/>
                  </a:lnTo>
                  <a:lnTo>
                    <a:pt x="0" y="330091"/>
                  </a:lnTo>
                  <a:lnTo>
                    <a:pt x="0" y="331071"/>
                  </a:lnTo>
                  <a:lnTo>
                    <a:pt x="366213" y="353954"/>
                  </a:lnTo>
                  <a:close/>
                </a:path>
                <a:path w="3380105" h="1520825">
                  <a:moveTo>
                    <a:pt x="708063" y="1220518"/>
                  </a:moveTo>
                  <a:lnTo>
                    <a:pt x="927203" y="1011093"/>
                  </a:lnTo>
                  <a:lnTo>
                    <a:pt x="1152814" y="712542"/>
                  </a:lnTo>
                  <a:lnTo>
                    <a:pt x="1329098" y="445181"/>
                  </a:lnTo>
                  <a:lnTo>
                    <a:pt x="1400259" y="329324"/>
                  </a:lnTo>
                  <a:lnTo>
                    <a:pt x="1207265" y="329324"/>
                  </a:lnTo>
                  <a:lnTo>
                    <a:pt x="941935" y="484431"/>
                  </a:lnTo>
                  <a:lnTo>
                    <a:pt x="1188300" y="484431"/>
                  </a:lnTo>
                  <a:lnTo>
                    <a:pt x="970739" y="734831"/>
                  </a:lnTo>
                  <a:lnTo>
                    <a:pt x="821494" y="972818"/>
                  </a:lnTo>
                  <a:lnTo>
                    <a:pt x="735592" y="1150633"/>
                  </a:lnTo>
                  <a:lnTo>
                    <a:pt x="708063" y="1220518"/>
                  </a:lnTo>
                  <a:close/>
                </a:path>
                <a:path w="3380105" h="1520825">
                  <a:moveTo>
                    <a:pt x="266699" y="1083453"/>
                  </a:moveTo>
                  <a:lnTo>
                    <a:pt x="487949" y="977729"/>
                  </a:lnTo>
                  <a:lnTo>
                    <a:pt x="796166" y="773163"/>
                  </a:lnTo>
                  <a:lnTo>
                    <a:pt x="1070050" y="573986"/>
                  </a:lnTo>
                  <a:lnTo>
                    <a:pt x="1188300" y="484431"/>
                  </a:lnTo>
                  <a:lnTo>
                    <a:pt x="941935" y="484431"/>
                  </a:lnTo>
                  <a:lnTo>
                    <a:pt x="738748" y="601850"/>
                  </a:lnTo>
                  <a:lnTo>
                    <a:pt x="621539" y="701449"/>
                  </a:lnTo>
                  <a:lnTo>
                    <a:pt x="464100" y="864295"/>
                  </a:lnTo>
                  <a:lnTo>
                    <a:pt x="325973" y="1016319"/>
                  </a:lnTo>
                  <a:lnTo>
                    <a:pt x="266699" y="1083453"/>
                  </a:lnTo>
                  <a:close/>
                </a:path>
              </a:pathLst>
            </a:custGeom>
            <a:solidFill>
              <a:srgbClr val="2057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608806" y="0"/>
              <a:ext cx="1679193" cy="2192172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756626" cy="24554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202084" y="9371900"/>
            <a:ext cx="28575" cy="281940"/>
          </a:xfrm>
          <a:custGeom>
            <a:avLst/>
            <a:gdLst/>
            <a:ahLst/>
            <a:cxnLst/>
            <a:rect l="l" t="t" r="r" b="b"/>
            <a:pathLst>
              <a:path w="28575" h="281940">
                <a:moveTo>
                  <a:pt x="28557" y="281940"/>
                </a:moveTo>
                <a:lnTo>
                  <a:pt x="0" y="281940"/>
                </a:lnTo>
                <a:lnTo>
                  <a:pt x="0" y="0"/>
                </a:lnTo>
                <a:lnTo>
                  <a:pt x="28557" y="0"/>
                </a:lnTo>
                <a:lnTo>
                  <a:pt x="28557" y="2819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513175" y="9371900"/>
            <a:ext cx="28575" cy="281940"/>
          </a:xfrm>
          <a:custGeom>
            <a:avLst/>
            <a:gdLst/>
            <a:ahLst/>
            <a:cxnLst/>
            <a:rect l="l" t="t" r="r" b="b"/>
            <a:pathLst>
              <a:path w="28575" h="281940">
                <a:moveTo>
                  <a:pt x="28557" y="281940"/>
                </a:moveTo>
                <a:lnTo>
                  <a:pt x="0" y="281940"/>
                </a:lnTo>
                <a:lnTo>
                  <a:pt x="0" y="0"/>
                </a:lnTo>
                <a:lnTo>
                  <a:pt x="28557" y="0"/>
                </a:lnTo>
                <a:lnTo>
                  <a:pt x="28557" y="2819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202084" y="9683050"/>
            <a:ext cx="28575" cy="281940"/>
          </a:xfrm>
          <a:custGeom>
            <a:avLst/>
            <a:gdLst/>
            <a:ahLst/>
            <a:cxnLst/>
            <a:rect l="l" t="t" r="r" b="b"/>
            <a:pathLst>
              <a:path w="28575" h="281940">
                <a:moveTo>
                  <a:pt x="28557" y="281940"/>
                </a:moveTo>
                <a:lnTo>
                  <a:pt x="0" y="281940"/>
                </a:lnTo>
                <a:lnTo>
                  <a:pt x="0" y="0"/>
                </a:lnTo>
                <a:lnTo>
                  <a:pt x="28557" y="0"/>
                </a:lnTo>
                <a:lnTo>
                  <a:pt x="28557" y="2819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513175" y="9683050"/>
            <a:ext cx="28575" cy="281940"/>
          </a:xfrm>
          <a:custGeom>
            <a:avLst/>
            <a:gdLst/>
            <a:ahLst/>
            <a:cxnLst/>
            <a:rect l="l" t="t" r="r" b="b"/>
            <a:pathLst>
              <a:path w="28575" h="281940">
                <a:moveTo>
                  <a:pt x="28557" y="281940"/>
                </a:moveTo>
                <a:lnTo>
                  <a:pt x="0" y="281940"/>
                </a:lnTo>
                <a:lnTo>
                  <a:pt x="0" y="0"/>
                </a:lnTo>
                <a:lnTo>
                  <a:pt x="28557" y="0"/>
                </a:lnTo>
                <a:lnTo>
                  <a:pt x="28557" y="2819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824265" y="9683050"/>
            <a:ext cx="28575" cy="281940"/>
          </a:xfrm>
          <a:custGeom>
            <a:avLst/>
            <a:gdLst/>
            <a:ahLst/>
            <a:cxnLst/>
            <a:rect l="l" t="t" r="r" b="b"/>
            <a:pathLst>
              <a:path w="28575" h="281940">
                <a:moveTo>
                  <a:pt x="28557" y="281940"/>
                </a:moveTo>
                <a:lnTo>
                  <a:pt x="0" y="281940"/>
                </a:lnTo>
                <a:lnTo>
                  <a:pt x="0" y="0"/>
                </a:lnTo>
                <a:lnTo>
                  <a:pt x="28557" y="0"/>
                </a:lnTo>
                <a:lnTo>
                  <a:pt x="28557" y="2819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1801748" y="9683050"/>
            <a:ext cx="28575" cy="281940"/>
          </a:xfrm>
          <a:custGeom>
            <a:avLst/>
            <a:gdLst/>
            <a:ahLst/>
            <a:cxnLst/>
            <a:rect l="l" t="t" r="r" b="b"/>
            <a:pathLst>
              <a:path w="28575" h="281940">
                <a:moveTo>
                  <a:pt x="28557" y="281940"/>
                </a:moveTo>
                <a:lnTo>
                  <a:pt x="0" y="281940"/>
                </a:lnTo>
                <a:lnTo>
                  <a:pt x="0" y="0"/>
                </a:lnTo>
                <a:lnTo>
                  <a:pt x="28557" y="0"/>
                </a:lnTo>
                <a:lnTo>
                  <a:pt x="28557" y="2819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202084" y="9994200"/>
            <a:ext cx="28575" cy="281940"/>
          </a:xfrm>
          <a:custGeom>
            <a:avLst/>
            <a:gdLst/>
            <a:ahLst/>
            <a:cxnLst/>
            <a:rect l="l" t="t" r="r" b="b"/>
            <a:pathLst>
              <a:path w="28575" h="281940">
                <a:moveTo>
                  <a:pt x="28557" y="281940"/>
                </a:moveTo>
                <a:lnTo>
                  <a:pt x="0" y="281940"/>
                </a:lnTo>
                <a:lnTo>
                  <a:pt x="0" y="0"/>
                </a:lnTo>
                <a:lnTo>
                  <a:pt x="28557" y="0"/>
                </a:lnTo>
                <a:lnTo>
                  <a:pt x="28557" y="2819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513175" y="9994200"/>
            <a:ext cx="28575" cy="281940"/>
          </a:xfrm>
          <a:custGeom>
            <a:avLst/>
            <a:gdLst/>
            <a:ahLst/>
            <a:cxnLst/>
            <a:rect l="l" t="t" r="r" b="b"/>
            <a:pathLst>
              <a:path w="28575" h="281940">
                <a:moveTo>
                  <a:pt x="28557" y="281940"/>
                </a:moveTo>
                <a:lnTo>
                  <a:pt x="0" y="281940"/>
                </a:lnTo>
                <a:lnTo>
                  <a:pt x="0" y="0"/>
                </a:lnTo>
                <a:lnTo>
                  <a:pt x="28557" y="0"/>
                </a:lnTo>
                <a:lnTo>
                  <a:pt x="28557" y="2819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824265" y="9994200"/>
            <a:ext cx="28575" cy="281940"/>
          </a:xfrm>
          <a:custGeom>
            <a:avLst/>
            <a:gdLst/>
            <a:ahLst/>
            <a:cxnLst/>
            <a:rect l="l" t="t" r="r" b="b"/>
            <a:pathLst>
              <a:path w="28575" h="281940">
                <a:moveTo>
                  <a:pt x="28557" y="281940"/>
                </a:moveTo>
                <a:lnTo>
                  <a:pt x="0" y="281940"/>
                </a:lnTo>
                <a:lnTo>
                  <a:pt x="0" y="0"/>
                </a:lnTo>
                <a:lnTo>
                  <a:pt x="28557" y="0"/>
                </a:lnTo>
                <a:lnTo>
                  <a:pt x="28557" y="2819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135366" y="9994200"/>
            <a:ext cx="28575" cy="281940"/>
          </a:xfrm>
          <a:custGeom>
            <a:avLst/>
            <a:gdLst/>
            <a:ahLst/>
            <a:cxnLst/>
            <a:rect l="l" t="t" r="r" b="b"/>
            <a:pathLst>
              <a:path w="28575" h="281940">
                <a:moveTo>
                  <a:pt x="28557" y="281940"/>
                </a:moveTo>
                <a:lnTo>
                  <a:pt x="0" y="281940"/>
                </a:lnTo>
                <a:lnTo>
                  <a:pt x="0" y="0"/>
                </a:lnTo>
                <a:lnTo>
                  <a:pt x="28557" y="0"/>
                </a:lnTo>
                <a:lnTo>
                  <a:pt x="28557" y="281940"/>
                </a:lnTo>
                <a:close/>
              </a:path>
            </a:pathLst>
          </a:custGeom>
          <a:solidFill>
            <a:srgbClr val="2D61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9820" y="8057326"/>
            <a:ext cx="4352924" cy="2229673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16000" y="834795"/>
            <a:ext cx="3646804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0"/>
              <a:t>4.3</a:t>
            </a:r>
            <a:r>
              <a:rPr dirty="0" sz="3000" spc="-204"/>
              <a:t> </a:t>
            </a:r>
            <a:r>
              <a:rPr dirty="0" sz="3000" spc="55"/>
              <a:t>Threading</a:t>
            </a:r>
            <a:r>
              <a:rPr dirty="0" sz="3000" spc="-204"/>
              <a:t> </a:t>
            </a:r>
            <a:r>
              <a:rPr dirty="0" sz="3000" spc="-10"/>
              <a:t>Layer</a:t>
            </a:r>
            <a:endParaRPr sz="3000"/>
          </a:p>
        </p:txBody>
      </p:sp>
      <p:sp>
        <p:nvSpPr>
          <p:cNvPr id="15" name="object 15" descr=""/>
          <p:cNvSpPr txBox="1"/>
          <p:nvPr/>
        </p:nvSpPr>
        <p:spPr>
          <a:xfrm>
            <a:off x="8574656" y="1380842"/>
            <a:ext cx="21697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85" b="1">
                <a:solidFill>
                  <a:srgbClr val="000440"/>
                </a:solidFill>
                <a:latin typeface="Trebuchet MS"/>
                <a:cs typeface="Trebuchet MS"/>
              </a:rPr>
              <a:t>4.4</a:t>
            </a:r>
            <a:r>
              <a:rPr dirty="0" sz="3000" spc="-204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70" b="1">
                <a:solidFill>
                  <a:srgbClr val="000440"/>
                </a:solidFill>
                <a:latin typeface="Trebuchet MS"/>
                <a:cs typeface="Trebuchet MS"/>
              </a:rPr>
              <a:t>UI</a:t>
            </a:r>
            <a:r>
              <a:rPr dirty="0" sz="3000" spc="-204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00" spc="-10" b="1">
                <a:solidFill>
                  <a:srgbClr val="000440"/>
                </a:solidFill>
                <a:latin typeface="Trebuchet MS"/>
                <a:cs typeface="Trebuchet MS"/>
              </a:rPr>
              <a:t>Layer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84449" y="1542712"/>
            <a:ext cx="4864735" cy="637222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400" spc="90" b="1">
                <a:solidFill>
                  <a:srgbClr val="000440"/>
                </a:solidFill>
                <a:latin typeface="Trebuchet MS"/>
                <a:cs typeface="Trebuchet MS"/>
              </a:rPr>
              <a:t>AutoSave</a:t>
            </a:r>
            <a:r>
              <a:rPr dirty="0" sz="2400" spc="-15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000440"/>
                </a:solidFill>
                <a:latin typeface="Trebuchet MS"/>
                <a:cs typeface="Trebuchet MS"/>
              </a:rPr>
              <a:t>Thread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40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400" spc="45">
                <a:solidFill>
                  <a:srgbClr val="000440"/>
                </a:solidFill>
                <a:latin typeface="Trebuchet MS"/>
                <a:cs typeface="Trebuchet MS"/>
              </a:rPr>
              <a:t>moodService:</a:t>
            </a:r>
            <a:r>
              <a:rPr dirty="0" sz="24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195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24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125">
                <a:solidFill>
                  <a:srgbClr val="000440"/>
                </a:solidFill>
                <a:latin typeface="Trebuchet MS"/>
                <a:cs typeface="Trebuchet MS"/>
              </a:rPr>
              <a:t>ľrackerSvc</a:t>
            </a:r>
            <a:endParaRPr sz="2400">
              <a:latin typeface="Trebuchet MS"/>
              <a:cs typeface="Trebuchet MS"/>
            </a:endParaRPr>
          </a:p>
          <a:p>
            <a:pPr marL="12700" marR="615950">
              <a:lnSpc>
                <a:spcPct val="115700"/>
              </a:lnSpc>
            </a:pPr>
            <a:r>
              <a:rPr dirty="0" sz="240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400">
                <a:solidFill>
                  <a:srgbClr val="000440"/>
                </a:solidFill>
                <a:latin typeface="Trebuchet MS"/>
                <a:cs typeface="Trebuchet MS"/>
              </a:rPr>
              <a:t>habitserkioelebit</a:t>
            </a:r>
            <a:r>
              <a:rPr dirty="0" sz="2400" spc="1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50">
                <a:solidFill>
                  <a:srgbClr val="000440"/>
                </a:solidFill>
                <a:latin typeface="Trebuchet MS"/>
                <a:cs typeface="Trebuchet MS"/>
              </a:rPr>
              <a:t>ľrackerSvc| </a:t>
            </a:r>
            <a:r>
              <a:rPr dirty="0" sz="2400" spc="-10">
                <a:solidFill>
                  <a:srgbClr val="000440"/>
                </a:solidFill>
                <a:latin typeface="Trebuchet MS"/>
                <a:cs typeface="Trebuchet MS"/>
              </a:rPr>
              <a:t>checkinterval:</a:t>
            </a:r>
            <a:r>
              <a:rPr dirty="0" sz="240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200">
                <a:solidFill>
                  <a:srgbClr val="000440"/>
                </a:solidFill>
                <a:latin typeface="Trebuchet MS"/>
                <a:cs typeface="Trebuchet MS"/>
              </a:rPr>
              <a:t>30s</a:t>
            </a:r>
            <a:endParaRPr sz="2400">
              <a:latin typeface="Trebuchet MS"/>
              <a:cs typeface="Trebuchet MS"/>
            </a:endParaRPr>
          </a:p>
          <a:p>
            <a:pPr marL="12700" marR="2146300">
              <a:lnSpc>
                <a:spcPct val="115700"/>
              </a:lnSpc>
            </a:pPr>
            <a:r>
              <a:rPr dirty="0" sz="2400" spc="-20">
                <a:solidFill>
                  <a:srgbClr val="000440"/>
                </a:solidFill>
                <a:latin typeface="Trebuchet MS"/>
                <a:cs typeface="Trebuchet MS"/>
              </a:rPr>
              <a:t>+run </a:t>
            </a:r>
            <a:r>
              <a:rPr dirty="0" sz="2400" spc="45">
                <a:solidFill>
                  <a:srgbClr val="000440"/>
                </a:solidFill>
                <a:latin typeface="Trebuchet MS"/>
                <a:cs typeface="Trebuchet MS"/>
              </a:rPr>
              <a:t>stopAutoSave() </a:t>
            </a:r>
            <a:r>
              <a:rPr dirty="0" sz="2400" spc="-10">
                <a:solidFill>
                  <a:srgbClr val="000440"/>
                </a:solidFill>
                <a:latin typeface="Trebuchet MS"/>
                <a:cs typeface="Trebuchet MS"/>
              </a:rPr>
              <a:t>performAutoSave()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400" spc="55" b="1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2400" spc="-18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000440"/>
                </a:solidFill>
                <a:latin typeface="Trebuchet MS"/>
                <a:cs typeface="Trebuchet MS"/>
              </a:rPr>
              <a:t>Thread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5700"/>
              </a:lnSpc>
            </a:pPr>
            <a:r>
              <a:rPr dirty="0" sz="2400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2400" spc="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000440"/>
                </a:solidFill>
                <a:latin typeface="Trebuchet MS"/>
                <a:cs typeface="Trebuchet MS"/>
              </a:rPr>
              <a:t>Manager:</a:t>
            </a:r>
            <a:r>
              <a:rPr dirty="0" sz="2400" spc="85">
                <a:solidFill>
                  <a:srgbClr val="000440"/>
                </a:solidFill>
                <a:latin typeface="Trebuchet MS"/>
                <a:cs typeface="Trebuchet MS"/>
              </a:rPr>
              <a:t> ReminderMgr</a:t>
            </a:r>
            <a:r>
              <a:rPr dirty="0" sz="2400" spc="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-735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r>
              <a:rPr dirty="0" sz="2400">
                <a:solidFill>
                  <a:srgbClr val="000440"/>
                </a:solidFill>
                <a:latin typeface="Trebuchet MS"/>
                <a:cs typeface="Trebuchet MS"/>
              </a:rPr>
              <a:t> running:</a:t>
            </a:r>
            <a:r>
              <a:rPr dirty="0" sz="2400" spc="-1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45">
                <a:solidFill>
                  <a:srgbClr val="000440"/>
                </a:solidFill>
                <a:latin typeface="Trebuchet MS"/>
                <a:cs typeface="Trebuchet MS"/>
              </a:rPr>
              <a:t>boolean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40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400" spc="-10">
                <a:solidFill>
                  <a:srgbClr val="000440"/>
                </a:solidFill>
                <a:latin typeface="Trebuchet MS"/>
                <a:cs typeface="Trebuchet MS"/>
              </a:rPr>
              <a:t>checkinterval:</a:t>
            </a:r>
            <a:r>
              <a:rPr dirty="0" sz="24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-545">
                <a:solidFill>
                  <a:srgbClr val="000440"/>
                </a:solidFill>
                <a:latin typeface="Trebuchet MS"/>
                <a:cs typeface="Trebuchet MS"/>
              </a:rPr>
              <a:t>1</a:t>
            </a:r>
            <a:r>
              <a:rPr dirty="0" sz="24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-25">
                <a:solidFill>
                  <a:srgbClr val="000440"/>
                </a:solidFill>
                <a:latin typeface="Trebuchet MS"/>
                <a:cs typeface="Trebuchet MS"/>
              </a:rPr>
              <a:t>min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2400" spc="-10">
                <a:solidFill>
                  <a:srgbClr val="000440"/>
                </a:solidFill>
                <a:latin typeface="Trebuchet MS"/>
                <a:cs typeface="Trebuchet MS"/>
              </a:rPr>
              <a:t>+run()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4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2400" spc="-1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35">
                <a:solidFill>
                  <a:srgbClr val="000440"/>
                </a:solidFill>
                <a:latin typeface="Trebuchet MS"/>
                <a:cs typeface="Trebuchet MS"/>
              </a:rPr>
              <a:t>stopReminders()</a:t>
            </a:r>
            <a:endParaRPr sz="2400">
              <a:latin typeface="Trebuchet MS"/>
              <a:cs typeface="Trebuchet MS"/>
            </a:endParaRPr>
          </a:p>
          <a:p>
            <a:pPr marL="12700" marR="1597660">
              <a:lnSpc>
                <a:spcPct val="115700"/>
              </a:lnSpc>
            </a:pPr>
            <a:r>
              <a:rPr dirty="0" sz="240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400" spc="-10">
                <a:solidFill>
                  <a:srgbClr val="000440"/>
                </a:solidFill>
                <a:latin typeface="Trebuchet MS"/>
                <a:cs typeface="Trebuchet MS"/>
              </a:rPr>
              <a:t>checkReminders() </a:t>
            </a:r>
            <a:r>
              <a:rPr dirty="0" sz="2400" spc="55">
                <a:solidFill>
                  <a:srgbClr val="000440"/>
                </a:solidFill>
                <a:latin typeface="Trebuchet MS"/>
                <a:cs typeface="Trebuchet MS"/>
              </a:rPr>
              <a:t>displayReminder</a:t>
            </a:r>
            <a:r>
              <a:rPr dirty="0" sz="24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000440"/>
                </a:solidFill>
                <a:latin typeface="Trebuchet MS"/>
                <a:cs typeface="Trebuchet MS"/>
              </a:rPr>
              <a:t>(msg)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726095" y="736107"/>
            <a:ext cx="4066540" cy="866648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900" spc="90" b="1">
                <a:solidFill>
                  <a:srgbClr val="000440"/>
                </a:solidFill>
                <a:latin typeface="Trebuchet MS"/>
                <a:cs typeface="Trebuchet MS"/>
              </a:rPr>
              <a:t>MindBloomApp</a:t>
            </a:r>
            <a:r>
              <a:rPr dirty="0" sz="1900" spc="-11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000440"/>
                </a:solidFill>
                <a:latin typeface="Trebuchet MS"/>
                <a:cs typeface="Trebuchet MS"/>
              </a:rPr>
              <a:t>(JavaFX)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Statie</a:t>
            </a:r>
            <a:r>
              <a:rPr dirty="0" sz="1900" spc="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Fields: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habitService:</a:t>
            </a:r>
            <a:r>
              <a:rPr dirty="0" sz="190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65">
                <a:solidFill>
                  <a:srgbClr val="000440"/>
                </a:solidFill>
                <a:latin typeface="Trebuchet MS"/>
                <a:cs typeface="Trebuchet MS"/>
              </a:rPr>
              <a:t>HabitľrackerSvc</a:t>
            </a:r>
            <a:endParaRPr sz="1900">
              <a:latin typeface="Trebuchet MS"/>
              <a:cs typeface="Trebuchet MS"/>
            </a:endParaRPr>
          </a:p>
          <a:p>
            <a:pPr marL="152400" indent="-139700">
              <a:lnSpc>
                <a:spcPct val="100000"/>
              </a:lnSpc>
              <a:spcBef>
                <a:spcPts val="335"/>
              </a:spcBef>
              <a:buChar char="-"/>
              <a:tabLst>
                <a:tab pos="152400" algn="l"/>
              </a:tabLst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moodService:</a:t>
            </a:r>
            <a:r>
              <a:rPr dirty="0" sz="1900" spc="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50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1900" spc="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00">
                <a:solidFill>
                  <a:srgbClr val="000440"/>
                </a:solidFill>
                <a:latin typeface="Trebuchet MS"/>
                <a:cs typeface="Trebuchet MS"/>
              </a:rPr>
              <a:t>ľrackerSvc</a:t>
            </a:r>
            <a:endParaRPr sz="1900">
              <a:latin typeface="Trebuchet MS"/>
              <a:cs typeface="Trebuchet MS"/>
            </a:endParaRPr>
          </a:p>
          <a:p>
            <a:pPr marL="12700" marR="199390" indent="139700">
              <a:lnSpc>
                <a:spcPct val="114799"/>
              </a:lnSpc>
              <a:buChar char="-"/>
              <a:tabLst>
                <a:tab pos="152400" algn="l"/>
              </a:tabLst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userService:</a:t>
            </a:r>
            <a:r>
              <a:rPr dirty="0" sz="1900" spc="2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55">
                <a:solidFill>
                  <a:srgbClr val="000440"/>
                </a:solidFill>
                <a:latin typeface="Trebuchet MS"/>
                <a:cs typeface="Trebuchet MS"/>
              </a:rPr>
              <a:t>UserService autosaveľhread:</a:t>
            </a:r>
            <a:r>
              <a:rPr dirty="0" sz="19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75">
                <a:solidFill>
                  <a:srgbClr val="000440"/>
                </a:solidFill>
                <a:latin typeface="Trebuchet MS"/>
                <a:cs typeface="Trebuchet MS"/>
              </a:rPr>
              <a:t>AutoSave</a:t>
            </a:r>
            <a:r>
              <a:rPr dirty="0" sz="19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00">
                <a:solidFill>
                  <a:srgbClr val="000440"/>
                </a:solidFill>
                <a:latin typeface="Trebuchet MS"/>
                <a:cs typeface="Trebuchet MS"/>
              </a:rPr>
              <a:t>ľhread</a:t>
            </a:r>
            <a:endParaRPr sz="1900">
              <a:latin typeface="Trebuchet MS"/>
              <a:cs typeface="Trebuchet MS"/>
            </a:endParaRPr>
          </a:p>
          <a:p>
            <a:pPr marL="12700" marR="5080" indent="139700">
              <a:lnSpc>
                <a:spcPct val="114799"/>
              </a:lnSpc>
              <a:buChar char="-"/>
              <a:tabLst>
                <a:tab pos="152400" algn="l"/>
              </a:tabLst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1900" spc="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45">
                <a:solidFill>
                  <a:srgbClr val="000440"/>
                </a:solidFill>
                <a:latin typeface="Trebuchet MS"/>
                <a:cs typeface="Trebuchet MS"/>
              </a:rPr>
              <a:t>ľhread:</a:t>
            </a:r>
            <a:r>
              <a:rPr dirty="0" sz="1900" spc="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1900" spc="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00">
                <a:solidFill>
                  <a:srgbClr val="000440"/>
                </a:solidFill>
                <a:latin typeface="Trebuchet MS"/>
                <a:cs typeface="Trebuchet MS"/>
              </a:rPr>
              <a:t>ľhread </a:t>
            </a: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Public</a:t>
            </a:r>
            <a:r>
              <a:rPr dirty="0" sz="1900" spc="40">
                <a:solidFill>
                  <a:srgbClr val="000440"/>
                </a:solidFill>
                <a:latin typeface="Trebuchet MS"/>
                <a:cs typeface="Trebuchet MS"/>
              </a:rPr>
              <a:t> Methods: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190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start(Stage)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19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createUI(Stage):</a:t>
            </a:r>
            <a:r>
              <a:rPr dirty="0" sz="19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45">
                <a:solidFill>
                  <a:srgbClr val="000440"/>
                </a:solidFill>
                <a:latin typeface="Trebuchet MS"/>
                <a:cs typeface="Trebuchet MS"/>
              </a:rPr>
              <a:t>BorderPane</a:t>
            </a:r>
            <a:endParaRPr sz="1900">
              <a:latin typeface="Trebuchet MS"/>
              <a:cs typeface="Trebuchet MS"/>
            </a:endParaRPr>
          </a:p>
          <a:p>
            <a:pPr marL="12700" marR="2598420">
              <a:lnSpc>
                <a:spcPct val="114799"/>
              </a:lnSpc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190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shutdown() logout()</a:t>
            </a:r>
            <a:endParaRPr sz="1900">
              <a:latin typeface="Trebuchet MS"/>
              <a:cs typeface="Trebuchet MS"/>
            </a:endParaRPr>
          </a:p>
          <a:p>
            <a:pPr marL="12700" marR="416559">
              <a:lnSpc>
                <a:spcPct val="114799"/>
              </a:lnSpc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190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addReminderNotification(msg) </a:t>
            </a:r>
            <a:r>
              <a:rPr dirty="0" sz="1900" spc="430">
                <a:solidFill>
                  <a:srgbClr val="000440"/>
                </a:solidFill>
                <a:latin typeface="Trebuchet MS"/>
                <a:cs typeface="Trebuchet MS"/>
              </a:rPr>
              <a:t>ľľ</a:t>
            </a:r>
            <a:endParaRPr sz="1900">
              <a:latin typeface="Trebuchet MS"/>
              <a:cs typeface="Trebuchet MS"/>
            </a:endParaRPr>
          </a:p>
          <a:p>
            <a:pPr marL="12700" marR="2160270">
              <a:lnSpc>
                <a:spcPct val="114799"/>
              </a:lnSpc>
            </a:pPr>
            <a:r>
              <a:rPr dirty="0" sz="1900" spc="-20" b="1">
                <a:solidFill>
                  <a:srgbClr val="000440"/>
                </a:solidFill>
                <a:latin typeface="Trebuchet MS"/>
                <a:cs typeface="Trebuchet MS"/>
              </a:rPr>
              <a:t>Ul-</a:t>
            </a:r>
            <a:r>
              <a:rPr dirty="0" sz="1900" spc="35" b="1">
                <a:solidFill>
                  <a:srgbClr val="000440"/>
                </a:solidFill>
                <a:latin typeface="Trebuchet MS"/>
                <a:cs typeface="Trebuchet MS"/>
              </a:rPr>
              <a:t>Components: </a:t>
            </a:r>
            <a:r>
              <a:rPr dirty="0" sz="1900" spc="80">
                <a:solidFill>
                  <a:srgbClr val="000440"/>
                </a:solidFill>
                <a:latin typeface="Trebuchet MS"/>
                <a:cs typeface="Trebuchet MS"/>
              </a:rPr>
              <a:t>Dashboard</a:t>
            </a:r>
            <a:r>
              <a:rPr dirty="0" sz="190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65">
                <a:solidFill>
                  <a:srgbClr val="000440"/>
                </a:solidFill>
                <a:latin typeface="Trebuchet MS"/>
                <a:cs typeface="Trebuchet MS"/>
              </a:rPr>
              <a:t>ľab Moods</a:t>
            </a:r>
            <a:r>
              <a:rPr dirty="0" sz="19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65">
                <a:solidFill>
                  <a:srgbClr val="000440"/>
                </a:solidFill>
                <a:latin typeface="Trebuchet MS"/>
                <a:cs typeface="Trebuchet MS"/>
              </a:rPr>
              <a:t>ľab </a:t>
            </a: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Habits</a:t>
            </a:r>
            <a:r>
              <a:rPr dirty="0" sz="1900" spc="1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65">
                <a:solidFill>
                  <a:srgbClr val="000440"/>
                </a:solidFill>
                <a:latin typeface="Trebuchet MS"/>
                <a:cs typeface="Trebuchet MS"/>
              </a:rPr>
              <a:t>ľab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Journal</a:t>
            </a:r>
            <a:r>
              <a:rPr dirty="0" sz="190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65">
                <a:solidFill>
                  <a:srgbClr val="000440"/>
                </a:solidFill>
                <a:latin typeface="Trebuchet MS"/>
                <a:cs typeface="Trebuchet MS"/>
              </a:rPr>
              <a:t>ľab </a:t>
            </a: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Meditation</a:t>
            </a:r>
            <a:r>
              <a:rPr dirty="0" sz="1900" spc="2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65">
                <a:solidFill>
                  <a:srgbClr val="000440"/>
                </a:solidFill>
                <a:latin typeface="Trebuchet MS"/>
                <a:cs typeface="Trebuchet MS"/>
              </a:rPr>
              <a:t>ľab </a:t>
            </a:r>
            <a:r>
              <a:rPr dirty="0" sz="1900" spc="65">
                <a:solidFill>
                  <a:srgbClr val="000440"/>
                </a:solidFill>
                <a:latin typeface="Trebuchet MS"/>
                <a:cs typeface="Trebuchet MS"/>
              </a:rPr>
              <a:t>Quotes</a:t>
            </a:r>
            <a:r>
              <a:rPr dirty="0" sz="19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65">
                <a:solidFill>
                  <a:srgbClr val="000440"/>
                </a:solidFill>
                <a:latin typeface="Trebuchet MS"/>
                <a:cs typeface="Trebuchet MS"/>
              </a:rPr>
              <a:t>ľab</a:t>
            </a:r>
            <a:endParaRPr sz="1900">
              <a:latin typeface="Trebuchet MS"/>
              <a:cs typeface="Trebuchet MS"/>
            </a:endParaRPr>
          </a:p>
          <a:p>
            <a:pPr marL="12700" marR="1589405">
              <a:lnSpc>
                <a:spcPct val="114799"/>
              </a:lnSpc>
            </a:pPr>
            <a:r>
              <a:rPr dirty="0" sz="1900" spc="50">
                <a:solidFill>
                  <a:srgbClr val="000440"/>
                </a:solidFill>
                <a:latin typeface="Trebuchet MS"/>
                <a:cs typeface="Trebuchet MS"/>
              </a:rPr>
              <a:t>Analytics</a:t>
            </a:r>
            <a:r>
              <a:rPr dirty="0" sz="190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90">
                <a:solidFill>
                  <a:srgbClr val="000440"/>
                </a:solidFill>
                <a:latin typeface="Trebuchet MS"/>
                <a:cs typeface="Trebuchet MS"/>
              </a:rPr>
              <a:t>ľab</a:t>
            </a:r>
            <a:r>
              <a:rPr dirty="0" sz="190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(Charts) </a:t>
            </a:r>
            <a:r>
              <a:rPr dirty="0" sz="1900" spc="80">
                <a:solidFill>
                  <a:srgbClr val="000440"/>
                </a:solidFill>
                <a:latin typeface="Trebuchet MS"/>
                <a:cs typeface="Trebuchet MS"/>
              </a:rPr>
              <a:t>Streaks</a:t>
            </a:r>
            <a:r>
              <a:rPr dirty="0" sz="190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65">
                <a:solidFill>
                  <a:srgbClr val="000440"/>
                </a:solidFill>
                <a:latin typeface="Trebuchet MS"/>
                <a:cs typeface="Trebuchet MS"/>
              </a:rPr>
              <a:t>ľab </a:t>
            </a:r>
            <a:r>
              <a:rPr dirty="0" sz="1900" spc="60">
                <a:solidFill>
                  <a:srgbClr val="000440"/>
                </a:solidFill>
                <a:latin typeface="Trebuchet MS"/>
                <a:cs typeface="Trebuchet MS"/>
              </a:rPr>
              <a:t>Reminders</a:t>
            </a:r>
            <a:r>
              <a:rPr dirty="0" sz="190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65">
                <a:solidFill>
                  <a:srgbClr val="000440"/>
                </a:solidFill>
                <a:latin typeface="Trebuchet MS"/>
                <a:cs typeface="Trebuchet MS"/>
              </a:rPr>
              <a:t>ľab </a:t>
            </a:r>
            <a:r>
              <a:rPr dirty="0" sz="1900" spc="95">
                <a:solidFill>
                  <a:srgbClr val="000440"/>
                </a:solidFill>
                <a:latin typeface="Trebuchet MS"/>
                <a:cs typeface="Trebuchet MS"/>
              </a:rPr>
              <a:t>ĮoginScreen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90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userService:</a:t>
            </a:r>
            <a:r>
              <a:rPr dirty="0" sz="1900" spc="2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55">
                <a:solidFill>
                  <a:srgbClr val="000440"/>
                </a:solidFill>
                <a:latin typeface="Trebuchet MS"/>
                <a:cs typeface="Trebuchet MS"/>
              </a:rPr>
              <a:t>UserService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723633" y="9418847"/>
            <a:ext cx="4915535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ginDialog(Stage):</a:t>
            </a:r>
            <a:r>
              <a:rPr dirty="0" sz="190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60">
                <a:solidFill>
                  <a:srgbClr val="000440"/>
                </a:solidFill>
                <a:latin typeface="Trebuchet MS"/>
                <a:cs typeface="Trebuchet MS"/>
              </a:rPr>
              <a:t>String</a:t>
            </a:r>
            <a:r>
              <a:rPr dirty="0" sz="190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buildĮoginUI():</a:t>
            </a:r>
            <a:r>
              <a:rPr dirty="0" sz="190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75">
                <a:solidFill>
                  <a:srgbClr val="000440"/>
                </a:solidFill>
                <a:latin typeface="Trebuchet MS"/>
                <a:cs typeface="Trebuchet MS"/>
              </a:rPr>
              <a:t>VBox</a:t>
            </a:r>
            <a:endParaRPr sz="1900">
              <a:latin typeface="Trebuchet MS"/>
              <a:cs typeface="Trebuchet MS"/>
            </a:endParaRPr>
          </a:p>
        </p:txBody>
      </p:sp>
      <p:graphicFrame>
        <p:nvGraphicFramePr>
          <p:cNvPr id="19" name="object 19" descr=""/>
          <p:cNvGraphicFramePr>
            <a:graphicFrameLocks noGrp="1"/>
          </p:cNvGraphicFramePr>
          <p:nvPr/>
        </p:nvGraphicFramePr>
        <p:xfrm>
          <a:off x="4957664" y="9343959"/>
          <a:ext cx="8001635" cy="923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150"/>
                <a:gridCol w="311150"/>
                <a:gridCol w="311150"/>
                <a:gridCol w="933450"/>
                <a:gridCol w="311150"/>
                <a:gridCol w="311150"/>
                <a:gridCol w="311150"/>
                <a:gridCol w="311150"/>
                <a:gridCol w="311150"/>
                <a:gridCol w="311150"/>
                <a:gridCol w="311150"/>
                <a:gridCol w="311150"/>
                <a:gridCol w="311150"/>
                <a:gridCol w="311150"/>
                <a:gridCol w="311150"/>
                <a:gridCol w="311150"/>
                <a:gridCol w="311150"/>
                <a:gridCol w="311150"/>
                <a:gridCol w="311150"/>
                <a:gridCol w="356870"/>
                <a:gridCol w="329565"/>
                <a:gridCol w="347980"/>
                <a:gridCol w="329565"/>
              </a:tblGrid>
              <a:tr h="310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60"/>
                        </a:lnSpc>
                        <a:spcBef>
                          <a:spcPts val="585"/>
                        </a:spcBef>
                      </a:pPr>
                      <a:r>
                        <a:rPr dirty="0" sz="1900" spc="-50">
                          <a:solidFill>
                            <a:srgbClr val="000440"/>
                          </a:solidFill>
                          <a:latin typeface="Trebuchet MS"/>
                          <a:cs typeface="Trebuchet MS"/>
                        </a:rPr>
                        <a:t>+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B="0" marT="74295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marR="2540">
                        <a:lnSpc>
                          <a:spcPts val="1760"/>
                        </a:lnSpc>
                        <a:spcBef>
                          <a:spcPts val="585"/>
                        </a:spcBef>
                      </a:pPr>
                      <a:r>
                        <a:rPr dirty="0" sz="1900" spc="125">
                          <a:solidFill>
                            <a:srgbClr val="000440"/>
                          </a:solidFill>
                          <a:latin typeface="Trebuchet MS"/>
                          <a:cs typeface="Trebuchet MS"/>
                        </a:rPr>
                        <a:t>sh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B="0" marT="74295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760"/>
                        </a:lnSpc>
                        <a:spcBef>
                          <a:spcPts val="585"/>
                        </a:spcBef>
                      </a:pPr>
                      <a:r>
                        <a:rPr dirty="0" sz="1900" spc="85">
                          <a:solidFill>
                            <a:srgbClr val="000440"/>
                          </a:solidFill>
                          <a:latin typeface="Trebuchet MS"/>
                          <a:cs typeface="Trebuchet MS"/>
                        </a:rPr>
                        <a:t>ow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B="0" marT="74295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 marR="12065">
                        <a:lnSpc>
                          <a:spcPts val="1760"/>
                        </a:lnSpc>
                        <a:spcBef>
                          <a:spcPts val="585"/>
                        </a:spcBef>
                      </a:pPr>
                      <a:r>
                        <a:rPr dirty="0" sz="1900" spc="240">
                          <a:solidFill>
                            <a:srgbClr val="000440"/>
                          </a:solidFill>
                          <a:latin typeface="Trebuchet MS"/>
                          <a:cs typeface="Trebuchet MS"/>
                        </a:rPr>
                        <a:t>Įo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B="0" marT="74295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28575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33679">
                        <a:lnSpc>
                          <a:spcPts val="1595"/>
                        </a:lnSpc>
                        <a:spcBef>
                          <a:spcPts val="755"/>
                        </a:spcBef>
                      </a:pPr>
                      <a:r>
                        <a:rPr dirty="0" sz="1900" spc="-85">
                          <a:solidFill>
                            <a:srgbClr val="000440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900" spc="-95">
                          <a:solidFill>
                            <a:srgbClr val="0004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900" spc="35">
                          <a:solidFill>
                            <a:srgbClr val="000440"/>
                          </a:solidFill>
                          <a:latin typeface="Trebuchet MS"/>
                          <a:cs typeface="Trebuchet MS"/>
                        </a:rPr>
                        <a:t>va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B="0" marT="95885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ts val="1595"/>
                        </a:lnSpc>
                        <a:spcBef>
                          <a:spcPts val="755"/>
                        </a:spcBef>
                      </a:pPr>
                      <a:r>
                        <a:rPr dirty="0" sz="1900" spc="-25">
                          <a:solidFill>
                            <a:srgbClr val="000440"/>
                          </a:solidFill>
                          <a:latin typeface="Trebuchet MS"/>
                          <a:cs typeface="Trebuchet MS"/>
                        </a:rPr>
                        <a:t>lid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B="0" marT="95885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95"/>
                        </a:lnSpc>
                        <a:spcBef>
                          <a:spcPts val="755"/>
                        </a:spcBef>
                      </a:pPr>
                      <a:r>
                        <a:rPr dirty="0" sz="1900" spc="-25">
                          <a:solidFill>
                            <a:srgbClr val="000440"/>
                          </a:solidFill>
                          <a:latin typeface="Trebuchet MS"/>
                          <a:cs typeface="Trebuchet MS"/>
                        </a:rPr>
                        <a:t>ate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B="0" marT="95885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38100">
                      <a:solidFill>
                        <a:srgbClr val="2D612A"/>
                      </a:solidFill>
                      <a:prstDash val="solid"/>
                    </a:lnB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D612A"/>
                      </a:solidFill>
                      <a:prstDash val="solid"/>
                    </a:lnL>
                    <a:lnR w="28575">
                      <a:solidFill>
                        <a:srgbClr val="2D612A"/>
                      </a:solidFill>
                      <a:prstDash val="solid"/>
                    </a:lnR>
                    <a:lnT w="38100">
                      <a:solidFill>
                        <a:srgbClr val="2D612A"/>
                      </a:solidFill>
                      <a:prstDash val="solid"/>
                    </a:lnT>
                    <a:lnB w="12700">
                      <a:solidFill>
                        <a:srgbClr val="2D612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object 20" descr=""/>
          <p:cNvSpPr txBox="1"/>
          <p:nvPr/>
        </p:nvSpPr>
        <p:spPr>
          <a:xfrm>
            <a:off x="12749738" y="9751179"/>
            <a:ext cx="3340100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Credentials()</a:t>
            </a:r>
            <a:r>
              <a:rPr dirty="0" sz="1900" spc="-1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handleRegister()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95382" y="9139425"/>
            <a:ext cx="1464663" cy="1148743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4497" y="9343959"/>
            <a:ext cx="1812934" cy="9430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95255"/>
            <a:chOff x="0" y="0"/>
            <a:chExt cx="18288000" cy="102952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9515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1365401"/>
              <a:ext cx="1028065" cy="7820025"/>
            </a:xfrm>
            <a:custGeom>
              <a:avLst/>
              <a:gdLst/>
              <a:ahLst/>
              <a:cxnLst/>
              <a:rect l="l" t="t" r="r" b="b"/>
              <a:pathLst>
                <a:path w="1028065" h="7820025">
                  <a:moveTo>
                    <a:pt x="66040" y="7480325"/>
                  </a:moveTo>
                  <a:lnTo>
                    <a:pt x="0" y="7480325"/>
                  </a:lnTo>
                  <a:lnTo>
                    <a:pt x="0" y="7508824"/>
                  </a:lnTo>
                  <a:lnTo>
                    <a:pt x="66040" y="7508824"/>
                  </a:lnTo>
                  <a:lnTo>
                    <a:pt x="66040" y="7480325"/>
                  </a:lnTo>
                  <a:close/>
                </a:path>
                <a:path w="1028065" h="7820025">
                  <a:moveTo>
                    <a:pt x="66040" y="7169226"/>
                  </a:moveTo>
                  <a:lnTo>
                    <a:pt x="0" y="7169226"/>
                  </a:lnTo>
                  <a:lnTo>
                    <a:pt x="0" y="7197788"/>
                  </a:lnTo>
                  <a:lnTo>
                    <a:pt x="66040" y="7197788"/>
                  </a:lnTo>
                  <a:lnTo>
                    <a:pt x="66040" y="7169226"/>
                  </a:lnTo>
                  <a:close/>
                </a:path>
                <a:path w="1028065" h="7820025">
                  <a:moveTo>
                    <a:pt x="66040" y="6858140"/>
                  </a:moveTo>
                  <a:lnTo>
                    <a:pt x="0" y="6858140"/>
                  </a:lnTo>
                  <a:lnTo>
                    <a:pt x="0" y="6886689"/>
                  </a:lnTo>
                  <a:lnTo>
                    <a:pt x="66040" y="6886689"/>
                  </a:lnTo>
                  <a:lnTo>
                    <a:pt x="66040" y="6858140"/>
                  </a:lnTo>
                  <a:close/>
                </a:path>
                <a:path w="1028065" h="7820025">
                  <a:moveTo>
                    <a:pt x="66040" y="6547040"/>
                  </a:moveTo>
                  <a:lnTo>
                    <a:pt x="0" y="6547040"/>
                  </a:lnTo>
                  <a:lnTo>
                    <a:pt x="0" y="6575603"/>
                  </a:lnTo>
                  <a:lnTo>
                    <a:pt x="66040" y="6575603"/>
                  </a:lnTo>
                  <a:lnTo>
                    <a:pt x="66040" y="6547040"/>
                  </a:lnTo>
                  <a:close/>
                </a:path>
                <a:path w="1028065" h="7820025">
                  <a:moveTo>
                    <a:pt x="66040" y="6235954"/>
                  </a:moveTo>
                  <a:lnTo>
                    <a:pt x="0" y="6235954"/>
                  </a:lnTo>
                  <a:lnTo>
                    <a:pt x="0" y="6264516"/>
                  </a:lnTo>
                  <a:lnTo>
                    <a:pt x="66040" y="6264516"/>
                  </a:lnTo>
                  <a:lnTo>
                    <a:pt x="66040" y="6235954"/>
                  </a:lnTo>
                  <a:close/>
                </a:path>
                <a:path w="1028065" h="7820025">
                  <a:moveTo>
                    <a:pt x="66040" y="5924867"/>
                  </a:moveTo>
                  <a:lnTo>
                    <a:pt x="0" y="5924867"/>
                  </a:lnTo>
                  <a:lnTo>
                    <a:pt x="0" y="5953417"/>
                  </a:lnTo>
                  <a:lnTo>
                    <a:pt x="66040" y="5953417"/>
                  </a:lnTo>
                  <a:lnTo>
                    <a:pt x="66040" y="5924867"/>
                  </a:lnTo>
                  <a:close/>
                </a:path>
                <a:path w="1028065" h="7820025">
                  <a:moveTo>
                    <a:pt x="66040" y="5613768"/>
                  </a:moveTo>
                  <a:lnTo>
                    <a:pt x="0" y="5613768"/>
                  </a:lnTo>
                  <a:lnTo>
                    <a:pt x="0" y="5642318"/>
                  </a:lnTo>
                  <a:lnTo>
                    <a:pt x="66040" y="5642318"/>
                  </a:lnTo>
                  <a:lnTo>
                    <a:pt x="66040" y="5613768"/>
                  </a:lnTo>
                  <a:close/>
                </a:path>
                <a:path w="1028065" h="7820025">
                  <a:moveTo>
                    <a:pt x="66040" y="5302669"/>
                  </a:moveTo>
                  <a:lnTo>
                    <a:pt x="0" y="5302669"/>
                  </a:lnTo>
                  <a:lnTo>
                    <a:pt x="0" y="5331231"/>
                  </a:lnTo>
                  <a:lnTo>
                    <a:pt x="66040" y="5331231"/>
                  </a:lnTo>
                  <a:lnTo>
                    <a:pt x="66040" y="5302669"/>
                  </a:lnTo>
                  <a:close/>
                </a:path>
                <a:path w="1028065" h="7820025">
                  <a:moveTo>
                    <a:pt x="66040" y="4991582"/>
                  </a:moveTo>
                  <a:lnTo>
                    <a:pt x="0" y="4991582"/>
                  </a:lnTo>
                  <a:lnTo>
                    <a:pt x="0" y="5020145"/>
                  </a:lnTo>
                  <a:lnTo>
                    <a:pt x="66040" y="5020145"/>
                  </a:lnTo>
                  <a:lnTo>
                    <a:pt x="66040" y="4991582"/>
                  </a:lnTo>
                  <a:close/>
                </a:path>
                <a:path w="1028065" h="7820025">
                  <a:moveTo>
                    <a:pt x="66040" y="4680496"/>
                  </a:moveTo>
                  <a:lnTo>
                    <a:pt x="0" y="4680496"/>
                  </a:lnTo>
                  <a:lnTo>
                    <a:pt x="0" y="4709045"/>
                  </a:lnTo>
                  <a:lnTo>
                    <a:pt x="66040" y="4709045"/>
                  </a:lnTo>
                  <a:lnTo>
                    <a:pt x="66040" y="4680496"/>
                  </a:lnTo>
                  <a:close/>
                </a:path>
                <a:path w="1028065" h="7820025">
                  <a:moveTo>
                    <a:pt x="66040" y="4369397"/>
                  </a:moveTo>
                  <a:lnTo>
                    <a:pt x="0" y="4369397"/>
                  </a:lnTo>
                  <a:lnTo>
                    <a:pt x="0" y="4397959"/>
                  </a:lnTo>
                  <a:lnTo>
                    <a:pt x="66040" y="4397959"/>
                  </a:lnTo>
                  <a:lnTo>
                    <a:pt x="66040" y="4369397"/>
                  </a:lnTo>
                  <a:close/>
                </a:path>
                <a:path w="1028065" h="7820025">
                  <a:moveTo>
                    <a:pt x="66040" y="4058297"/>
                  </a:moveTo>
                  <a:lnTo>
                    <a:pt x="0" y="4058297"/>
                  </a:lnTo>
                  <a:lnTo>
                    <a:pt x="0" y="4086860"/>
                  </a:lnTo>
                  <a:lnTo>
                    <a:pt x="66040" y="4086860"/>
                  </a:lnTo>
                  <a:lnTo>
                    <a:pt x="66040" y="4058297"/>
                  </a:lnTo>
                  <a:close/>
                </a:path>
                <a:path w="1028065" h="7820025">
                  <a:moveTo>
                    <a:pt x="66040" y="3747211"/>
                  </a:moveTo>
                  <a:lnTo>
                    <a:pt x="0" y="3747211"/>
                  </a:lnTo>
                  <a:lnTo>
                    <a:pt x="0" y="3775760"/>
                  </a:lnTo>
                  <a:lnTo>
                    <a:pt x="66040" y="3775760"/>
                  </a:lnTo>
                  <a:lnTo>
                    <a:pt x="66040" y="3747211"/>
                  </a:lnTo>
                  <a:close/>
                </a:path>
                <a:path w="1028065" h="7820025">
                  <a:moveTo>
                    <a:pt x="66040" y="3436124"/>
                  </a:moveTo>
                  <a:lnTo>
                    <a:pt x="0" y="3436124"/>
                  </a:lnTo>
                  <a:lnTo>
                    <a:pt x="0" y="3464674"/>
                  </a:lnTo>
                  <a:lnTo>
                    <a:pt x="66040" y="3464674"/>
                  </a:lnTo>
                  <a:lnTo>
                    <a:pt x="66040" y="3436124"/>
                  </a:lnTo>
                  <a:close/>
                </a:path>
                <a:path w="1028065" h="7820025">
                  <a:moveTo>
                    <a:pt x="66040" y="3125025"/>
                  </a:moveTo>
                  <a:lnTo>
                    <a:pt x="0" y="3125025"/>
                  </a:lnTo>
                  <a:lnTo>
                    <a:pt x="0" y="3153587"/>
                  </a:lnTo>
                  <a:lnTo>
                    <a:pt x="66040" y="3153587"/>
                  </a:lnTo>
                  <a:lnTo>
                    <a:pt x="66040" y="3125025"/>
                  </a:lnTo>
                  <a:close/>
                </a:path>
                <a:path w="1028065" h="7820025">
                  <a:moveTo>
                    <a:pt x="66040" y="2813939"/>
                  </a:moveTo>
                  <a:lnTo>
                    <a:pt x="0" y="2813939"/>
                  </a:lnTo>
                  <a:lnTo>
                    <a:pt x="0" y="2842488"/>
                  </a:lnTo>
                  <a:lnTo>
                    <a:pt x="66040" y="2842488"/>
                  </a:lnTo>
                  <a:lnTo>
                    <a:pt x="66040" y="2813939"/>
                  </a:lnTo>
                  <a:close/>
                </a:path>
                <a:path w="1028065" h="7820025">
                  <a:moveTo>
                    <a:pt x="66040" y="2502852"/>
                  </a:moveTo>
                  <a:lnTo>
                    <a:pt x="0" y="2502852"/>
                  </a:lnTo>
                  <a:lnTo>
                    <a:pt x="0" y="2531402"/>
                  </a:lnTo>
                  <a:lnTo>
                    <a:pt x="66040" y="2531402"/>
                  </a:lnTo>
                  <a:lnTo>
                    <a:pt x="66040" y="2502852"/>
                  </a:lnTo>
                  <a:close/>
                </a:path>
                <a:path w="1028065" h="7820025">
                  <a:moveTo>
                    <a:pt x="66040" y="2191740"/>
                  </a:moveTo>
                  <a:lnTo>
                    <a:pt x="0" y="2191740"/>
                  </a:lnTo>
                  <a:lnTo>
                    <a:pt x="0" y="2220303"/>
                  </a:lnTo>
                  <a:lnTo>
                    <a:pt x="66040" y="2220303"/>
                  </a:lnTo>
                  <a:lnTo>
                    <a:pt x="66040" y="2191740"/>
                  </a:lnTo>
                  <a:close/>
                </a:path>
                <a:path w="1028065" h="7820025">
                  <a:moveTo>
                    <a:pt x="66040" y="1880654"/>
                  </a:moveTo>
                  <a:lnTo>
                    <a:pt x="0" y="1880654"/>
                  </a:lnTo>
                  <a:lnTo>
                    <a:pt x="0" y="1909216"/>
                  </a:lnTo>
                  <a:lnTo>
                    <a:pt x="66040" y="1909216"/>
                  </a:lnTo>
                  <a:lnTo>
                    <a:pt x="66040" y="1880654"/>
                  </a:lnTo>
                  <a:close/>
                </a:path>
                <a:path w="1028065" h="7820025">
                  <a:moveTo>
                    <a:pt x="66040" y="1569567"/>
                  </a:moveTo>
                  <a:lnTo>
                    <a:pt x="0" y="1569567"/>
                  </a:lnTo>
                  <a:lnTo>
                    <a:pt x="0" y="1598117"/>
                  </a:lnTo>
                  <a:lnTo>
                    <a:pt x="66040" y="1598117"/>
                  </a:lnTo>
                  <a:lnTo>
                    <a:pt x="66040" y="1569567"/>
                  </a:lnTo>
                  <a:close/>
                </a:path>
                <a:path w="1028065" h="7820025">
                  <a:moveTo>
                    <a:pt x="66040" y="1258468"/>
                  </a:moveTo>
                  <a:lnTo>
                    <a:pt x="0" y="1258468"/>
                  </a:lnTo>
                  <a:lnTo>
                    <a:pt x="0" y="1287030"/>
                  </a:lnTo>
                  <a:lnTo>
                    <a:pt x="66040" y="1287030"/>
                  </a:lnTo>
                  <a:lnTo>
                    <a:pt x="66040" y="1258468"/>
                  </a:lnTo>
                  <a:close/>
                </a:path>
                <a:path w="1028065" h="7820025">
                  <a:moveTo>
                    <a:pt x="66040" y="947381"/>
                  </a:moveTo>
                  <a:lnTo>
                    <a:pt x="0" y="947381"/>
                  </a:lnTo>
                  <a:lnTo>
                    <a:pt x="0" y="975944"/>
                  </a:lnTo>
                  <a:lnTo>
                    <a:pt x="66040" y="975944"/>
                  </a:lnTo>
                  <a:lnTo>
                    <a:pt x="66040" y="947381"/>
                  </a:lnTo>
                  <a:close/>
                </a:path>
                <a:path w="1028065" h="7820025">
                  <a:moveTo>
                    <a:pt x="66040" y="636282"/>
                  </a:moveTo>
                  <a:lnTo>
                    <a:pt x="0" y="636282"/>
                  </a:lnTo>
                  <a:lnTo>
                    <a:pt x="0" y="664832"/>
                  </a:lnTo>
                  <a:lnTo>
                    <a:pt x="66040" y="664832"/>
                  </a:lnTo>
                  <a:lnTo>
                    <a:pt x="66040" y="636282"/>
                  </a:lnTo>
                  <a:close/>
                </a:path>
                <a:path w="1028065" h="7820025">
                  <a:moveTo>
                    <a:pt x="66040" y="325196"/>
                  </a:moveTo>
                  <a:lnTo>
                    <a:pt x="0" y="325196"/>
                  </a:lnTo>
                  <a:lnTo>
                    <a:pt x="0" y="353745"/>
                  </a:lnTo>
                  <a:lnTo>
                    <a:pt x="66040" y="353745"/>
                  </a:lnTo>
                  <a:lnTo>
                    <a:pt x="66040" y="325196"/>
                  </a:lnTo>
                  <a:close/>
                </a:path>
                <a:path w="1028065" h="7820025">
                  <a:moveTo>
                    <a:pt x="66040" y="14097"/>
                  </a:moveTo>
                  <a:lnTo>
                    <a:pt x="0" y="14097"/>
                  </a:lnTo>
                  <a:lnTo>
                    <a:pt x="0" y="42659"/>
                  </a:lnTo>
                  <a:lnTo>
                    <a:pt x="66040" y="42659"/>
                  </a:lnTo>
                  <a:lnTo>
                    <a:pt x="66040" y="14097"/>
                  </a:lnTo>
                  <a:close/>
                </a:path>
                <a:path w="1028065" h="7820025">
                  <a:moveTo>
                    <a:pt x="1027785" y="0"/>
                  </a:moveTo>
                  <a:lnTo>
                    <a:pt x="999845" y="0"/>
                  </a:lnTo>
                  <a:lnTo>
                    <a:pt x="999845" y="7791361"/>
                  </a:lnTo>
                  <a:lnTo>
                    <a:pt x="717905" y="7791361"/>
                  </a:lnTo>
                  <a:lnTo>
                    <a:pt x="717905" y="0"/>
                  </a:lnTo>
                  <a:lnTo>
                    <a:pt x="688695" y="0"/>
                  </a:lnTo>
                  <a:lnTo>
                    <a:pt x="688695" y="7791361"/>
                  </a:lnTo>
                  <a:lnTo>
                    <a:pt x="406755" y="7791361"/>
                  </a:lnTo>
                  <a:lnTo>
                    <a:pt x="406755" y="7508824"/>
                  </a:lnTo>
                  <a:lnTo>
                    <a:pt x="688340" y="7508824"/>
                  </a:lnTo>
                  <a:lnTo>
                    <a:pt x="688340" y="7480325"/>
                  </a:lnTo>
                  <a:lnTo>
                    <a:pt x="406755" y="7480325"/>
                  </a:lnTo>
                  <a:lnTo>
                    <a:pt x="406755" y="7197788"/>
                  </a:lnTo>
                  <a:lnTo>
                    <a:pt x="688340" y="7197788"/>
                  </a:lnTo>
                  <a:lnTo>
                    <a:pt x="688340" y="7169226"/>
                  </a:lnTo>
                  <a:lnTo>
                    <a:pt x="406755" y="7169226"/>
                  </a:lnTo>
                  <a:lnTo>
                    <a:pt x="406755" y="6886689"/>
                  </a:lnTo>
                  <a:lnTo>
                    <a:pt x="688340" y="6886689"/>
                  </a:lnTo>
                  <a:lnTo>
                    <a:pt x="688340" y="6858140"/>
                  </a:lnTo>
                  <a:lnTo>
                    <a:pt x="406755" y="6858140"/>
                  </a:lnTo>
                  <a:lnTo>
                    <a:pt x="406755" y="6575603"/>
                  </a:lnTo>
                  <a:lnTo>
                    <a:pt x="688340" y="6575603"/>
                  </a:lnTo>
                  <a:lnTo>
                    <a:pt x="688340" y="6547040"/>
                  </a:lnTo>
                  <a:lnTo>
                    <a:pt x="406755" y="6547040"/>
                  </a:lnTo>
                  <a:lnTo>
                    <a:pt x="406755" y="6264516"/>
                  </a:lnTo>
                  <a:lnTo>
                    <a:pt x="688340" y="6264516"/>
                  </a:lnTo>
                  <a:lnTo>
                    <a:pt x="688340" y="6235954"/>
                  </a:lnTo>
                  <a:lnTo>
                    <a:pt x="406755" y="6235954"/>
                  </a:lnTo>
                  <a:lnTo>
                    <a:pt x="406755" y="5953417"/>
                  </a:lnTo>
                  <a:lnTo>
                    <a:pt x="688340" y="5953417"/>
                  </a:lnTo>
                  <a:lnTo>
                    <a:pt x="688340" y="5924867"/>
                  </a:lnTo>
                  <a:lnTo>
                    <a:pt x="406755" y="5924867"/>
                  </a:lnTo>
                  <a:lnTo>
                    <a:pt x="406755" y="5642318"/>
                  </a:lnTo>
                  <a:lnTo>
                    <a:pt x="688340" y="5642318"/>
                  </a:lnTo>
                  <a:lnTo>
                    <a:pt x="688340" y="5613768"/>
                  </a:lnTo>
                  <a:lnTo>
                    <a:pt x="406755" y="5613768"/>
                  </a:lnTo>
                  <a:lnTo>
                    <a:pt x="406755" y="5331231"/>
                  </a:lnTo>
                  <a:lnTo>
                    <a:pt x="688340" y="5331231"/>
                  </a:lnTo>
                  <a:lnTo>
                    <a:pt x="688340" y="5302669"/>
                  </a:lnTo>
                  <a:lnTo>
                    <a:pt x="406755" y="5302669"/>
                  </a:lnTo>
                  <a:lnTo>
                    <a:pt x="406755" y="5020145"/>
                  </a:lnTo>
                  <a:lnTo>
                    <a:pt x="688340" y="5020145"/>
                  </a:lnTo>
                  <a:lnTo>
                    <a:pt x="688340" y="4991582"/>
                  </a:lnTo>
                  <a:lnTo>
                    <a:pt x="406755" y="4991582"/>
                  </a:lnTo>
                  <a:lnTo>
                    <a:pt x="406755" y="4709045"/>
                  </a:lnTo>
                  <a:lnTo>
                    <a:pt x="688340" y="4709045"/>
                  </a:lnTo>
                  <a:lnTo>
                    <a:pt x="688340" y="4680496"/>
                  </a:lnTo>
                  <a:lnTo>
                    <a:pt x="406755" y="4680496"/>
                  </a:lnTo>
                  <a:lnTo>
                    <a:pt x="406755" y="4397959"/>
                  </a:lnTo>
                  <a:lnTo>
                    <a:pt x="688340" y="4397959"/>
                  </a:lnTo>
                  <a:lnTo>
                    <a:pt x="688340" y="4369397"/>
                  </a:lnTo>
                  <a:lnTo>
                    <a:pt x="406755" y="4369397"/>
                  </a:lnTo>
                  <a:lnTo>
                    <a:pt x="406755" y="4086860"/>
                  </a:lnTo>
                  <a:lnTo>
                    <a:pt x="688340" y="4086860"/>
                  </a:lnTo>
                  <a:lnTo>
                    <a:pt x="688340" y="4058297"/>
                  </a:lnTo>
                  <a:lnTo>
                    <a:pt x="406755" y="4058297"/>
                  </a:lnTo>
                  <a:lnTo>
                    <a:pt x="406755" y="3775760"/>
                  </a:lnTo>
                  <a:lnTo>
                    <a:pt x="688340" y="3775760"/>
                  </a:lnTo>
                  <a:lnTo>
                    <a:pt x="688340" y="3747211"/>
                  </a:lnTo>
                  <a:lnTo>
                    <a:pt x="406755" y="3747211"/>
                  </a:lnTo>
                  <a:lnTo>
                    <a:pt x="406755" y="3464674"/>
                  </a:lnTo>
                  <a:lnTo>
                    <a:pt x="688340" y="3464674"/>
                  </a:lnTo>
                  <a:lnTo>
                    <a:pt x="688340" y="3436124"/>
                  </a:lnTo>
                  <a:lnTo>
                    <a:pt x="406755" y="3436124"/>
                  </a:lnTo>
                  <a:lnTo>
                    <a:pt x="406755" y="0"/>
                  </a:lnTo>
                  <a:lnTo>
                    <a:pt x="377545" y="0"/>
                  </a:lnTo>
                  <a:lnTo>
                    <a:pt x="377545" y="7791361"/>
                  </a:lnTo>
                  <a:lnTo>
                    <a:pt x="95605" y="7791361"/>
                  </a:lnTo>
                  <a:lnTo>
                    <a:pt x="95605" y="7508824"/>
                  </a:lnTo>
                  <a:lnTo>
                    <a:pt x="377190" y="7508824"/>
                  </a:lnTo>
                  <a:lnTo>
                    <a:pt x="377190" y="7480325"/>
                  </a:lnTo>
                  <a:lnTo>
                    <a:pt x="95605" y="7480325"/>
                  </a:lnTo>
                  <a:lnTo>
                    <a:pt x="95605" y="7197788"/>
                  </a:lnTo>
                  <a:lnTo>
                    <a:pt x="377190" y="7197788"/>
                  </a:lnTo>
                  <a:lnTo>
                    <a:pt x="377190" y="7169226"/>
                  </a:lnTo>
                  <a:lnTo>
                    <a:pt x="95605" y="7169226"/>
                  </a:lnTo>
                  <a:lnTo>
                    <a:pt x="95605" y="6886689"/>
                  </a:lnTo>
                  <a:lnTo>
                    <a:pt x="377190" y="6886689"/>
                  </a:lnTo>
                  <a:lnTo>
                    <a:pt x="377190" y="6858140"/>
                  </a:lnTo>
                  <a:lnTo>
                    <a:pt x="95605" y="6858140"/>
                  </a:lnTo>
                  <a:lnTo>
                    <a:pt x="95605" y="6575603"/>
                  </a:lnTo>
                  <a:lnTo>
                    <a:pt x="377190" y="6575603"/>
                  </a:lnTo>
                  <a:lnTo>
                    <a:pt x="377190" y="6547040"/>
                  </a:lnTo>
                  <a:lnTo>
                    <a:pt x="95605" y="6547040"/>
                  </a:lnTo>
                  <a:lnTo>
                    <a:pt x="95605" y="6264516"/>
                  </a:lnTo>
                  <a:lnTo>
                    <a:pt x="377190" y="6264516"/>
                  </a:lnTo>
                  <a:lnTo>
                    <a:pt x="377190" y="6235954"/>
                  </a:lnTo>
                  <a:lnTo>
                    <a:pt x="95605" y="6235954"/>
                  </a:lnTo>
                  <a:lnTo>
                    <a:pt x="95605" y="5953417"/>
                  </a:lnTo>
                  <a:lnTo>
                    <a:pt x="377190" y="5953417"/>
                  </a:lnTo>
                  <a:lnTo>
                    <a:pt x="377190" y="5924867"/>
                  </a:lnTo>
                  <a:lnTo>
                    <a:pt x="95605" y="5924867"/>
                  </a:lnTo>
                  <a:lnTo>
                    <a:pt x="95605" y="5642318"/>
                  </a:lnTo>
                  <a:lnTo>
                    <a:pt x="377190" y="5642318"/>
                  </a:lnTo>
                  <a:lnTo>
                    <a:pt x="377190" y="5613768"/>
                  </a:lnTo>
                  <a:lnTo>
                    <a:pt x="95605" y="5613768"/>
                  </a:lnTo>
                  <a:lnTo>
                    <a:pt x="95605" y="5331231"/>
                  </a:lnTo>
                  <a:lnTo>
                    <a:pt x="377190" y="5331231"/>
                  </a:lnTo>
                  <a:lnTo>
                    <a:pt x="377190" y="5302669"/>
                  </a:lnTo>
                  <a:lnTo>
                    <a:pt x="95605" y="5302669"/>
                  </a:lnTo>
                  <a:lnTo>
                    <a:pt x="95605" y="5020145"/>
                  </a:lnTo>
                  <a:lnTo>
                    <a:pt x="377190" y="5020145"/>
                  </a:lnTo>
                  <a:lnTo>
                    <a:pt x="377190" y="4991582"/>
                  </a:lnTo>
                  <a:lnTo>
                    <a:pt x="95605" y="4991582"/>
                  </a:lnTo>
                  <a:lnTo>
                    <a:pt x="95605" y="4709045"/>
                  </a:lnTo>
                  <a:lnTo>
                    <a:pt x="377190" y="4709045"/>
                  </a:lnTo>
                  <a:lnTo>
                    <a:pt x="377190" y="4680496"/>
                  </a:lnTo>
                  <a:lnTo>
                    <a:pt x="95605" y="4680496"/>
                  </a:lnTo>
                  <a:lnTo>
                    <a:pt x="95605" y="4397959"/>
                  </a:lnTo>
                  <a:lnTo>
                    <a:pt x="377190" y="4397959"/>
                  </a:lnTo>
                  <a:lnTo>
                    <a:pt x="377190" y="4369397"/>
                  </a:lnTo>
                  <a:lnTo>
                    <a:pt x="95605" y="4369397"/>
                  </a:lnTo>
                  <a:lnTo>
                    <a:pt x="95605" y="4086860"/>
                  </a:lnTo>
                  <a:lnTo>
                    <a:pt x="377190" y="4086860"/>
                  </a:lnTo>
                  <a:lnTo>
                    <a:pt x="377190" y="4058297"/>
                  </a:lnTo>
                  <a:lnTo>
                    <a:pt x="95605" y="4058297"/>
                  </a:lnTo>
                  <a:lnTo>
                    <a:pt x="95605" y="3775760"/>
                  </a:lnTo>
                  <a:lnTo>
                    <a:pt x="377190" y="3775760"/>
                  </a:lnTo>
                  <a:lnTo>
                    <a:pt x="377190" y="3747211"/>
                  </a:lnTo>
                  <a:lnTo>
                    <a:pt x="95605" y="3747211"/>
                  </a:lnTo>
                  <a:lnTo>
                    <a:pt x="95605" y="3464674"/>
                  </a:lnTo>
                  <a:lnTo>
                    <a:pt x="377190" y="3464674"/>
                  </a:lnTo>
                  <a:lnTo>
                    <a:pt x="377190" y="3436124"/>
                  </a:lnTo>
                  <a:lnTo>
                    <a:pt x="95605" y="3436124"/>
                  </a:lnTo>
                  <a:lnTo>
                    <a:pt x="95605" y="3153587"/>
                  </a:lnTo>
                  <a:lnTo>
                    <a:pt x="377190" y="3153587"/>
                  </a:lnTo>
                  <a:lnTo>
                    <a:pt x="377190" y="3125025"/>
                  </a:lnTo>
                  <a:lnTo>
                    <a:pt x="95605" y="3125025"/>
                  </a:lnTo>
                  <a:lnTo>
                    <a:pt x="95605" y="2842488"/>
                  </a:lnTo>
                  <a:lnTo>
                    <a:pt x="377190" y="2842488"/>
                  </a:lnTo>
                  <a:lnTo>
                    <a:pt x="377190" y="2813939"/>
                  </a:lnTo>
                  <a:lnTo>
                    <a:pt x="95605" y="2813939"/>
                  </a:lnTo>
                  <a:lnTo>
                    <a:pt x="95605" y="2531402"/>
                  </a:lnTo>
                  <a:lnTo>
                    <a:pt x="377190" y="2531402"/>
                  </a:lnTo>
                  <a:lnTo>
                    <a:pt x="377190" y="2502852"/>
                  </a:lnTo>
                  <a:lnTo>
                    <a:pt x="95605" y="2502852"/>
                  </a:lnTo>
                  <a:lnTo>
                    <a:pt x="95605" y="2220303"/>
                  </a:lnTo>
                  <a:lnTo>
                    <a:pt x="377190" y="2220303"/>
                  </a:lnTo>
                  <a:lnTo>
                    <a:pt x="377190" y="2191740"/>
                  </a:lnTo>
                  <a:lnTo>
                    <a:pt x="95605" y="2191740"/>
                  </a:lnTo>
                  <a:lnTo>
                    <a:pt x="95605" y="1909216"/>
                  </a:lnTo>
                  <a:lnTo>
                    <a:pt x="377190" y="1909216"/>
                  </a:lnTo>
                  <a:lnTo>
                    <a:pt x="377190" y="1880654"/>
                  </a:lnTo>
                  <a:lnTo>
                    <a:pt x="95605" y="1880654"/>
                  </a:lnTo>
                  <a:lnTo>
                    <a:pt x="95605" y="1598117"/>
                  </a:lnTo>
                  <a:lnTo>
                    <a:pt x="377190" y="1598117"/>
                  </a:lnTo>
                  <a:lnTo>
                    <a:pt x="377190" y="1569567"/>
                  </a:lnTo>
                  <a:lnTo>
                    <a:pt x="95605" y="1569567"/>
                  </a:lnTo>
                  <a:lnTo>
                    <a:pt x="95605" y="1287030"/>
                  </a:lnTo>
                  <a:lnTo>
                    <a:pt x="377190" y="1287030"/>
                  </a:lnTo>
                  <a:lnTo>
                    <a:pt x="377190" y="1258468"/>
                  </a:lnTo>
                  <a:lnTo>
                    <a:pt x="95605" y="1258468"/>
                  </a:lnTo>
                  <a:lnTo>
                    <a:pt x="95605" y="975944"/>
                  </a:lnTo>
                  <a:lnTo>
                    <a:pt x="377190" y="975944"/>
                  </a:lnTo>
                  <a:lnTo>
                    <a:pt x="377190" y="947381"/>
                  </a:lnTo>
                  <a:lnTo>
                    <a:pt x="95605" y="947381"/>
                  </a:lnTo>
                  <a:lnTo>
                    <a:pt x="95605" y="664832"/>
                  </a:lnTo>
                  <a:lnTo>
                    <a:pt x="377190" y="664832"/>
                  </a:lnTo>
                  <a:lnTo>
                    <a:pt x="377190" y="636282"/>
                  </a:lnTo>
                  <a:lnTo>
                    <a:pt x="95605" y="636282"/>
                  </a:lnTo>
                  <a:lnTo>
                    <a:pt x="95605" y="353745"/>
                  </a:lnTo>
                  <a:lnTo>
                    <a:pt x="377190" y="353745"/>
                  </a:lnTo>
                  <a:lnTo>
                    <a:pt x="377190" y="325196"/>
                  </a:lnTo>
                  <a:lnTo>
                    <a:pt x="95605" y="325196"/>
                  </a:lnTo>
                  <a:lnTo>
                    <a:pt x="95605" y="42659"/>
                  </a:lnTo>
                  <a:lnTo>
                    <a:pt x="377190" y="42659"/>
                  </a:lnTo>
                  <a:lnTo>
                    <a:pt x="377190" y="14097"/>
                  </a:lnTo>
                  <a:lnTo>
                    <a:pt x="95605" y="14097"/>
                  </a:lnTo>
                  <a:lnTo>
                    <a:pt x="95605" y="0"/>
                  </a:lnTo>
                  <a:lnTo>
                    <a:pt x="66395" y="0"/>
                  </a:lnTo>
                  <a:lnTo>
                    <a:pt x="66395" y="7819949"/>
                  </a:lnTo>
                  <a:lnTo>
                    <a:pt x="95605" y="7819949"/>
                  </a:lnTo>
                  <a:lnTo>
                    <a:pt x="377545" y="7819961"/>
                  </a:lnTo>
                  <a:lnTo>
                    <a:pt x="406755" y="7819974"/>
                  </a:lnTo>
                  <a:lnTo>
                    <a:pt x="688695" y="7819987"/>
                  </a:lnTo>
                  <a:lnTo>
                    <a:pt x="717905" y="7819999"/>
                  </a:lnTo>
                  <a:lnTo>
                    <a:pt x="999845" y="7820012"/>
                  </a:lnTo>
                  <a:lnTo>
                    <a:pt x="1027785" y="7820025"/>
                  </a:lnTo>
                  <a:lnTo>
                    <a:pt x="1027785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06400" y="1379498"/>
              <a:ext cx="17881600" cy="7892415"/>
            </a:xfrm>
            <a:custGeom>
              <a:avLst/>
              <a:gdLst/>
              <a:ahLst/>
              <a:cxnLst/>
              <a:rect l="l" t="t" r="r" b="b"/>
              <a:pathLst>
                <a:path w="17881600" h="7892415">
                  <a:moveTo>
                    <a:pt x="281940" y="3422027"/>
                  </a:moveTo>
                  <a:lnTo>
                    <a:pt x="0" y="3422027"/>
                  </a:lnTo>
                  <a:lnTo>
                    <a:pt x="0" y="3450577"/>
                  </a:lnTo>
                  <a:lnTo>
                    <a:pt x="281940" y="3450577"/>
                  </a:lnTo>
                  <a:lnTo>
                    <a:pt x="281940" y="3422027"/>
                  </a:lnTo>
                  <a:close/>
                </a:path>
                <a:path w="17881600" h="7892415">
                  <a:moveTo>
                    <a:pt x="281940" y="3110928"/>
                  </a:moveTo>
                  <a:lnTo>
                    <a:pt x="0" y="3110928"/>
                  </a:lnTo>
                  <a:lnTo>
                    <a:pt x="0" y="3139490"/>
                  </a:lnTo>
                  <a:lnTo>
                    <a:pt x="281940" y="3139490"/>
                  </a:lnTo>
                  <a:lnTo>
                    <a:pt x="281940" y="3110928"/>
                  </a:lnTo>
                  <a:close/>
                </a:path>
                <a:path w="17881600" h="7892415">
                  <a:moveTo>
                    <a:pt x="281940" y="2799842"/>
                  </a:moveTo>
                  <a:lnTo>
                    <a:pt x="0" y="2799842"/>
                  </a:lnTo>
                  <a:lnTo>
                    <a:pt x="0" y="2828391"/>
                  </a:lnTo>
                  <a:lnTo>
                    <a:pt x="281940" y="2828391"/>
                  </a:lnTo>
                  <a:lnTo>
                    <a:pt x="281940" y="2799842"/>
                  </a:lnTo>
                  <a:close/>
                </a:path>
                <a:path w="17881600" h="7892415">
                  <a:moveTo>
                    <a:pt x="281940" y="2488755"/>
                  </a:moveTo>
                  <a:lnTo>
                    <a:pt x="0" y="2488755"/>
                  </a:lnTo>
                  <a:lnTo>
                    <a:pt x="0" y="2517305"/>
                  </a:lnTo>
                  <a:lnTo>
                    <a:pt x="281940" y="2517305"/>
                  </a:lnTo>
                  <a:lnTo>
                    <a:pt x="281940" y="2488755"/>
                  </a:lnTo>
                  <a:close/>
                </a:path>
                <a:path w="17881600" h="7892415">
                  <a:moveTo>
                    <a:pt x="281940" y="2177643"/>
                  </a:moveTo>
                  <a:lnTo>
                    <a:pt x="0" y="2177643"/>
                  </a:lnTo>
                  <a:lnTo>
                    <a:pt x="0" y="2206206"/>
                  </a:lnTo>
                  <a:lnTo>
                    <a:pt x="281940" y="2206206"/>
                  </a:lnTo>
                  <a:lnTo>
                    <a:pt x="281940" y="2177643"/>
                  </a:lnTo>
                  <a:close/>
                </a:path>
                <a:path w="17881600" h="7892415">
                  <a:moveTo>
                    <a:pt x="281940" y="1866557"/>
                  </a:moveTo>
                  <a:lnTo>
                    <a:pt x="0" y="1866557"/>
                  </a:lnTo>
                  <a:lnTo>
                    <a:pt x="0" y="1895119"/>
                  </a:lnTo>
                  <a:lnTo>
                    <a:pt x="281940" y="1895119"/>
                  </a:lnTo>
                  <a:lnTo>
                    <a:pt x="281940" y="1866557"/>
                  </a:lnTo>
                  <a:close/>
                </a:path>
                <a:path w="17881600" h="7892415">
                  <a:moveTo>
                    <a:pt x="281940" y="1555470"/>
                  </a:moveTo>
                  <a:lnTo>
                    <a:pt x="0" y="1555470"/>
                  </a:lnTo>
                  <a:lnTo>
                    <a:pt x="0" y="1584020"/>
                  </a:lnTo>
                  <a:lnTo>
                    <a:pt x="281940" y="1584020"/>
                  </a:lnTo>
                  <a:lnTo>
                    <a:pt x="281940" y="1555470"/>
                  </a:lnTo>
                  <a:close/>
                </a:path>
                <a:path w="17881600" h="7892415">
                  <a:moveTo>
                    <a:pt x="281940" y="1244371"/>
                  </a:moveTo>
                  <a:lnTo>
                    <a:pt x="0" y="1244371"/>
                  </a:lnTo>
                  <a:lnTo>
                    <a:pt x="0" y="1272933"/>
                  </a:lnTo>
                  <a:lnTo>
                    <a:pt x="281940" y="1272933"/>
                  </a:lnTo>
                  <a:lnTo>
                    <a:pt x="281940" y="1244371"/>
                  </a:lnTo>
                  <a:close/>
                </a:path>
                <a:path w="17881600" h="7892415">
                  <a:moveTo>
                    <a:pt x="281940" y="933284"/>
                  </a:moveTo>
                  <a:lnTo>
                    <a:pt x="0" y="933284"/>
                  </a:lnTo>
                  <a:lnTo>
                    <a:pt x="0" y="961847"/>
                  </a:lnTo>
                  <a:lnTo>
                    <a:pt x="281940" y="961847"/>
                  </a:lnTo>
                  <a:lnTo>
                    <a:pt x="281940" y="933284"/>
                  </a:lnTo>
                  <a:close/>
                </a:path>
                <a:path w="17881600" h="7892415">
                  <a:moveTo>
                    <a:pt x="281940" y="622185"/>
                  </a:moveTo>
                  <a:lnTo>
                    <a:pt x="0" y="622185"/>
                  </a:lnTo>
                  <a:lnTo>
                    <a:pt x="0" y="650735"/>
                  </a:lnTo>
                  <a:lnTo>
                    <a:pt x="281940" y="650735"/>
                  </a:lnTo>
                  <a:lnTo>
                    <a:pt x="281940" y="622185"/>
                  </a:lnTo>
                  <a:close/>
                </a:path>
                <a:path w="17881600" h="7892415">
                  <a:moveTo>
                    <a:pt x="281940" y="311099"/>
                  </a:moveTo>
                  <a:lnTo>
                    <a:pt x="0" y="311099"/>
                  </a:lnTo>
                  <a:lnTo>
                    <a:pt x="0" y="339648"/>
                  </a:lnTo>
                  <a:lnTo>
                    <a:pt x="281940" y="339648"/>
                  </a:lnTo>
                  <a:lnTo>
                    <a:pt x="281940" y="311099"/>
                  </a:lnTo>
                  <a:close/>
                </a:path>
                <a:path w="17881600" h="7892415">
                  <a:moveTo>
                    <a:pt x="281940" y="0"/>
                  </a:moveTo>
                  <a:lnTo>
                    <a:pt x="0" y="0"/>
                  </a:lnTo>
                  <a:lnTo>
                    <a:pt x="0" y="28562"/>
                  </a:lnTo>
                  <a:lnTo>
                    <a:pt x="281940" y="28562"/>
                  </a:lnTo>
                  <a:lnTo>
                    <a:pt x="281940" y="0"/>
                  </a:lnTo>
                  <a:close/>
                </a:path>
                <a:path w="17881600" h="7892415">
                  <a:moveTo>
                    <a:pt x="593090" y="7466228"/>
                  </a:moveTo>
                  <a:lnTo>
                    <a:pt x="311150" y="7466228"/>
                  </a:lnTo>
                  <a:lnTo>
                    <a:pt x="311150" y="7494727"/>
                  </a:lnTo>
                  <a:lnTo>
                    <a:pt x="593090" y="7494727"/>
                  </a:lnTo>
                  <a:lnTo>
                    <a:pt x="593090" y="7466228"/>
                  </a:lnTo>
                  <a:close/>
                </a:path>
                <a:path w="17881600" h="7892415">
                  <a:moveTo>
                    <a:pt x="593090" y="7155129"/>
                  </a:moveTo>
                  <a:lnTo>
                    <a:pt x="311150" y="7155129"/>
                  </a:lnTo>
                  <a:lnTo>
                    <a:pt x="311150" y="7183691"/>
                  </a:lnTo>
                  <a:lnTo>
                    <a:pt x="593090" y="7183691"/>
                  </a:lnTo>
                  <a:lnTo>
                    <a:pt x="593090" y="7155129"/>
                  </a:lnTo>
                  <a:close/>
                </a:path>
                <a:path w="17881600" h="7892415">
                  <a:moveTo>
                    <a:pt x="593090" y="6844043"/>
                  </a:moveTo>
                  <a:lnTo>
                    <a:pt x="311150" y="6844043"/>
                  </a:lnTo>
                  <a:lnTo>
                    <a:pt x="311150" y="6872592"/>
                  </a:lnTo>
                  <a:lnTo>
                    <a:pt x="593090" y="6872592"/>
                  </a:lnTo>
                  <a:lnTo>
                    <a:pt x="593090" y="6844043"/>
                  </a:lnTo>
                  <a:close/>
                </a:path>
                <a:path w="17881600" h="7892415">
                  <a:moveTo>
                    <a:pt x="593090" y="6532943"/>
                  </a:moveTo>
                  <a:lnTo>
                    <a:pt x="311150" y="6532943"/>
                  </a:lnTo>
                  <a:lnTo>
                    <a:pt x="311150" y="6561506"/>
                  </a:lnTo>
                  <a:lnTo>
                    <a:pt x="593090" y="6561506"/>
                  </a:lnTo>
                  <a:lnTo>
                    <a:pt x="593090" y="6532943"/>
                  </a:lnTo>
                  <a:close/>
                </a:path>
                <a:path w="17881600" h="7892415">
                  <a:moveTo>
                    <a:pt x="593090" y="6221857"/>
                  </a:moveTo>
                  <a:lnTo>
                    <a:pt x="311150" y="6221857"/>
                  </a:lnTo>
                  <a:lnTo>
                    <a:pt x="311150" y="6250419"/>
                  </a:lnTo>
                  <a:lnTo>
                    <a:pt x="593090" y="6250419"/>
                  </a:lnTo>
                  <a:lnTo>
                    <a:pt x="593090" y="6221857"/>
                  </a:lnTo>
                  <a:close/>
                </a:path>
                <a:path w="17881600" h="7892415">
                  <a:moveTo>
                    <a:pt x="593090" y="5910770"/>
                  </a:moveTo>
                  <a:lnTo>
                    <a:pt x="311150" y="5910770"/>
                  </a:lnTo>
                  <a:lnTo>
                    <a:pt x="311150" y="5939320"/>
                  </a:lnTo>
                  <a:lnTo>
                    <a:pt x="593090" y="5939320"/>
                  </a:lnTo>
                  <a:lnTo>
                    <a:pt x="593090" y="5910770"/>
                  </a:lnTo>
                  <a:close/>
                </a:path>
                <a:path w="17881600" h="7892415">
                  <a:moveTo>
                    <a:pt x="593090" y="5599671"/>
                  </a:moveTo>
                  <a:lnTo>
                    <a:pt x="311150" y="5599671"/>
                  </a:lnTo>
                  <a:lnTo>
                    <a:pt x="311150" y="5628221"/>
                  </a:lnTo>
                  <a:lnTo>
                    <a:pt x="593090" y="5628221"/>
                  </a:lnTo>
                  <a:lnTo>
                    <a:pt x="593090" y="5599671"/>
                  </a:lnTo>
                  <a:close/>
                </a:path>
                <a:path w="17881600" h="7892415">
                  <a:moveTo>
                    <a:pt x="593090" y="5288572"/>
                  </a:moveTo>
                  <a:lnTo>
                    <a:pt x="311150" y="5288572"/>
                  </a:lnTo>
                  <a:lnTo>
                    <a:pt x="311150" y="5317134"/>
                  </a:lnTo>
                  <a:lnTo>
                    <a:pt x="593090" y="5317134"/>
                  </a:lnTo>
                  <a:lnTo>
                    <a:pt x="593090" y="5288572"/>
                  </a:lnTo>
                  <a:close/>
                </a:path>
                <a:path w="17881600" h="7892415">
                  <a:moveTo>
                    <a:pt x="593090" y="4977485"/>
                  </a:moveTo>
                  <a:lnTo>
                    <a:pt x="311150" y="4977485"/>
                  </a:lnTo>
                  <a:lnTo>
                    <a:pt x="311150" y="5006048"/>
                  </a:lnTo>
                  <a:lnTo>
                    <a:pt x="593090" y="5006048"/>
                  </a:lnTo>
                  <a:lnTo>
                    <a:pt x="593090" y="4977485"/>
                  </a:lnTo>
                  <a:close/>
                </a:path>
                <a:path w="17881600" h="7892415">
                  <a:moveTo>
                    <a:pt x="593090" y="4666399"/>
                  </a:moveTo>
                  <a:lnTo>
                    <a:pt x="311150" y="4666399"/>
                  </a:lnTo>
                  <a:lnTo>
                    <a:pt x="311150" y="4694948"/>
                  </a:lnTo>
                  <a:lnTo>
                    <a:pt x="593090" y="4694948"/>
                  </a:lnTo>
                  <a:lnTo>
                    <a:pt x="593090" y="4666399"/>
                  </a:lnTo>
                  <a:close/>
                </a:path>
                <a:path w="17881600" h="7892415">
                  <a:moveTo>
                    <a:pt x="593090" y="4355300"/>
                  </a:moveTo>
                  <a:lnTo>
                    <a:pt x="311150" y="4355300"/>
                  </a:lnTo>
                  <a:lnTo>
                    <a:pt x="311150" y="4383862"/>
                  </a:lnTo>
                  <a:lnTo>
                    <a:pt x="593090" y="4383862"/>
                  </a:lnTo>
                  <a:lnTo>
                    <a:pt x="593090" y="4355300"/>
                  </a:lnTo>
                  <a:close/>
                </a:path>
                <a:path w="17881600" h="7892415">
                  <a:moveTo>
                    <a:pt x="593090" y="4044200"/>
                  </a:moveTo>
                  <a:lnTo>
                    <a:pt x="311150" y="4044200"/>
                  </a:lnTo>
                  <a:lnTo>
                    <a:pt x="311150" y="4072763"/>
                  </a:lnTo>
                  <a:lnTo>
                    <a:pt x="593090" y="4072763"/>
                  </a:lnTo>
                  <a:lnTo>
                    <a:pt x="593090" y="4044200"/>
                  </a:lnTo>
                  <a:close/>
                </a:path>
                <a:path w="17881600" h="7892415">
                  <a:moveTo>
                    <a:pt x="593090" y="3733114"/>
                  </a:moveTo>
                  <a:lnTo>
                    <a:pt x="311150" y="3733114"/>
                  </a:lnTo>
                  <a:lnTo>
                    <a:pt x="311150" y="3761663"/>
                  </a:lnTo>
                  <a:lnTo>
                    <a:pt x="593090" y="3761663"/>
                  </a:lnTo>
                  <a:lnTo>
                    <a:pt x="593090" y="3733114"/>
                  </a:lnTo>
                  <a:close/>
                </a:path>
                <a:path w="17881600" h="7892415">
                  <a:moveTo>
                    <a:pt x="593090" y="3422027"/>
                  </a:moveTo>
                  <a:lnTo>
                    <a:pt x="311150" y="3422027"/>
                  </a:lnTo>
                  <a:lnTo>
                    <a:pt x="311150" y="3450577"/>
                  </a:lnTo>
                  <a:lnTo>
                    <a:pt x="593090" y="3450577"/>
                  </a:lnTo>
                  <a:lnTo>
                    <a:pt x="593090" y="3422027"/>
                  </a:lnTo>
                  <a:close/>
                </a:path>
                <a:path w="17881600" h="7892415">
                  <a:moveTo>
                    <a:pt x="593090" y="3110928"/>
                  </a:moveTo>
                  <a:lnTo>
                    <a:pt x="311150" y="3110928"/>
                  </a:lnTo>
                  <a:lnTo>
                    <a:pt x="311150" y="3139490"/>
                  </a:lnTo>
                  <a:lnTo>
                    <a:pt x="593090" y="3139490"/>
                  </a:lnTo>
                  <a:lnTo>
                    <a:pt x="593090" y="3110928"/>
                  </a:lnTo>
                  <a:close/>
                </a:path>
                <a:path w="17881600" h="7892415">
                  <a:moveTo>
                    <a:pt x="593090" y="2799842"/>
                  </a:moveTo>
                  <a:lnTo>
                    <a:pt x="311150" y="2799842"/>
                  </a:lnTo>
                  <a:lnTo>
                    <a:pt x="311150" y="2828391"/>
                  </a:lnTo>
                  <a:lnTo>
                    <a:pt x="593090" y="2828391"/>
                  </a:lnTo>
                  <a:lnTo>
                    <a:pt x="593090" y="2799842"/>
                  </a:lnTo>
                  <a:close/>
                </a:path>
                <a:path w="17881600" h="7892415">
                  <a:moveTo>
                    <a:pt x="593090" y="2488755"/>
                  </a:moveTo>
                  <a:lnTo>
                    <a:pt x="311150" y="2488755"/>
                  </a:lnTo>
                  <a:lnTo>
                    <a:pt x="311150" y="2517305"/>
                  </a:lnTo>
                  <a:lnTo>
                    <a:pt x="593090" y="2517305"/>
                  </a:lnTo>
                  <a:lnTo>
                    <a:pt x="593090" y="2488755"/>
                  </a:lnTo>
                  <a:close/>
                </a:path>
                <a:path w="17881600" h="7892415">
                  <a:moveTo>
                    <a:pt x="593090" y="2177643"/>
                  </a:moveTo>
                  <a:lnTo>
                    <a:pt x="311150" y="2177643"/>
                  </a:lnTo>
                  <a:lnTo>
                    <a:pt x="311150" y="2206206"/>
                  </a:lnTo>
                  <a:lnTo>
                    <a:pt x="593090" y="2206206"/>
                  </a:lnTo>
                  <a:lnTo>
                    <a:pt x="593090" y="2177643"/>
                  </a:lnTo>
                  <a:close/>
                </a:path>
                <a:path w="17881600" h="7892415">
                  <a:moveTo>
                    <a:pt x="593090" y="1866557"/>
                  </a:moveTo>
                  <a:lnTo>
                    <a:pt x="311150" y="1866557"/>
                  </a:lnTo>
                  <a:lnTo>
                    <a:pt x="311150" y="1895119"/>
                  </a:lnTo>
                  <a:lnTo>
                    <a:pt x="593090" y="1895119"/>
                  </a:lnTo>
                  <a:lnTo>
                    <a:pt x="593090" y="1866557"/>
                  </a:lnTo>
                  <a:close/>
                </a:path>
                <a:path w="17881600" h="7892415">
                  <a:moveTo>
                    <a:pt x="593090" y="1555470"/>
                  </a:moveTo>
                  <a:lnTo>
                    <a:pt x="311150" y="1555470"/>
                  </a:lnTo>
                  <a:lnTo>
                    <a:pt x="311150" y="1584020"/>
                  </a:lnTo>
                  <a:lnTo>
                    <a:pt x="593090" y="1584020"/>
                  </a:lnTo>
                  <a:lnTo>
                    <a:pt x="593090" y="1555470"/>
                  </a:lnTo>
                  <a:close/>
                </a:path>
                <a:path w="17881600" h="7892415">
                  <a:moveTo>
                    <a:pt x="593090" y="1244371"/>
                  </a:moveTo>
                  <a:lnTo>
                    <a:pt x="311150" y="1244371"/>
                  </a:lnTo>
                  <a:lnTo>
                    <a:pt x="311150" y="1272933"/>
                  </a:lnTo>
                  <a:lnTo>
                    <a:pt x="593090" y="1272933"/>
                  </a:lnTo>
                  <a:lnTo>
                    <a:pt x="593090" y="1244371"/>
                  </a:lnTo>
                  <a:close/>
                </a:path>
                <a:path w="17881600" h="7892415">
                  <a:moveTo>
                    <a:pt x="593090" y="933284"/>
                  </a:moveTo>
                  <a:lnTo>
                    <a:pt x="311150" y="933284"/>
                  </a:lnTo>
                  <a:lnTo>
                    <a:pt x="311150" y="961847"/>
                  </a:lnTo>
                  <a:lnTo>
                    <a:pt x="593090" y="961847"/>
                  </a:lnTo>
                  <a:lnTo>
                    <a:pt x="593090" y="933284"/>
                  </a:lnTo>
                  <a:close/>
                </a:path>
                <a:path w="17881600" h="7892415">
                  <a:moveTo>
                    <a:pt x="593090" y="622185"/>
                  </a:moveTo>
                  <a:lnTo>
                    <a:pt x="311150" y="622185"/>
                  </a:lnTo>
                  <a:lnTo>
                    <a:pt x="311150" y="650735"/>
                  </a:lnTo>
                  <a:lnTo>
                    <a:pt x="593090" y="650735"/>
                  </a:lnTo>
                  <a:lnTo>
                    <a:pt x="593090" y="622185"/>
                  </a:lnTo>
                  <a:close/>
                </a:path>
                <a:path w="17881600" h="7892415">
                  <a:moveTo>
                    <a:pt x="593090" y="311099"/>
                  </a:moveTo>
                  <a:lnTo>
                    <a:pt x="311150" y="311099"/>
                  </a:lnTo>
                  <a:lnTo>
                    <a:pt x="311150" y="339648"/>
                  </a:lnTo>
                  <a:lnTo>
                    <a:pt x="593090" y="339648"/>
                  </a:lnTo>
                  <a:lnTo>
                    <a:pt x="593090" y="311099"/>
                  </a:lnTo>
                  <a:close/>
                </a:path>
                <a:path w="17881600" h="7892415">
                  <a:moveTo>
                    <a:pt x="593090" y="0"/>
                  </a:moveTo>
                  <a:lnTo>
                    <a:pt x="311150" y="0"/>
                  </a:lnTo>
                  <a:lnTo>
                    <a:pt x="311150" y="28562"/>
                  </a:lnTo>
                  <a:lnTo>
                    <a:pt x="593090" y="28562"/>
                  </a:lnTo>
                  <a:lnTo>
                    <a:pt x="593090" y="0"/>
                  </a:lnTo>
                  <a:close/>
                </a:path>
                <a:path w="17881600" h="7892415">
                  <a:moveTo>
                    <a:pt x="17163441" y="7552703"/>
                  </a:moveTo>
                  <a:lnTo>
                    <a:pt x="16880904" y="7552703"/>
                  </a:lnTo>
                  <a:lnTo>
                    <a:pt x="16880904" y="7581201"/>
                  </a:lnTo>
                  <a:lnTo>
                    <a:pt x="17163441" y="7581201"/>
                  </a:lnTo>
                  <a:lnTo>
                    <a:pt x="17163441" y="7552703"/>
                  </a:lnTo>
                  <a:close/>
                </a:path>
                <a:path w="17881600" h="7892415">
                  <a:moveTo>
                    <a:pt x="17163441" y="7241603"/>
                  </a:moveTo>
                  <a:lnTo>
                    <a:pt x="16880904" y="7241603"/>
                  </a:lnTo>
                  <a:lnTo>
                    <a:pt x="16880904" y="7270166"/>
                  </a:lnTo>
                  <a:lnTo>
                    <a:pt x="17163441" y="7270166"/>
                  </a:lnTo>
                  <a:lnTo>
                    <a:pt x="17163441" y="7241603"/>
                  </a:lnTo>
                  <a:close/>
                </a:path>
                <a:path w="17881600" h="7892415">
                  <a:moveTo>
                    <a:pt x="17163441" y="6930517"/>
                  </a:moveTo>
                  <a:lnTo>
                    <a:pt x="16880904" y="6930517"/>
                  </a:lnTo>
                  <a:lnTo>
                    <a:pt x="16880904" y="6959079"/>
                  </a:lnTo>
                  <a:lnTo>
                    <a:pt x="17163441" y="6959079"/>
                  </a:lnTo>
                  <a:lnTo>
                    <a:pt x="17163441" y="6930517"/>
                  </a:lnTo>
                  <a:close/>
                </a:path>
                <a:path w="17881600" h="7892415">
                  <a:moveTo>
                    <a:pt x="17163441" y="6619430"/>
                  </a:moveTo>
                  <a:lnTo>
                    <a:pt x="16880904" y="6619430"/>
                  </a:lnTo>
                  <a:lnTo>
                    <a:pt x="16880904" y="6647980"/>
                  </a:lnTo>
                  <a:lnTo>
                    <a:pt x="17163441" y="6647980"/>
                  </a:lnTo>
                  <a:lnTo>
                    <a:pt x="17163441" y="6619430"/>
                  </a:lnTo>
                  <a:close/>
                </a:path>
                <a:path w="17881600" h="7892415">
                  <a:moveTo>
                    <a:pt x="17163441" y="6308331"/>
                  </a:moveTo>
                  <a:lnTo>
                    <a:pt x="16880904" y="6308331"/>
                  </a:lnTo>
                  <a:lnTo>
                    <a:pt x="16880904" y="6336893"/>
                  </a:lnTo>
                  <a:lnTo>
                    <a:pt x="17163441" y="6336893"/>
                  </a:lnTo>
                  <a:lnTo>
                    <a:pt x="17163441" y="6308331"/>
                  </a:lnTo>
                  <a:close/>
                </a:path>
                <a:path w="17881600" h="7892415">
                  <a:moveTo>
                    <a:pt x="17163441" y="5997245"/>
                  </a:moveTo>
                  <a:lnTo>
                    <a:pt x="16880904" y="5997245"/>
                  </a:lnTo>
                  <a:lnTo>
                    <a:pt x="16880904" y="6025807"/>
                  </a:lnTo>
                  <a:lnTo>
                    <a:pt x="17163441" y="6025807"/>
                  </a:lnTo>
                  <a:lnTo>
                    <a:pt x="17163441" y="5997245"/>
                  </a:lnTo>
                  <a:close/>
                </a:path>
                <a:path w="17881600" h="7892415">
                  <a:moveTo>
                    <a:pt x="17163441" y="5686145"/>
                  </a:moveTo>
                  <a:lnTo>
                    <a:pt x="16880904" y="5686145"/>
                  </a:lnTo>
                  <a:lnTo>
                    <a:pt x="16880904" y="5714695"/>
                  </a:lnTo>
                  <a:lnTo>
                    <a:pt x="17163441" y="5714695"/>
                  </a:lnTo>
                  <a:lnTo>
                    <a:pt x="17163441" y="5686145"/>
                  </a:lnTo>
                  <a:close/>
                </a:path>
                <a:path w="17881600" h="7892415">
                  <a:moveTo>
                    <a:pt x="17163441" y="5375046"/>
                  </a:moveTo>
                  <a:lnTo>
                    <a:pt x="16880904" y="5375046"/>
                  </a:lnTo>
                  <a:lnTo>
                    <a:pt x="16880904" y="5403608"/>
                  </a:lnTo>
                  <a:lnTo>
                    <a:pt x="17163441" y="5403608"/>
                  </a:lnTo>
                  <a:lnTo>
                    <a:pt x="17163441" y="5375046"/>
                  </a:lnTo>
                  <a:close/>
                </a:path>
                <a:path w="17881600" h="7892415">
                  <a:moveTo>
                    <a:pt x="17163441" y="5063960"/>
                  </a:moveTo>
                  <a:lnTo>
                    <a:pt x="16880904" y="5063960"/>
                  </a:lnTo>
                  <a:lnTo>
                    <a:pt x="16880904" y="5092522"/>
                  </a:lnTo>
                  <a:lnTo>
                    <a:pt x="17163441" y="5092522"/>
                  </a:lnTo>
                  <a:lnTo>
                    <a:pt x="17163441" y="5063960"/>
                  </a:lnTo>
                  <a:close/>
                </a:path>
                <a:path w="17881600" h="7892415">
                  <a:moveTo>
                    <a:pt x="17163441" y="4752873"/>
                  </a:moveTo>
                  <a:lnTo>
                    <a:pt x="16880904" y="4752873"/>
                  </a:lnTo>
                  <a:lnTo>
                    <a:pt x="16880904" y="4781423"/>
                  </a:lnTo>
                  <a:lnTo>
                    <a:pt x="17163441" y="4781423"/>
                  </a:lnTo>
                  <a:lnTo>
                    <a:pt x="17163441" y="4752873"/>
                  </a:lnTo>
                  <a:close/>
                </a:path>
                <a:path w="17881600" h="7892415">
                  <a:moveTo>
                    <a:pt x="17474540" y="7552703"/>
                  </a:moveTo>
                  <a:lnTo>
                    <a:pt x="17192003" y="7552703"/>
                  </a:lnTo>
                  <a:lnTo>
                    <a:pt x="17192003" y="7581201"/>
                  </a:lnTo>
                  <a:lnTo>
                    <a:pt x="17474540" y="7581201"/>
                  </a:lnTo>
                  <a:lnTo>
                    <a:pt x="17474540" y="7552703"/>
                  </a:lnTo>
                  <a:close/>
                </a:path>
                <a:path w="17881600" h="7892415">
                  <a:moveTo>
                    <a:pt x="17474540" y="7241603"/>
                  </a:moveTo>
                  <a:lnTo>
                    <a:pt x="17192003" y="7241603"/>
                  </a:lnTo>
                  <a:lnTo>
                    <a:pt x="17192003" y="7270166"/>
                  </a:lnTo>
                  <a:lnTo>
                    <a:pt x="17474540" y="7270166"/>
                  </a:lnTo>
                  <a:lnTo>
                    <a:pt x="17474540" y="7241603"/>
                  </a:lnTo>
                  <a:close/>
                </a:path>
                <a:path w="17881600" h="7892415">
                  <a:moveTo>
                    <a:pt x="17474540" y="6930517"/>
                  </a:moveTo>
                  <a:lnTo>
                    <a:pt x="17192003" y="6930517"/>
                  </a:lnTo>
                  <a:lnTo>
                    <a:pt x="17192003" y="6959079"/>
                  </a:lnTo>
                  <a:lnTo>
                    <a:pt x="17474540" y="6959079"/>
                  </a:lnTo>
                  <a:lnTo>
                    <a:pt x="17474540" y="6930517"/>
                  </a:lnTo>
                  <a:close/>
                </a:path>
                <a:path w="17881600" h="7892415">
                  <a:moveTo>
                    <a:pt x="17474540" y="6619430"/>
                  </a:moveTo>
                  <a:lnTo>
                    <a:pt x="17192003" y="6619430"/>
                  </a:lnTo>
                  <a:lnTo>
                    <a:pt x="17192003" y="6647980"/>
                  </a:lnTo>
                  <a:lnTo>
                    <a:pt x="17474540" y="6647980"/>
                  </a:lnTo>
                  <a:lnTo>
                    <a:pt x="17474540" y="6619430"/>
                  </a:lnTo>
                  <a:close/>
                </a:path>
                <a:path w="17881600" h="7892415">
                  <a:moveTo>
                    <a:pt x="17474540" y="6308331"/>
                  </a:moveTo>
                  <a:lnTo>
                    <a:pt x="17192003" y="6308331"/>
                  </a:lnTo>
                  <a:lnTo>
                    <a:pt x="17192003" y="6336893"/>
                  </a:lnTo>
                  <a:lnTo>
                    <a:pt x="17474540" y="6336893"/>
                  </a:lnTo>
                  <a:lnTo>
                    <a:pt x="17474540" y="6308331"/>
                  </a:lnTo>
                  <a:close/>
                </a:path>
                <a:path w="17881600" h="7892415">
                  <a:moveTo>
                    <a:pt x="17474540" y="5997245"/>
                  </a:moveTo>
                  <a:lnTo>
                    <a:pt x="17192003" y="5997245"/>
                  </a:lnTo>
                  <a:lnTo>
                    <a:pt x="17192003" y="6025807"/>
                  </a:lnTo>
                  <a:lnTo>
                    <a:pt x="17474540" y="6025807"/>
                  </a:lnTo>
                  <a:lnTo>
                    <a:pt x="17474540" y="5997245"/>
                  </a:lnTo>
                  <a:close/>
                </a:path>
                <a:path w="17881600" h="7892415">
                  <a:moveTo>
                    <a:pt x="17474540" y="5686145"/>
                  </a:moveTo>
                  <a:lnTo>
                    <a:pt x="17192003" y="5686145"/>
                  </a:lnTo>
                  <a:lnTo>
                    <a:pt x="17192003" y="5714695"/>
                  </a:lnTo>
                  <a:lnTo>
                    <a:pt x="17474540" y="5714695"/>
                  </a:lnTo>
                  <a:lnTo>
                    <a:pt x="17474540" y="5686145"/>
                  </a:lnTo>
                  <a:close/>
                </a:path>
                <a:path w="17881600" h="7892415">
                  <a:moveTo>
                    <a:pt x="17474540" y="5375046"/>
                  </a:moveTo>
                  <a:lnTo>
                    <a:pt x="17192003" y="5375046"/>
                  </a:lnTo>
                  <a:lnTo>
                    <a:pt x="17192003" y="5403608"/>
                  </a:lnTo>
                  <a:lnTo>
                    <a:pt x="17474540" y="5403608"/>
                  </a:lnTo>
                  <a:lnTo>
                    <a:pt x="17474540" y="5375046"/>
                  </a:lnTo>
                  <a:close/>
                </a:path>
                <a:path w="17881600" h="7892415">
                  <a:moveTo>
                    <a:pt x="17474540" y="5063960"/>
                  </a:moveTo>
                  <a:lnTo>
                    <a:pt x="17192003" y="5063960"/>
                  </a:lnTo>
                  <a:lnTo>
                    <a:pt x="17192003" y="5092522"/>
                  </a:lnTo>
                  <a:lnTo>
                    <a:pt x="17474540" y="5092522"/>
                  </a:lnTo>
                  <a:lnTo>
                    <a:pt x="17474540" y="5063960"/>
                  </a:lnTo>
                  <a:close/>
                </a:path>
                <a:path w="17881600" h="7892415">
                  <a:moveTo>
                    <a:pt x="17474540" y="4752873"/>
                  </a:moveTo>
                  <a:lnTo>
                    <a:pt x="17192003" y="4752873"/>
                  </a:lnTo>
                  <a:lnTo>
                    <a:pt x="17192003" y="4781423"/>
                  </a:lnTo>
                  <a:lnTo>
                    <a:pt x="17474540" y="4781423"/>
                  </a:lnTo>
                  <a:lnTo>
                    <a:pt x="17474540" y="4752873"/>
                  </a:lnTo>
                  <a:close/>
                </a:path>
                <a:path w="17881600" h="7892415">
                  <a:moveTo>
                    <a:pt x="17785626" y="7552703"/>
                  </a:moveTo>
                  <a:lnTo>
                    <a:pt x="17503090" y="7552703"/>
                  </a:lnTo>
                  <a:lnTo>
                    <a:pt x="17503090" y="7581201"/>
                  </a:lnTo>
                  <a:lnTo>
                    <a:pt x="17785626" y="7581201"/>
                  </a:lnTo>
                  <a:lnTo>
                    <a:pt x="17785626" y="7552703"/>
                  </a:lnTo>
                  <a:close/>
                </a:path>
                <a:path w="17881600" h="7892415">
                  <a:moveTo>
                    <a:pt x="17785626" y="7241603"/>
                  </a:moveTo>
                  <a:lnTo>
                    <a:pt x="17503090" y="7241603"/>
                  </a:lnTo>
                  <a:lnTo>
                    <a:pt x="17503090" y="7270166"/>
                  </a:lnTo>
                  <a:lnTo>
                    <a:pt x="17785626" y="7270166"/>
                  </a:lnTo>
                  <a:lnTo>
                    <a:pt x="17785626" y="7241603"/>
                  </a:lnTo>
                  <a:close/>
                </a:path>
                <a:path w="17881600" h="7892415">
                  <a:moveTo>
                    <a:pt x="17785626" y="6930517"/>
                  </a:moveTo>
                  <a:lnTo>
                    <a:pt x="17503090" y="6930517"/>
                  </a:lnTo>
                  <a:lnTo>
                    <a:pt x="17503090" y="6959079"/>
                  </a:lnTo>
                  <a:lnTo>
                    <a:pt x="17785626" y="6959079"/>
                  </a:lnTo>
                  <a:lnTo>
                    <a:pt x="17785626" y="6930517"/>
                  </a:lnTo>
                  <a:close/>
                </a:path>
                <a:path w="17881600" h="7892415">
                  <a:moveTo>
                    <a:pt x="17785626" y="6619430"/>
                  </a:moveTo>
                  <a:lnTo>
                    <a:pt x="17503090" y="6619430"/>
                  </a:lnTo>
                  <a:lnTo>
                    <a:pt x="17503090" y="6647980"/>
                  </a:lnTo>
                  <a:lnTo>
                    <a:pt x="17785626" y="6647980"/>
                  </a:lnTo>
                  <a:lnTo>
                    <a:pt x="17785626" y="6619430"/>
                  </a:lnTo>
                  <a:close/>
                </a:path>
                <a:path w="17881600" h="7892415">
                  <a:moveTo>
                    <a:pt x="17785626" y="6308331"/>
                  </a:moveTo>
                  <a:lnTo>
                    <a:pt x="17503090" y="6308331"/>
                  </a:lnTo>
                  <a:lnTo>
                    <a:pt x="17503090" y="6336893"/>
                  </a:lnTo>
                  <a:lnTo>
                    <a:pt x="17785626" y="6336893"/>
                  </a:lnTo>
                  <a:lnTo>
                    <a:pt x="17785626" y="6308331"/>
                  </a:lnTo>
                  <a:close/>
                </a:path>
                <a:path w="17881600" h="7892415">
                  <a:moveTo>
                    <a:pt x="17785626" y="5997245"/>
                  </a:moveTo>
                  <a:lnTo>
                    <a:pt x="17503090" y="5997245"/>
                  </a:lnTo>
                  <a:lnTo>
                    <a:pt x="17503090" y="6025807"/>
                  </a:lnTo>
                  <a:lnTo>
                    <a:pt x="17785626" y="6025807"/>
                  </a:lnTo>
                  <a:lnTo>
                    <a:pt x="17785626" y="5997245"/>
                  </a:lnTo>
                  <a:close/>
                </a:path>
                <a:path w="17881600" h="7892415">
                  <a:moveTo>
                    <a:pt x="17881067" y="7863738"/>
                  </a:moveTo>
                  <a:lnTo>
                    <a:pt x="17813757" y="7863738"/>
                  </a:lnTo>
                  <a:lnTo>
                    <a:pt x="17813757" y="4739627"/>
                  </a:lnTo>
                  <a:lnTo>
                    <a:pt x="17785817" y="4739627"/>
                  </a:lnTo>
                  <a:lnTo>
                    <a:pt x="17785817" y="7863738"/>
                  </a:lnTo>
                  <a:lnTo>
                    <a:pt x="17502607" y="7863738"/>
                  </a:lnTo>
                  <a:lnTo>
                    <a:pt x="17502607" y="4739627"/>
                  </a:lnTo>
                  <a:lnTo>
                    <a:pt x="17474667" y="4739627"/>
                  </a:lnTo>
                  <a:lnTo>
                    <a:pt x="17474667" y="7863738"/>
                  </a:lnTo>
                  <a:lnTo>
                    <a:pt x="17191457" y="7863738"/>
                  </a:lnTo>
                  <a:lnTo>
                    <a:pt x="17191457" y="4739627"/>
                  </a:lnTo>
                  <a:lnTo>
                    <a:pt x="17163517" y="4739627"/>
                  </a:lnTo>
                  <a:lnTo>
                    <a:pt x="17163517" y="7863738"/>
                  </a:lnTo>
                  <a:lnTo>
                    <a:pt x="16880307" y="7863738"/>
                  </a:lnTo>
                  <a:lnTo>
                    <a:pt x="16880307" y="4739627"/>
                  </a:lnTo>
                  <a:lnTo>
                    <a:pt x="16852367" y="4739627"/>
                  </a:lnTo>
                  <a:lnTo>
                    <a:pt x="16852367" y="7892402"/>
                  </a:lnTo>
                  <a:lnTo>
                    <a:pt x="16880307" y="7892402"/>
                  </a:lnTo>
                  <a:lnTo>
                    <a:pt x="17163517" y="7892402"/>
                  </a:lnTo>
                  <a:lnTo>
                    <a:pt x="17191457" y="7892389"/>
                  </a:lnTo>
                  <a:lnTo>
                    <a:pt x="17474667" y="7892389"/>
                  </a:lnTo>
                  <a:lnTo>
                    <a:pt x="17502607" y="7892389"/>
                  </a:lnTo>
                  <a:lnTo>
                    <a:pt x="17785817" y="7892377"/>
                  </a:lnTo>
                  <a:lnTo>
                    <a:pt x="17813757" y="7892377"/>
                  </a:lnTo>
                  <a:lnTo>
                    <a:pt x="17881067" y="7892377"/>
                  </a:lnTo>
                  <a:lnTo>
                    <a:pt x="17881067" y="7863738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7909489" y="6132372"/>
              <a:ext cx="379095" cy="2828925"/>
            </a:xfrm>
            <a:custGeom>
              <a:avLst/>
              <a:gdLst/>
              <a:ahLst/>
              <a:cxnLst/>
              <a:rect l="l" t="t" r="r" b="b"/>
              <a:pathLst>
                <a:path w="379094" h="2828925">
                  <a:moveTo>
                    <a:pt x="282536" y="1244371"/>
                  </a:moveTo>
                  <a:lnTo>
                    <a:pt x="0" y="1244371"/>
                  </a:lnTo>
                  <a:lnTo>
                    <a:pt x="0" y="1272933"/>
                  </a:lnTo>
                  <a:lnTo>
                    <a:pt x="282536" y="1272933"/>
                  </a:lnTo>
                  <a:lnTo>
                    <a:pt x="282536" y="1244371"/>
                  </a:lnTo>
                  <a:close/>
                </a:path>
                <a:path w="379094" h="2828925">
                  <a:moveTo>
                    <a:pt x="282536" y="933272"/>
                  </a:moveTo>
                  <a:lnTo>
                    <a:pt x="0" y="933272"/>
                  </a:lnTo>
                  <a:lnTo>
                    <a:pt x="0" y="961821"/>
                  </a:lnTo>
                  <a:lnTo>
                    <a:pt x="282536" y="961821"/>
                  </a:lnTo>
                  <a:lnTo>
                    <a:pt x="282536" y="933272"/>
                  </a:lnTo>
                  <a:close/>
                </a:path>
                <a:path w="379094" h="2828925">
                  <a:moveTo>
                    <a:pt x="282536" y="622173"/>
                  </a:moveTo>
                  <a:lnTo>
                    <a:pt x="0" y="622173"/>
                  </a:lnTo>
                  <a:lnTo>
                    <a:pt x="0" y="650735"/>
                  </a:lnTo>
                  <a:lnTo>
                    <a:pt x="282536" y="650735"/>
                  </a:lnTo>
                  <a:lnTo>
                    <a:pt x="282536" y="622173"/>
                  </a:lnTo>
                  <a:close/>
                </a:path>
                <a:path w="379094" h="2828925">
                  <a:moveTo>
                    <a:pt x="282536" y="311086"/>
                  </a:moveTo>
                  <a:lnTo>
                    <a:pt x="0" y="311086"/>
                  </a:lnTo>
                  <a:lnTo>
                    <a:pt x="0" y="339648"/>
                  </a:lnTo>
                  <a:lnTo>
                    <a:pt x="282536" y="339648"/>
                  </a:lnTo>
                  <a:lnTo>
                    <a:pt x="282536" y="311086"/>
                  </a:lnTo>
                  <a:close/>
                </a:path>
                <a:path w="379094" h="2828925">
                  <a:moveTo>
                    <a:pt x="282536" y="0"/>
                  </a:moveTo>
                  <a:lnTo>
                    <a:pt x="0" y="0"/>
                  </a:lnTo>
                  <a:lnTo>
                    <a:pt x="0" y="28549"/>
                  </a:lnTo>
                  <a:lnTo>
                    <a:pt x="282536" y="28549"/>
                  </a:lnTo>
                  <a:lnTo>
                    <a:pt x="282536" y="0"/>
                  </a:lnTo>
                  <a:close/>
                </a:path>
                <a:path w="379094" h="2828925">
                  <a:moveTo>
                    <a:pt x="378498" y="2799829"/>
                  </a:moveTo>
                  <a:lnTo>
                    <a:pt x="311086" y="2799829"/>
                  </a:lnTo>
                  <a:lnTo>
                    <a:pt x="311086" y="2828328"/>
                  </a:lnTo>
                  <a:lnTo>
                    <a:pt x="378498" y="2828328"/>
                  </a:lnTo>
                  <a:lnTo>
                    <a:pt x="378498" y="2799829"/>
                  </a:lnTo>
                  <a:close/>
                </a:path>
                <a:path w="379094" h="2828925">
                  <a:moveTo>
                    <a:pt x="378498" y="2488730"/>
                  </a:moveTo>
                  <a:lnTo>
                    <a:pt x="311086" y="2488730"/>
                  </a:lnTo>
                  <a:lnTo>
                    <a:pt x="311086" y="2517292"/>
                  </a:lnTo>
                  <a:lnTo>
                    <a:pt x="378498" y="2517292"/>
                  </a:lnTo>
                  <a:lnTo>
                    <a:pt x="378498" y="2488730"/>
                  </a:lnTo>
                  <a:close/>
                </a:path>
                <a:path w="379094" h="2828925">
                  <a:moveTo>
                    <a:pt x="378498" y="2177643"/>
                  </a:moveTo>
                  <a:lnTo>
                    <a:pt x="311086" y="2177643"/>
                  </a:lnTo>
                  <a:lnTo>
                    <a:pt x="311086" y="2206206"/>
                  </a:lnTo>
                  <a:lnTo>
                    <a:pt x="378498" y="2206206"/>
                  </a:lnTo>
                  <a:lnTo>
                    <a:pt x="378498" y="2177643"/>
                  </a:lnTo>
                  <a:close/>
                </a:path>
                <a:path w="379094" h="2828925">
                  <a:moveTo>
                    <a:pt x="378498" y="1866557"/>
                  </a:moveTo>
                  <a:lnTo>
                    <a:pt x="311086" y="1866557"/>
                  </a:lnTo>
                  <a:lnTo>
                    <a:pt x="311086" y="1895106"/>
                  </a:lnTo>
                  <a:lnTo>
                    <a:pt x="378498" y="1895106"/>
                  </a:lnTo>
                  <a:lnTo>
                    <a:pt x="378498" y="1866557"/>
                  </a:lnTo>
                  <a:close/>
                </a:path>
                <a:path w="379094" h="2828925">
                  <a:moveTo>
                    <a:pt x="378498" y="1555457"/>
                  </a:moveTo>
                  <a:lnTo>
                    <a:pt x="311086" y="1555457"/>
                  </a:lnTo>
                  <a:lnTo>
                    <a:pt x="311086" y="1584020"/>
                  </a:lnTo>
                  <a:lnTo>
                    <a:pt x="378498" y="1584020"/>
                  </a:lnTo>
                  <a:lnTo>
                    <a:pt x="378498" y="1555457"/>
                  </a:lnTo>
                  <a:close/>
                </a:path>
                <a:path w="379094" h="2828925">
                  <a:moveTo>
                    <a:pt x="378498" y="1244371"/>
                  </a:moveTo>
                  <a:lnTo>
                    <a:pt x="311086" y="1244371"/>
                  </a:lnTo>
                  <a:lnTo>
                    <a:pt x="311086" y="1272933"/>
                  </a:lnTo>
                  <a:lnTo>
                    <a:pt x="378498" y="1272933"/>
                  </a:lnTo>
                  <a:lnTo>
                    <a:pt x="378498" y="1244371"/>
                  </a:lnTo>
                  <a:close/>
                </a:path>
                <a:path w="379094" h="2828925">
                  <a:moveTo>
                    <a:pt x="378498" y="933272"/>
                  </a:moveTo>
                  <a:lnTo>
                    <a:pt x="311086" y="933272"/>
                  </a:lnTo>
                  <a:lnTo>
                    <a:pt x="311086" y="961821"/>
                  </a:lnTo>
                  <a:lnTo>
                    <a:pt x="378498" y="961821"/>
                  </a:lnTo>
                  <a:lnTo>
                    <a:pt x="378498" y="933272"/>
                  </a:lnTo>
                  <a:close/>
                </a:path>
                <a:path w="379094" h="2828925">
                  <a:moveTo>
                    <a:pt x="378498" y="622173"/>
                  </a:moveTo>
                  <a:lnTo>
                    <a:pt x="311086" y="622173"/>
                  </a:lnTo>
                  <a:lnTo>
                    <a:pt x="311086" y="650735"/>
                  </a:lnTo>
                  <a:lnTo>
                    <a:pt x="378498" y="650735"/>
                  </a:lnTo>
                  <a:lnTo>
                    <a:pt x="378498" y="622173"/>
                  </a:lnTo>
                  <a:close/>
                </a:path>
                <a:path w="379094" h="2828925">
                  <a:moveTo>
                    <a:pt x="378498" y="311086"/>
                  </a:moveTo>
                  <a:lnTo>
                    <a:pt x="311086" y="311086"/>
                  </a:lnTo>
                  <a:lnTo>
                    <a:pt x="311086" y="339648"/>
                  </a:lnTo>
                  <a:lnTo>
                    <a:pt x="378498" y="339648"/>
                  </a:lnTo>
                  <a:lnTo>
                    <a:pt x="378498" y="311086"/>
                  </a:lnTo>
                  <a:close/>
                </a:path>
                <a:path w="379094" h="2828925">
                  <a:moveTo>
                    <a:pt x="378498" y="0"/>
                  </a:moveTo>
                  <a:lnTo>
                    <a:pt x="311086" y="0"/>
                  </a:lnTo>
                  <a:lnTo>
                    <a:pt x="311086" y="28549"/>
                  </a:lnTo>
                  <a:lnTo>
                    <a:pt x="378498" y="28549"/>
                  </a:lnTo>
                  <a:lnTo>
                    <a:pt x="378498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87699"/>
              <a:ext cx="2341521" cy="43529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222931"/>
              <a:ext cx="1440967" cy="147804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842338"/>
              <a:ext cx="1197762" cy="181293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97423" y="6969872"/>
              <a:ext cx="1890575" cy="3317127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832900" y="39226"/>
            <a:ext cx="4502785" cy="1010919"/>
          </a:xfrm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710"/>
              </a:lnSpc>
              <a:spcBef>
                <a:spcPts val="505"/>
              </a:spcBef>
            </a:pPr>
            <a:r>
              <a:rPr dirty="0" sz="3350" spc="-90"/>
              <a:t>4.5</a:t>
            </a:r>
            <a:r>
              <a:rPr dirty="0" sz="3350" spc="-229"/>
              <a:t> </a:t>
            </a:r>
            <a:r>
              <a:rPr dirty="0" sz="3350" spc="95"/>
              <a:t>Complete</a:t>
            </a:r>
            <a:r>
              <a:rPr dirty="0" sz="3350" spc="-229"/>
              <a:t> </a:t>
            </a:r>
            <a:r>
              <a:rPr dirty="0" sz="3350" spc="215"/>
              <a:t>System </a:t>
            </a:r>
            <a:r>
              <a:rPr dirty="0" sz="3350" spc="60"/>
              <a:t>Architecture</a:t>
            </a:r>
            <a:r>
              <a:rPr dirty="0" sz="3350" spc="-245"/>
              <a:t> </a:t>
            </a:r>
            <a:r>
              <a:rPr dirty="0" sz="3350" spc="130"/>
              <a:t>Diagram</a:t>
            </a:r>
            <a:endParaRPr sz="3350"/>
          </a:p>
        </p:txBody>
      </p:sp>
      <p:sp>
        <p:nvSpPr>
          <p:cNvPr id="12" name="object 12" descr=""/>
          <p:cNvSpPr txBox="1"/>
          <p:nvPr/>
        </p:nvSpPr>
        <p:spPr>
          <a:xfrm>
            <a:off x="3017044" y="1162516"/>
            <a:ext cx="5457825" cy="909637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850" spc="135" b="1">
                <a:solidFill>
                  <a:srgbClr val="000440"/>
                </a:solidFill>
                <a:latin typeface="Trebuchet MS"/>
                <a:cs typeface="Trebuchet MS"/>
              </a:rPr>
              <a:t>MindBloomApp</a:t>
            </a:r>
            <a:r>
              <a:rPr dirty="0" sz="2850" spc="-8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b="1">
                <a:solidFill>
                  <a:srgbClr val="000440"/>
                </a:solidFill>
                <a:latin typeface="Trebuchet MS"/>
                <a:cs typeface="Trebuchet MS"/>
              </a:rPr>
              <a:t>(Entry</a:t>
            </a:r>
            <a:r>
              <a:rPr dirty="0" sz="2850" spc="-8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-10" b="1">
                <a:solidFill>
                  <a:srgbClr val="000440"/>
                </a:solidFill>
                <a:latin typeface="Trebuchet MS"/>
                <a:cs typeface="Trebuchet MS"/>
              </a:rPr>
              <a:t>Point)</a:t>
            </a:r>
            <a:endParaRPr sz="2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850" spc="150">
                <a:solidFill>
                  <a:srgbClr val="000440"/>
                </a:solidFill>
                <a:latin typeface="Trebuchet MS"/>
                <a:cs typeface="Trebuchet MS"/>
              </a:rPr>
              <a:t>ĮoginScreen</a:t>
            </a:r>
            <a:endParaRPr sz="2850">
              <a:latin typeface="Trebuchet MS"/>
              <a:cs typeface="Trebuchet MS"/>
            </a:endParaRPr>
          </a:p>
          <a:p>
            <a:pPr marL="12700" marR="596265">
              <a:lnSpc>
                <a:spcPct val="115999"/>
              </a:lnSpc>
            </a:pPr>
            <a:r>
              <a:rPr dirty="0" sz="2850">
                <a:solidFill>
                  <a:srgbClr val="000440"/>
                </a:solidFill>
                <a:latin typeface="Trebuchet MS"/>
                <a:cs typeface="Trebuchet MS"/>
              </a:rPr>
              <a:t>(Authentication</a:t>
            </a:r>
            <a:r>
              <a:rPr dirty="0" sz="2850" spc="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65">
                <a:solidFill>
                  <a:srgbClr val="000440"/>
                </a:solidFill>
                <a:latin typeface="Trebuchet MS"/>
                <a:cs typeface="Trebuchet MS"/>
              </a:rPr>
              <a:t>UserService) </a:t>
            </a:r>
            <a:r>
              <a:rPr dirty="0" sz="2850" spc="120">
                <a:solidFill>
                  <a:srgbClr val="000440"/>
                </a:solidFill>
                <a:latin typeface="Trebuchet MS"/>
                <a:cs typeface="Trebuchet MS"/>
              </a:rPr>
              <a:t>Dashboard</a:t>
            </a:r>
            <a:endParaRPr sz="2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2850">
                <a:solidFill>
                  <a:srgbClr val="000440"/>
                </a:solidFill>
                <a:latin typeface="Trebuchet MS"/>
                <a:cs typeface="Trebuchet MS"/>
              </a:rPr>
              <a:t>JavaFX</a:t>
            </a:r>
            <a:r>
              <a:rPr dirty="0" sz="28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>
                <a:solidFill>
                  <a:srgbClr val="000440"/>
                </a:solidFill>
                <a:latin typeface="Trebuchet MS"/>
                <a:cs typeface="Trebuchet MS"/>
              </a:rPr>
              <a:t>GUI-</a:t>
            </a:r>
            <a:r>
              <a:rPr dirty="0" sz="2850" spc="300">
                <a:solidFill>
                  <a:srgbClr val="000440"/>
                </a:solidFill>
                <a:latin typeface="Trebuchet MS"/>
                <a:cs typeface="Trebuchet MS"/>
              </a:rPr>
              <a:t>9</a:t>
            </a:r>
            <a:r>
              <a:rPr dirty="0" sz="28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285">
                <a:solidFill>
                  <a:srgbClr val="000440"/>
                </a:solidFill>
                <a:latin typeface="Trebuchet MS"/>
                <a:cs typeface="Trebuchet MS"/>
              </a:rPr>
              <a:t>ľabs</a:t>
            </a:r>
            <a:endParaRPr sz="2850">
              <a:latin typeface="Trebuchet MS"/>
              <a:cs typeface="Trebuchet MS"/>
            </a:endParaRPr>
          </a:p>
          <a:p>
            <a:pPr marL="12700" marR="2555875">
              <a:lnSpc>
                <a:spcPct val="115999"/>
              </a:lnSpc>
            </a:pPr>
            <a:r>
              <a:rPr dirty="0" sz="2850" spc="-795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r>
              <a:rPr dirty="0" sz="28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260">
                <a:solidFill>
                  <a:srgbClr val="000440"/>
                </a:solidFill>
                <a:latin typeface="Trebuchet MS"/>
                <a:cs typeface="Trebuchet MS"/>
              </a:rPr>
              <a:t>Moods</a:t>
            </a:r>
            <a:r>
              <a:rPr dirty="0" sz="28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-795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r>
              <a:rPr dirty="0" sz="28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70">
                <a:solidFill>
                  <a:srgbClr val="000440"/>
                </a:solidFill>
                <a:latin typeface="Trebuchet MS"/>
                <a:cs typeface="Trebuchet MS"/>
              </a:rPr>
              <a:t>Habits</a:t>
            </a:r>
            <a:r>
              <a:rPr dirty="0" sz="28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-844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r>
              <a:rPr dirty="0" sz="2850">
                <a:solidFill>
                  <a:srgbClr val="000440"/>
                </a:solidFill>
                <a:latin typeface="Trebuchet MS"/>
                <a:cs typeface="Trebuchet MS"/>
              </a:rPr>
              <a:t> Joumal</a:t>
            </a:r>
            <a:r>
              <a:rPr dirty="0" sz="2850" spc="-1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-844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r>
              <a:rPr dirty="0" sz="2850" spc="45">
                <a:solidFill>
                  <a:srgbClr val="000440"/>
                </a:solidFill>
                <a:latin typeface="Trebuchet MS"/>
                <a:cs typeface="Trebuchet MS"/>
              </a:rPr>
              <a:t> Meditation</a:t>
            </a:r>
            <a:endParaRPr sz="2850">
              <a:latin typeface="Trebuchet MS"/>
              <a:cs typeface="Trebuchet MS"/>
            </a:endParaRPr>
          </a:p>
          <a:p>
            <a:pPr marL="12700" marR="2207895">
              <a:lnSpc>
                <a:spcPct val="115999"/>
              </a:lnSpc>
              <a:spcBef>
                <a:spcPts val="5"/>
              </a:spcBef>
            </a:pPr>
            <a:r>
              <a:rPr dirty="0" sz="2850" spc="110">
                <a:solidFill>
                  <a:srgbClr val="000440"/>
                </a:solidFill>
                <a:latin typeface="Trebuchet MS"/>
                <a:cs typeface="Trebuchet MS"/>
              </a:rPr>
              <a:t>Quotes</a:t>
            </a:r>
            <a:r>
              <a:rPr dirty="0" sz="2850" spc="-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-795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r>
              <a:rPr dirty="0" sz="2850" spc="-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80">
                <a:solidFill>
                  <a:srgbClr val="000440"/>
                </a:solidFill>
                <a:latin typeface="Trebuchet MS"/>
                <a:cs typeface="Trebuchet MS"/>
              </a:rPr>
              <a:t>Analytics</a:t>
            </a:r>
            <a:r>
              <a:rPr dirty="0" sz="2850" spc="-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-855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r>
              <a:rPr dirty="0" sz="2850" spc="125">
                <a:solidFill>
                  <a:srgbClr val="000440"/>
                </a:solidFill>
                <a:latin typeface="Trebuchet MS"/>
                <a:cs typeface="Trebuchet MS"/>
              </a:rPr>
              <a:t> Streaks</a:t>
            </a:r>
            <a:r>
              <a:rPr dirty="0" sz="285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-844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r>
              <a:rPr dirty="0" sz="2850" spc="85">
                <a:solidFill>
                  <a:srgbClr val="000440"/>
                </a:solidFill>
                <a:latin typeface="Trebuchet MS"/>
                <a:cs typeface="Trebuchet MS"/>
              </a:rPr>
              <a:t> Reminders</a:t>
            </a:r>
            <a:endParaRPr sz="2850">
              <a:latin typeface="Trebuchet MS"/>
              <a:cs typeface="Trebuchet MS"/>
            </a:endParaRPr>
          </a:p>
          <a:p>
            <a:pPr marL="12700" marR="5080">
              <a:lnSpc>
                <a:spcPct val="115999"/>
              </a:lnSpc>
            </a:pPr>
            <a:r>
              <a:rPr dirty="0" sz="2850" spc="160">
                <a:solidFill>
                  <a:srgbClr val="000440"/>
                </a:solidFill>
                <a:latin typeface="Trebuchet MS"/>
                <a:cs typeface="Trebuchet MS"/>
              </a:rPr>
              <a:t>SERVICE</a:t>
            </a:r>
            <a:r>
              <a:rPr dirty="0" sz="28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225">
                <a:solidFill>
                  <a:srgbClr val="000440"/>
                </a:solidFill>
                <a:latin typeface="Trebuchet MS"/>
                <a:cs typeface="Trebuchet MS"/>
              </a:rPr>
              <a:t>ĮAYER</a:t>
            </a:r>
            <a:r>
              <a:rPr dirty="0" sz="285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125">
                <a:solidFill>
                  <a:srgbClr val="000440"/>
                </a:solidFill>
                <a:latin typeface="Trebuchet MS"/>
                <a:cs typeface="Trebuchet MS"/>
              </a:rPr>
              <a:t>(Business</a:t>
            </a:r>
            <a:r>
              <a:rPr dirty="0" sz="28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120">
                <a:solidFill>
                  <a:srgbClr val="000440"/>
                </a:solidFill>
                <a:latin typeface="Trebuchet MS"/>
                <a:cs typeface="Trebuchet MS"/>
              </a:rPr>
              <a:t>Įogic) </a:t>
            </a:r>
            <a:r>
              <a:rPr dirty="0" sz="2850" spc="170">
                <a:solidFill>
                  <a:srgbClr val="000440"/>
                </a:solidFill>
                <a:latin typeface="Trebuchet MS"/>
                <a:cs typeface="Trebuchet MS"/>
              </a:rPr>
              <a:t>Meed</a:t>
            </a:r>
            <a:r>
              <a:rPr dirty="0" sz="28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50">
                <a:solidFill>
                  <a:srgbClr val="000440"/>
                </a:solidFill>
                <a:latin typeface="Trebuchet MS"/>
                <a:cs typeface="Trebuchet MS"/>
              </a:rPr>
              <a:t>Fraeker</a:t>
            </a:r>
            <a:r>
              <a:rPr dirty="0" sz="285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80">
                <a:solidFill>
                  <a:srgbClr val="000440"/>
                </a:solidFill>
                <a:latin typeface="Trebuchet MS"/>
                <a:cs typeface="Trebuchet MS"/>
              </a:rPr>
              <a:t>Service </a:t>
            </a:r>
            <a:r>
              <a:rPr dirty="0" sz="2850" spc="85">
                <a:solidFill>
                  <a:srgbClr val="000440"/>
                </a:solidFill>
                <a:latin typeface="Trebuchet MS"/>
                <a:cs typeface="Trebuchet MS"/>
              </a:rPr>
              <a:t>Habitľracker</a:t>
            </a:r>
            <a:endParaRPr sz="2850">
              <a:latin typeface="Trebuchet MS"/>
              <a:cs typeface="Trebuchet MS"/>
            </a:endParaRPr>
          </a:p>
          <a:p>
            <a:pPr marL="12700" marR="2314575">
              <a:lnSpc>
                <a:spcPct val="115999"/>
              </a:lnSpc>
            </a:pPr>
            <a:r>
              <a:rPr dirty="0" sz="2850" spc="90">
                <a:solidFill>
                  <a:srgbClr val="000440"/>
                </a:solidFill>
                <a:latin typeface="Trebuchet MS"/>
                <a:cs typeface="Trebuchet MS"/>
              </a:rPr>
              <a:t>ReminderManager </a:t>
            </a:r>
            <a:r>
              <a:rPr dirty="0" sz="2850" spc="80">
                <a:solidFill>
                  <a:srgbClr val="000440"/>
                </a:solidFill>
                <a:latin typeface="Trebuchet MS"/>
                <a:cs typeface="Trebuchet MS"/>
              </a:rPr>
              <a:t>Service</a:t>
            </a:r>
            <a:endParaRPr sz="2850">
              <a:latin typeface="Trebuchet MS"/>
              <a:cs typeface="Trebuchet MS"/>
            </a:endParaRPr>
          </a:p>
          <a:p>
            <a:pPr marL="12700" marR="2458085">
              <a:lnSpc>
                <a:spcPct val="115999"/>
              </a:lnSpc>
            </a:pPr>
            <a:r>
              <a:rPr dirty="0" sz="2850" spc="110">
                <a:solidFill>
                  <a:srgbClr val="000440"/>
                </a:solidFill>
                <a:latin typeface="Trebuchet MS"/>
                <a:cs typeface="Trebuchet MS"/>
              </a:rPr>
              <a:t>Quotes</a:t>
            </a:r>
            <a:r>
              <a:rPr dirty="0" sz="28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140">
                <a:solidFill>
                  <a:srgbClr val="000440"/>
                </a:solidFill>
                <a:latin typeface="Trebuchet MS"/>
                <a:cs typeface="Trebuchet MS"/>
              </a:rPr>
              <a:t>Manager</a:t>
            </a:r>
            <a:r>
              <a:rPr dirty="0" sz="28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850" spc="-844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r>
              <a:rPr dirty="0" sz="2850" spc="95">
                <a:solidFill>
                  <a:srgbClr val="000440"/>
                </a:solidFill>
                <a:latin typeface="Trebuchet MS"/>
                <a:cs typeface="Trebuchet MS"/>
              </a:rPr>
              <a:t> UserService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771244" y="1938799"/>
            <a:ext cx="5432425" cy="669607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700" spc="100" b="1">
                <a:solidFill>
                  <a:srgbClr val="000440"/>
                </a:solidFill>
                <a:latin typeface="Trebuchet MS"/>
                <a:cs typeface="Trebuchet MS"/>
              </a:rPr>
              <a:t>StorageService</a:t>
            </a:r>
            <a:endParaRPr sz="2700">
              <a:latin typeface="Trebuchet MS"/>
              <a:cs typeface="Trebuchet MS"/>
            </a:endParaRPr>
          </a:p>
          <a:p>
            <a:pPr marL="12700" marR="241935">
              <a:lnSpc>
                <a:spcPct val="115799"/>
              </a:lnSpc>
            </a:pPr>
            <a:r>
              <a:rPr dirty="0" sz="2700" spc="195">
                <a:solidFill>
                  <a:srgbClr val="000440"/>
                </a:solidFill>
                <a:latin typeface="Trebuchet MS"/>
                <a:cs typeface="Trebuchet MS"/>
              </a:rPr>
              <a:t>ľHREADING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229">
                <a:solidFill>
                  <a:srgbClr val="000440"/>
                </a:solidFill>
                <a:latin typeface="Trebuchet MS"/>
                <a:cs typeface="Trebuchet MS"/>
              </a:rPr>
              <a:t>ĮAYER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95">
                <a:solidFill>
                  <a:srgbClr val="000440"/>
                </a:solidFill>
                <a:latin typeface="Trebuchet MS"/>
                <a:cs typeface="Trebuchet MS"/>
              </a:rPr>
              <a:t>(Background </a:t>
            </a:r>
            <a:r>
              <a:rPr dirty="0" sz="2700" spc="204">
                <a:solidFill>
                  <a:srgbClr val="000440"/>
                </a:solidFill>
                <a:latin typeface="Trebuchet MS"/>
                <a:cs typeface="Trebuchet MS"/>
              </a:rPr>
              <a:t>ľasks)</a:t>
            </a:r>
            <a:endParaRPr sz="2700">
              <a:latin typeface="Trebuchet MS"/>
              <a:cs typeface="Trebuchet MS"/>
            </a:endParaRPr>
          </a:p>
          <a:p>
            <a:pPr marL="12700" marR="28575">
              <a:lnSpc>
                <a:spcPct val="115799"/>
              </a:lnSpc>
            </a:pPr>
            <a:r>
              <a:rPr dirty="0" sz="2700" spc="130">
                <a:solidFill>
                  <a:srgbClr val="000440"/>
                </a:solidFill>
                <a:latin typeface="Trebuchet MS"/>
                <a:cs typeface="Trebuchet MS"/>
              </a:rPr>
              <a:t>AutoSave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80">
                <a:solidFill>
                  <a:srgbClr val="000440"/>
                </a:solidFill>
                <a:latin typeface="Trebuchet MS"/>
                <a:cs typeface="Trebuchet MS"/>
              </a:rPr>
              <a:t>ľhread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60">
                <a:solidFill>
                  <a:srgbClr val="000440"/>
                </a:solidFill>
                <a:latin typeface="Trebuchet MS"/>
                <a:cs typeface="Trebuchet MS"/>
              </a:rPr>
              <a:t>(Every</a:t>
            </a:r>
            <a:r>
              <a:rPr dirty="0" sz="2700" spc="-1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35">
                <a:solidFill>
                  <a:srgbClr val="000440"/>
                </a:solidFill>
                <a:latin typeface="Trebuchet MS"/>
                <a:cs typeface="Trebuchet MS"/>
              </a:rPr>
              <a:t>30s) </a:t>
            </a:r>
            <a:r>
              <a:rPr dirty="0" sz="2700" spc="75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2700" spc="-1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80">
                <a:solidFill>
                  <a:srgbClr val="000440"/>
                </a:solidFill>
                <a:latin typeface="Trebuchet MS"/>
                <a:cs typeface="Trebuchet MS"/>
              </a:rPr>
              <a:t>ľhread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60">
                <a:solidFill>
                  <a:srgbClr val="000440"/>
                </a:solidFill>
                <a:latin typeface="Trebuchet MS"/>
                <a:cs typeface="Trebuchet MS"/>
              </a:rPr>
              <a:t>(Every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595">
                <a:solidFill>
                  <a:srgbClr val="000440"/>
                </a:solidFill>
                <a:latin typeface="Trebuchet MS"/>
                <a:cs typeface="Trebuchet MS"/>
              </a:rPr>
              <a:t>1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0">
                <a:solidFill>
                  <a:srgbClr val="000440"/>
                </a:solidFill>
                <a:latin typeface="Trebuchet MS"/>
                <a:cs typeface="Trebuchet MS"/>
              </a:rPr>
              <a:t>minute) </a:t>
            </a:r>
            <a:r>
              <a:rPr dirty="0" sz="2700" spc="305">
                <a:solidFill>
                  <a:srgbClr val="000440"/>
                </a:solidFill>
                <a:latin typeface="Trebuchet MS"/>
                <a:cs typeface="Trebuchet MS"/>
              </a:rPr>
              <a:t>DAľA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240">
                <a:solidFill>
                  <a:srgbClr val="000440"/>
                </a:solidFill>
                <a:latin typeface="Trebuchet MS"/>
                <a:cs typeface="Trebuchet MS"/>
              </a:rPr>
              <a:t>PERSISľENCE</a:t>
            </a:r>
            <a:r>
              <a:rPr dirty="0" sz="2700" spc="-1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220">
                <a:solidFill>
                  <a:srgbClr val="000440"/>
                </a:solidFill>
                <a:latin typeface="Trebuchet MS"/>
                <a:cs typeface="Trebuchet MS"/>
              </a:rPr>
              <a:t>ĮAYER</a:t>
            </a:r>
            <a:endParaRPr sz="2700">
              <a:latin typeface="Trebuchet MS"/>
              <a:cs typeface="Trebuchet MS"/>
            </a:endParaRPr>
          </a:p>
          <a:p>
            <a:pPr marL="12700" marR="1457960">
              <a:lnSpc>
                <a:spcPct val="115799"/>
              </a:lnSpc>
            </a:pP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Java</a:t>
            </a:r>
            <a:r>
              <a:rPr dirty="0" sz="2700" spc="-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Serialization</a:t>
            </a:r>
            <a:r>
              <a:rPr dirty="0" sz="2700" spc="-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0">
                <a:solidFill>
                  <a:srgbClr val="000440"/>
                </a:solidFill>
                <a:latin typeface="Trebuchet MS"/>
                <a:cs typeface="Trebuchet MS"/>
              </a:rPr>
              <a:t>File </a:t>
            </a:r>
            <a:r>
              <a:rPr dirty="0" sz="2700" spc="-80">
                <a:solidFill>
                  <a:srgbClr val="000440"/>
                </a:solidFill>
                <a:latin typeface="Trebuchet MS"/>
                <a:cs typeface="Trebuchet MS"/>
              </a:rPr>
              <a:t>I/O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(dat</a:t>
            </a:r>
            <a:r>
              <a:rPr dirty="0" sz="2700" spc="-1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0">
                <a:solidFill>
                  <a:srgbClr val="000440"/>
                </a:solidFill>
                <a:latin typeface="Trebuchet MS"/>
                <a:cs typeface="Trebuchet MS"/>
              </a:rPr>
              <a:t>files)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700" spc="100">
                <a:solidFill>
                  <a:srgbClr val="000440"/>
                </a:solidFill>
                <a:latin typeface="Trebuchet MS"/>
                <a:cs typeface="Trebuchet MS"/>
              </a:rPr>
              <a:t>(ľext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0">
                <a:solidFill>
                  <a:srgbClr val="000440"/>
                </a:solidFill>
                <a:latin typeface="Trebuchet MS"/>
                <a:cs typeface="Trebuchet MS"/>
              </a:rPr>
              <a:t>files)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700" spc="204">
                <a:solidFill>
                  <a:srgbClr val="000440"/>
                </a:solidFill>
                <a:latin typeface="Trebuchet MS"/>
                <a:cs typeface="Trebuchet MS"/>
              </a:rPr>
              <a:t>FIĮE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355">
                <a:solidFill>
                  <a:srgbClr val="000440"/>
                </a:solidFill>
                <a:latin typeface="Trebuchet MS"/>
                <a:cs typeface="Trebuchet MS"/>
              </a:rPr>
              <a:t>SYSľEM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240">
                <a:solidFill>
                  <a:srgbClr val="000440"/>
                </a:solidFill>
                <a:latin typeface="Trebuchet MS"/>
                <a:cs typeface="Trebuchet MS"/>
              </a:rPr>
              <a:t>SľORAGE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users.txt</a:t>
            </a:r>
            <a:r>
              <a:rPr dirty="0" sz="27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750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r>
              <a:rPr dirty="0" sz="27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0">
                <a:solidFill>
                  <a:srgbClr val="000440"/>
                </a:solidFill>
                <a:latin typeface="Trebuchet MS"/>
                <a:cs typeface="Trebuchet MS"/>
              </a:rPr>
              <a:t>{user}_mindbloom.dat</a:t>
            </a:r>
            <a:r>
              <a:rPr dirty="0" sz="270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800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700" spc="-10">
                <a:solidFill>
                  <a:srgbClr val="000440"/>
                </a:solidFill>
                <a:latin typeface="Trebuchet MS"/>
                <a:cs typeface="Trebuchet MS"/>
              </a:rPr>
              <a:t>{user}_journal.txt</a:t>
            </a:r>
            <a:endParaRPr sz="2700">
              <a:latin typeface="Trebuchet MS"/>
              <a:cs typeface="Trebuchet MS"/>
            </a:endParaRPr>
          </a:p>
          <a:p>
            <a:pPr marL="12700" marR="504190">
              <a:lnSpc>
                <a:spcPct val="115799"/>
              </a:lnSpc>
            </a:pP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journal</a:t>
            </a:r>
            <a:r>
              <a:rPr dirty="0" sz="270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(user).csv</a:t>
            </a:r>
            <a:r>
              <a:rPr dirty="0" sz="270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750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r>
              <a:rPr dirty="0" sz="270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20">
                <a:solidFill>
                  <a:srgbClr val="000440"/>
                </a:solidFill>
                <a:latin typeface="Trebuchet MS"/>
                <a:cs typeface="Trebuchet MS"/>
              </a:rPr>
              <a:t>moods.csv</a:t>
            </a:r>
            <a:r>
              <a:rPr dirty="0" sz="270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800">
                <a:solidFill>
                  <a:srgbClr val="000440"/>
                </a:solidFill>
                <a:latin typeface="Trebuchet MS"/>
                <a:cs typeface="Trebuchet MS"/>
              </a:rPr>
              <a:t>|</a:t>
            </a:r>
            <a:r>
              <a:rPr dirty="0" sz="2700" spc="50">
                <a:solidFill>
                  <a:srgbClr val="000440"/>
                </a:solidFill>
                <a:latin typeface="Trebuchet MS"/>
                <a:cs typeface="Trebuchet MS"/>
              </a:rPr>
              <a:t> habits.csv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308" y="1201146"/>
            <a:ext cx="513588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325"/>
              <a:t>5.</a:t>
            </a:r>
            <a:r>
              <a:rPr dirty="0" sz="5400" spc="-395"/>
              <a:t> </a:t>
            </a:r>
            <a:r>
              <a:rPr dirty="0" sz="5400" spc="215"/>
              <a:t>Key</a:t>
            </a:r>
            <a:r>
              <a:rPr dirty="0" sz="5400" spc="-390"/>
              <a:t> </a:t>
            </a:r>
            <a:r>
              <a:rPr dirty="0" sz="5400" spc="105"/>
              <a:t>Features</a:t>
            </a:r>
            <a:endParaRPr sz="5400"/>
          </a:p>
        </p:txBody>
      </p:sp>
      <p:sp>
        <p:nvSpPr>
          <p:cNvPr id="3" name="object 3" descr=""/>
          <p:cNvSpPr txBox="1"/>
          <p:nvPr/>
        </p:nvSpPr>
        <p:spPr>
          <a:xfrm>
            <a:off x="962308" y="3022935"/>
            <a:ext cx="5149215" cy="599757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3100" spc="-380" b="1">
                <a:solidFill>
                  <a:srgbClr val="000440"/>
                </a:solidFill>
                <a:latin typeface="Trebuchet MS"/>
                <a:cs typeface="Trebuchet MS"/>
              </a:rPr>
              <a:t>5.1</a:t>
            </a:r>
            <a:r>
              <a:rPr dirty="0" sz="3100" spc="-22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229" b="1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3100" spc="-22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55" b="1">
                <a:solidFill>
                  <a:srgbClr val="000440"/>
                </a:solidFill>
                <a:latin typeface="Trebuchet MS"/>
                <a:cs typeface="Trebuchet MS"/>
              </a:rPr>
              <a:t>Tracking</a:t>
            </a:r>
            <a:endParaRPr sz="3100">
              <a:latin typeface="Trebuchet MS"/>
              <a:cs typeface="Trebuchet MS"/>
            </a:endParaRPr>
          </a:p>
          <a:p>
            <a:pPr marL="12700" marR="196850">
              <a:lnSpc>
                <a:spcPct val="114900"/>
              </a:lnSpc>
            </a:pPr>
            <a:r>
              <a:rPr dirty="0" sz="3100" spc="145">
                <a:solidFill>
                  <a:srgbClr val="000440"/>
                </a:solidFill>
                <a:latin typeface="Trebuchet MS"/>
                <a:cs typeface="Trebuchet MS"/>
              </a:rPr>
              <a:t>Add</a:t>
            </a:r>
            <a:r>
              <a:rPr dirty="0" sz="31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250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31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80">
                <a:solidFill>
                  <a:srgbClr val="000440"/>
                </a:solidFill>
                <a:latin typeface="Trebuchet MS"/>
                <a:cs typeface="Trebuchet MS"/>
              </a:rPr>
              <a:t>Entry</a:t>
            </a:r>
            <a:r>
              <a:rPr dirty="0" sz="31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-135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100" spc="-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365">
                <a:solidFill>
                  <a:srgbClr val="000440"/>
                </a:solidFill>
                <a:latin typeface="Trebuchet MS"/>
                <a:cs typeface="Trebuchet MS"/>
              </a:rPr>
              <a:t>Įog</a:t>
            </a:r>
            <a:r>
              <a:rPr dirty="0" sz="31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000440"/>
                </a:solidFill>
                <a:latin typeface="Trebuchet MS"/>
                <a:cs typeface="Trebuchet MS"/>
              </a:rPr>
              <a:t>daily </a:t>
            </a:r>
            <a:r>
              <a:rPr dirty="0" sz="3100">
                <a:solidFill>
                  <a:srgbClr val="000440"/>
                </a:solidFill>
                <a:latin typeface="Trebuchet MS"/>
                <a:cs typeface="Trebuchet MS"/>
              </a:rPr>
              <a:t>emotional</a:t>
            </a:r>
            <a:r>
              <a:rPr dirty="0" sz="310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60">
                <a:solidFill>
                  <a:srgbClr val="000440"/>
                </a:solidFill>
                <a:latin typeface="Trebuchet MS"/>
                <a:cs typeface="Trebuchet MS"/>
              </a:rPr>
              <a:t>state</a:t>
            </a:r>
            <a:r>
              <a:rPr dirty="0" sz="310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-20">
                <a:solidFill>
                  <a:srgbClr val="000440"/>
                </a:solidFill>
                <a:latin typeface="Trebuchet MS"/>
                <a:cs typeface="Trebuchet MS"/>
              </a:rPr>
              <a:t>with </a:t>
            </a:r>
            <a:r>
              <a:rPr dirty="0" sz="3100" spc="35">
                <a:solidFill>
                  <a:srgbClr val="000440"/>
                </a:solidFill>
                <a:latin typeface="Trebuchet MS"/>
                <a:cs typeface="Trebuchet MS"/>
              </a:rPr>
              <a:t>intensity</a:t>
            </a:r>
            <a:endParaRPr sz="3100">
              <a:latin typeface="Trebuchet MS"/>
              <a:cs typeface="Trebuchet MS"/>
            </a:endParaRPr>
          </a:p>
          <a:p>
            <a:pPr marL="12700" marR="5080">
              <a:lnSpc>
                <a:spcPct val="114900"/>
              </a:lnSpc>
            </a:pPr>
            <a:r>
              <a:rPr dirty="0" sz="3100" spc="250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3100" spc="-1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100">
                <a:solidFill>
                  <a:srgbClr val="000440"/>
                </a:solidFill>
                <a:latin typeface="Trebuchet MS"/>
                <a:cs typeface="Trebuchet MS"/>
              </a:rPr>
              <a:t>History</a:t>
            </a:r>
            <a:r>
              <a:rPr dirty="0" sz="31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-135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1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55">
                <a:solidFill>
                  <a:srgbClr val="000440"/>
                </a:solidFill>
                <a:latin typeface="Trebuchet MS"/>
                <a:cs typeface="Trebuchet MS"/>
              </a:rPr>
              <a:t>View</a:t>
            </a:r>
            <a:r>
              <a:rPr dirty="0" sz="31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-90">
                <a:solidFill>
                  <a:srgbClr val="000440"/>
                </a:solidFill>
                <a:latin typeface="Trebuchet MS"/>
                <a:cs typeface="Trebuchet MS"/>
              </a:rPr>
              <a:t>all</a:t>
            </a:r>
            <a:r>
              <a:rPr dirty="0" sz="31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100">
                <a:solidFill>
                  <a:srgbClr val="000440"/>
                </a:solidFill>
                <a:latin typeface="Trebuchet MS"/>
                <a:cs typeface="Trebuchet MS"/>
              </a:rPr>
              <a:t>past </a:t>
            </a:r>
            <a:r>
              <a:rPr dirty="0" sz="3100" spc="160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3100" spc="-1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50">
                <a:solidFill>
                  <a:srgbClr val="000440"/>
                </a:solidFill>
                <a:latin typeface="Trebuchet MS"/>
                <a:cs typeface="Trebuchet MS"/>
              </a:rPr>
              <a:t>entries</a:t>
            </a:r>
            <a:r>
              <a:rPr dirty="0" sz="3100" spc="-1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000440"/>
                </a:solidFill>
                <a:latin typeface="Trebuchet MS"/>
                <a:cs typeface="Trebuchet MS"/>
              </a:rPr>
              <a:t>in</a:t>
            </a:r>
            <a:r>
              <a:rPr dirty="0" sz="3100" spc="-1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80">
                <a:solidFill>
                  <a:srgbClr val="000440"/>
                </a:solidFill>
                <a:latin typeface="Trebuchet MS"/>
                <a:cs typeface="Trebuchet MS"/>
              </a:rPr>
              <a:t>a</a:t>
            </a:r>
            <a:r>
              <a:rPr dirty="0" sz="3100" spc="-1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000440"/>
                </a:solidFill>
                <a:latin typeface="Trebuchet MS"/>
                <a:cs typeface="Trebuchet MS"/>
              </a:rPr>
              <a:t>table </a:t>
            </a:r>
            <a:r>
              <a:rPr dirty="0" sz="3100" spc="250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31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235">
                <a:solidFill>
                  <a:srgbClr val="000440"/>
                </a:solidFill>
                <a:latin typeface="Trebuchet MS"/>
                <a:cs typeface="Trebuchet MS"/>
              </a:rPr>
              <a:t>ľrends</a:t>
            </a:r>
            <a:r>
              <a:rPr dirty="0" sz="3100" spc="-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-135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100" spc="-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55">
                <a:solidFill>
                  <a:srgbClr val="000440"/>
                </a:solidFill>
                <a:latin typeface="Trebuchet MS"/>
                <a:cs typeface="Trebuchet MS"/>
              </a:rPr>
              <a:t>Visual representation</a:t>
            </a:r>
            <a:r>
              <a:rPr dirty="0" sz="310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75">
                <a:solidFill>
                  <a:srgbClr val="000440"/>
                </a:solidFill>
                <a:latin typeface="Trebuchet MS"/>
                <a:cs typeface="Trebuchet MS"/>
              </a:rPr>
              <a:t>of</a:t>
            </a:r>
            <a:r>
              <a:rPr dirty="0" sz="31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000440"/>
                </a:solidFill>
                <a:latin typeface="Trebuchet MS"/>
                <a:cs typeface="Trebuchet MS"/>
              </a:rPr>
              <a:t>emotional </a:t>
            </a:r>
            <a:r>
              <a:rPr dirty="0" sz="3100" spc="60">
                <a:solidFill>
                  <a:srgbClr val="000440"/>
                </a:solidFill>
                <a:latin typeface="Trebuchet MS"/>
                <a:cs typeface="Trebuchet MS"/>
              </a:rPr>
              <a:t>patterns</a:t>
            </a:r>
            <a:endParaRPr sz="3100">
              <a:latin typeface="Trebuchet MS"/>
              <a:cs typeface="Trebuchet MS"/>
            </a:endParaRPr>
          </a:p>
          <a:p>
            <a:pPr marL="12700" marR="292735">
              <a:lnSpc>
                <a:spcPct val="114900"/>
              </a:lnSpc>
            </a:pPr>
            <a:r>
              <a:rPr dirty="0" sz="3100" spc="60">
                <a:solidFill>
                  <a:srgbClr val="000440"/>
                </a:solidFill>
                <a:latin typeface="Trebuchet MS"/>
                <a:cs typeface="Trebuchet MS"/>
              </a:rPr>
              <a:t>Export</a:t>
            </a:r>
            <a:r>
              <a:rPr dirty="0" sz="3100" spc="-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6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310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-135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10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60">
                <a:solidFill>
                  <a:srgbClr val="000440"/>
                </a:solidFill>
                <a:latin typeface="Trebuchet MS"/>
                <a:cs typeface="Trebuchet MS"/>
              </a:rPr>
              <a:t>Export</a:t>
            </a:r>
            <a:r>
              <a:rPr dirty="0" sz="3100" spc="-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140">
                <a:solidFill>
                  <a:srgbClr val="000440"/>
                </a:solidFill>
                <a:latin typeface="Trebuchet MS"/>
                <a:cs typeface="Trebuchet MS"/>
              </a:rPr>
              <a:t>mood </a:t>
            </a:r>
            <a:r>
              <a:rPr dirty="0" sz="3100" spc="95">
                <a:solidFill>
                  <a:srgbClr val="000440"/>
                </a:solidFill>
                <a:latin typeface="Trebuchet MS"/>
                <a:cs typeface="Trebuchet MS"/>
              </a:rPr>
              <a:t>history</a:t>
            </a:r>
            <a:r>
              <a:rPr dirty="0" sz="3100" spc="-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225">
                <a:solidFill>
                  <a:srgbClr val="000440"/>
                </a:solidFill>
                <a:latin typeface="Trebuchet MS"/>
                <a:cs typeface="Trebuchet MS"/>
              </a:rPr>
              <a:t>as</a:t>
            </a:r>
            <a:r>
              <a:rPr dirty="0" sz="310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100" spc="240">
                <a:solidFill>
                  <a:srgbClr val="000440"/>
                </a:solidFill>
                <a:latin typeface="Trebuchet MS"/>
                <a:cs typeface="Trebuchet MS"/>
              </a:rPr>
              <a:t>CSV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0"/>
              </a:spcBef>
            </a:pPr>
            <a:r>
              <a:rPr dirty="0" spc="-100" b="1">
                <a:latin typeface="Trebuchet MS"/>
                <a:cs typeface="Trebuchet MS"/>
              </a:rPr>
              <a:t>5.2</a:t>
            </a:r>
            <a:r>
              <a:rPr dirty="0" spc="-204" b="1">
                <a:latin typeface="Trebuchet MS"/>
                <a:cs typeface="Trebuchet MS"/>
              </a:rPr>
              <a:t> </a:t>
            </a:r>
            <a:r>
              <a:rPr dirty="0" spc="60" b="1">
                <a:latin typeface="Trebuchet MS"/>
                <a:cs typeface="Trebuchet MS"/>
              </a:rPr>
              <a:t>Habit</a:t>
            </a:r>
            <a:r>
              <a:rPr dirty="0" spc="-200" b="1">
                <a:latin typeface="Trebuchet MS"/>
                <a:cs typeface="Trebuchet MS"/>
              </a:rPr>
              <a:t> </a:t>
            </a:r>
            <a:r>
              <a:rPr dirty="0" spc="145" b="1">
                <a:latin typeface="Trebuchet MS"/>
                <a:cs typeface="Trebuchet MS"/>
              </a:rPr>
              <a:t>Management </a:t>
            </a:r>
            <a:r>
              <a:rPr dirty="0"/>
              <a:t>Create</a:t>
            </a:r>
            <a:r>
              <a:rPr dirty="0" spc="5"/>
              <a:t> </a:t>
            </a:r>
            <a:r>
              <a:rPr dirty="0" spc="80"/>
              <a:t>Habits</a:t>
            </a:r>
            <a:r>
              <a:rPr dirty="0" spc="5"/>
              <a:t> </a:t>
            </a:r>
            <a:r>
              <a:rPr dirty="0" spc="-114"/>
              <a:t>-</a:t>
            </a:r>
            <a:r>
              <a:rPr dirty="0" spc="10"/>
              <a:t> </a:t>
            </a:r>
            <a:r>
              <a:rPr dirty="0"/>
              <a:t>Define</a:t>
            </a:r>
            <a:r>
              <a:rPr dirty="0" spc="5"/>
              <a:t> </a:t>
            </a:r>
            <a:r>
              <a:rPr dirty="0" spc="85"/>
              <a:t>new </a:t>
            </a:r>
            <a:r>
              <a:rPr dirty="0" spc="80"/>
              <a:t>habits</a:t>
            </a:r>
            <a:r>
              <a:rPr dirty="0" spc="-95"/>
              <a:t> </a:t>
            </a:r>
            <a:r>
              <a:rPr dirty="0"/>
              <a:t>with</a:t>
            </a:r>
            <a:r>
              <a:rPr dirty="0" spc="-95"/>
              <a:t> </a:t>
            </a:r>
            <a:r>
              <a:rPr dirty="0" spc="85"/>
              <a:t>descriptions </a:t>
            </a:r>
            <a:r>
              <a:rPr dirty="0" spc="180"/>
              <a:t>Mark</a:t>
            </a:r>
            <a:r>
              <a:rPr dirty="0" spc="-140"/>
              <a:t> </a:t>
            </a:r>
            <a:r>
              <a:rPr dirty="0" spc="65"/>
              <a:t>Complete</a:t>
            </a:r>
            <a:r>
              <a:rPr dirty="0" spc="-140"/>
              <a:t> </a:t>
            </a:r>
            <a:r>
              <a:rPr dirty="0" spc="120"/>
              <a:t>Record</a:t>
            </a:r>
            <a:r>
              <a:rPr dirty="0" spc="-140"/>
              <a:t> </a:t>
            </a:r>
            <a:r>
              <a:rPr dirty="0" spc="-10"/>
              <a:t>habit </a:t>
            </a:r>
            <a:r>
              <a:rPr dirty="0" spc="60"/>
              <a:t>completion</a:t>
            </a:r>
            <a:r>
              <a:rPr dirty="0" spc="-114"/>
              <a:t> </a:t>
            </a:r>
            <a:r>
              <a:rPr dirty="0" spc="-20"/>
              <a:t>daily</a:t>
            </a:r>
          </a:p>
          <a:p>
            <a:pPr marL="12700" marR="896619">
              <a:lnSpc>
                <a:spcPct val="116700"/>
              </a:lnSpc>
            </a:pPr>
            <a:r>
              <a:rPr dirty="0" spc="100"/>
              <a:t>Streak</a:t>
            </a:r>
            <a:r>
              <a:rPr dirty="0" spc="-140"/>
              <a:t> </a:t>
            </a:r>
            <a:r>
              <a:rPr dirty="0" spc="165"/>
              <a:t>ľracking</a:t>
            </a:r>
            <a:r>
              <a:rPr dirty="0" spc="-140"/>
              <a:t> </a:t>
            </a:r>
            <a:r>
              <a:rPr dirty="0" spc="-114"/>
              <a:t>-</a:t>
            </a:r>
            <a:r>
              <a:rPr dirty="0" spc="-140"/>
              <a:t> </a:t>
            </a:r>
            <a:r>
              <a:rPr dirty="0" spc="60"/>
              <a:t>Visual </a:t>
            </a:r>
            <a:r>
              <a:rPr dirty="0" spc="85"/>
              <a:t>streak</a:t>
            </a:r>
            <a:r>
              <a:rPr dirty="0" spc="-130"/>
              <a:t> </a:t>
            </a:r>
            <a:r>
              <a:rPr dirty="0" spc="75"/>
              <a:t>counter</a:t>
            </a:r>
            <a:r>
              <a:rPr dirty="0" spc="-130"/>
              <a:t> </a:t>
            </a:r>
            <a:r>
              <a:rPr dirty="0" spc="35"/>
              <a:t>for </a:t>
            </a:r>
            <a:r>
              <a:rPr dirty="0" spc="125"/>
              <a:t>consistency</a:t>
            </a:r>
          </a:p>
          <a:p>
            <a:pPr marL="12700" marR="259715">
              <a:lnSpc>
                <a:spcPct val="116700"/>
              </a:lnSpc>
            </a:pPr>
            <a:r>
              <a:rPr dirty="0"/>
              <a:t>Habit</a:t>
            </a:r>
            <a:r>
              <a:rPr dirty="0" spc="-95"/>
              <a:t> </a:t>
            </a:r>
            <a:r>
              <a:rPr dirty="0" spc="85"/>
              <a:t>Analytics</a:t>
            </a:r>
            <a:r>
              <a:rPr dirty="0" spc="-95"/>
              <a:t> </a:t>
            </a:r>
            <a:r>
              <a:rPr dirty="0" spc="-114"/>
              <a:t>-</a:t>
            </a:r>
            <a:r>
              <a:rPr dirty="0" spc="-95"/>
              <a:t> </a:t>
            </a:r>
            <a:r>
              <a:rPr dirty="0" spc="170"/>
              <a:t>See</a:t>
            </a:r>
            <a:r>
              <a:rPr dirty="0" spc="-95"/>
              <a:t> </a:t>
            </a:r>
            <a:r>
              <a:rPr dirty="0" spc="75"/>
              <a:t>which </a:t>
            </a:r>
            <a:r>
              <a:rPr dirty="0" spc="80"/>
              <a:t>habits</a:t>
            </a:r>
            <a:r>
              <a:rPr dirty="0" spc="-110"/>
              <a:t> </a:t>
            </a:r>
            <a:r>
              <a:rPr dirty="0" spc="90"/>
              <a:t>have</a:t>
            </a:r>
            <a:r>
              <a:rPr dirty="0" spc="-105"/>
              <a:t> </a:t>
            </a:r>
            <a:r>
              <a:rPr dirty="0"/>
              <a:t>the</a:t>
            </a:r>
            <a:r>
              <a:rPr dirty="0" spc="-105"/>
              <a:t> </a:t>
            </a:r>
            <a:r>
              <a:rPr dirty="0" spc="85"/>
              <a:t>longest </a:t>
            </a:r>
            <a:r>
              <a:rPr dirty="0" spc="110"/>
              <a:t>streaks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2946" y="583614"/>
            <a:ext cx="11488420" cy="818769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050" spc="-95" b="1">
                <a:solidFill>
                  <a:srgbClr val="000440"/>
                </a:solidFill>
                <a:latin typeface="Trebuchet MS"/>
                <a:cs typeface="Trebuchet MS"/>
              </a:rPr>
              <a:t>5.3</a:t>
            </a:r>
            <a:r>
              <a:rPr dirty="0" sz="3050" spc="-204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0" b="1">
                <a:solidFill>
                  <a:srgbClr val="000440"/>
                </a:solidFill>
                <a:latin typeface="Trebuchet MS"/>
                <a:cs typeface="Trebuchet MS"/>
              </a:rPr>
              <a:t>Journal</a:t>
            </a:r>
            <a:r>
              <a:rPr dirty="0" sz="3050" spc="-20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90" b="1">
                <a:solidFill>
                  <a:srgbClr val="000440"/>
                </a:solidFill>
                <a:latin typeface="Trebuchet MS"/>
                <a:cs typeface="Trebuchet MS"/>
              </a:rPr>
              <a:t>System</a:t>
            </a:r>
            <a:endParaRPr sz="3050">
              <a:latin typeface="Trebuchet MS"/>
              <a:cs typeface="Trebuchet MS"/>
            </a:endParaRPr>
          </a:p>
          <a:p>
            <a:pPr marL="12700" marR="279400">
              <a:lnSpc>
                <a:spcPts val="4280"/>
              </a:lnSpc>
              <a:spcBef>
                <a:spcPts val="250"/>
              </a:spcBef>
            </a:pPr>
            <a:r>
              <a:rPr dirty="0" sz="3050" spc="50">
                <a:solidFill>
                  <a:srgbClr val="000440"/>
                </a:solidFill>
                <a:latin typeface="Trebuchet MS"/>
                <a:cs typeface="Trebuchet MS"/>
              </a:rPr>
              <a:t>Daily</a:t>
            </a:r>
            <a:r>
              <a:rPr dirty="0" sz="30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75">
                <a:solidFill>
                  <a:srgbClr val="000440"/>
                </a:solidFill>
                <a:latin typeface="Trebuchet MS"/>
                <a:cs typeface="Trebuchet MS"/>
              </a:rPr>
              <a:t>Entries</a:t>
            </a:r>
            <a:r>
              <a:rPr dirty="0" sz="30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Write</a:t>
            </a:r>
            <a:r>
              <a:rPr dirty="0" sz="30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private</a:t>
            </a:r>
            <a:r>
              <a:rPr dirty="0" sz="30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journal</a:t>
            </a:r>
            <a:r>
              <a:rPr dirty="0" sz="30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65">
                <a:solidFill>
                  <a:srgbClr val="000440"/>
                </a:solidFill>
                <a:latin typeface="Trebuchet MS"/>
                <a:cs typeface="Trebuchet MS"/>
              </a:rPr>
              <a:t>entries</a:t>
            </a:r>
            <a:r>
              <a:rPr dirty="0" sz="30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with</a:t>
            </a:r>
            <a:r>
              <a:rPr dirty="0" sz="30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05">
                <a:solidFill>
                  <a:srgbClr val="000440"/>
                </a:solidFill>
                <a:latin typeface="Trebuchet MS"/>
                <a:cs typeface="Trebuchet MS"/>
              </a:rPr>
              <a:t>timestamps </a:t>
            </a:r>
            <a:r>
              <a:rPr dirty="0" sz="3050" spc="95">
                <a:solidFill>
                  <a:srgbClr val="000440"/>
                </a:solidFill>
                <a:latin typeface="Trebuchet MS"/>
                <a:cs typeface="Trebuchet MS"/>
              </a:rPr>
              <a:t>Entry</a:t>
            </a:r>
            <a:r>
              <a:rPr dirty="0" sz="3050" spc="-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05">
                <a:solidFill>
                  <a:srgbClr val="000440"/>
                </a:solidFill>
                <a:latin typeface="Trebuchet MS"/>
                <a:cs typeface="Trebuchet MS"/>
              </a:rPr>
              <a:t>History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050" spc="-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80">
                <a:solidFill>
                  <a:srgbClr val="000440"/>
                </a:solidFill>
                <a:latin typeface="Trebuchet MS"/>
                <a:cs typeface="Trebuchet MS"/>
              </a:rPr>
              <a:t>View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70">
                <a:solidFill>
                  <a:srgbClr val="000440"/>
                </a:solidFill>
                <a:latin typeface="Trebuchet MS"/>
                <a:cs typeface="Trebuchet MS"/>
              </a:rPr>
              <a:t>all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30">
                <a:solidFill>
                  <a:srgbClr val="000440"/>
                </a:solidFill>
                <a:latin typeface="Trebuchet MS"/>
                <a:cs typeface="Trebuchet MS"/>
              </a:rPr>
              <a:t>past</a:t>
            </a:r>
            <a:r>
              <a:rPr dirty="0" sz="3050" spc="-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65">
                <a:solidFill>
                  <a:srgbClr val="000440"/>
                </a:solidFill>
                <a:latin typeface="Trebuchet MS"/>
                <a:cs typeface="Trebuchet MS"/>
              </a:rPr>
              <a:t>entries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85">
                <a:solidFill>
                  <a:srgbClr val="000440"/>
                </a:solidFill>
                <a:latin typeface="Trebuchet MS"/>
                <a:cs typeface="Trebuchet MS"/>
              </a:rPr>
              <a:t>organized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70">
                <a:solidFill>
                  <a:srgbClr val="000440"/>
                </a:solidFill>
                <a:latin typeface="Trebuchet MS"/>
                <a:cs typeface="Trebuchet MS"/>
              </a:rPr>
              <a:t>chronologically </a:t>
            </a:r>
            <a:r>
              <a:rPr dirty="0" sz="3050" spc="95">
                <a:solidFill>
                  <a:srgbClr val="000440"/>
                </a:solidFill>
                <a:latin typeface="Trebuchet MS"/>
                <a:cs typeface="Trebuchet MS"/>
              </a:rPr>
              <a:t>Export</a:t>
            </a:r>
            <a:r>
              <a:rPr dirty="0" sz="305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Journal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70">
                <a:solidFill>
                  <a:srgbClr val="000440"/>
                </a:solidFill>
                <a:latin typeface="Trebuchet MS"/>
                <a:cs typeface="Trebuchet MS"/>
              </a:rPr>
              <a:t>Save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journal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65">
                <a:solidFill>
                  <a:srgbClr val="000440"/>
                </a:solidFill>
                <a:latin typeface="Trebuchet MS"/>
                <a:cs typeface="Trebuchet MS"/>
              </a:rPr>
              <a:t>entries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235">
                <a:solidFill>
                  <a:srgbClr val="000440"/>
                </a:solidFill>
                <a:latin typeface="Trebuchet MS"/>
                <a:cs typeface="Trebuchet MS"/>
              </a:rPr>
              <a:t>as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text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0">
                <a:solidFill>
                  <a:srgbClr val="000440"/>
                </a:solidFill>
                <a:latin typeface="Trebuchet MS"/>
                <a:cs typeface="Trebuchet MS"/>
              </a:rPr>
              <a:t>files</a:t>
            </a:r>
            <a:endParaRPr sz="3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3050" spc="95">
                <a:solidFill>
                  <a:srgbClr val="000440"/>
                </a:solidFill>
                <a:latin typeface="Trebuchet MS"/>
                <a:cs typeface="Trebuchet MS"/>
              </a:rPr>
              <a:t>Entry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45">
                <a:solidFill>
                  <a:srgbClr val="000440"/>
                </a:solidFill>
                <a:latin typeface="Trebuchet MS"/>
                <a:cs typeface="Trebuchet MS"/>
              </a:rPr>
              <a:t>Management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65">
                <a:solidFill>
                  <a:srgbClr val="000440"/>
                </a:solidFill>
                <a:latin typeface="Trebuchet MS"/>
                <a:cs typeface="Trebuchet MS"/>
              </a:rPr>
              <a:t>Organize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30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reflect</a:t>
            </a:r>
            <a:r>
              <a:rPr dirty="0" sz="305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70">
                <a:solidFill>
                  <a:srgbClr val="000440"/>
                </a:solidFill>
                <a:latin typeface="Trebuchet MS"/>
                <a:cs typeface="Trebuchet MS"/>
              </a:rPr>
              <a:t>on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80">
                <a:solidFill>
                  <a:srgbClr val="000440"/>
                </a:solidFill>
                <a:latin typeface="Trebuchet MS"/>
                <a:cs typeface="Trebuchet MS"/>
              </a:rPr>
              <a:t>experiences</a:t>
            </a:r>
            <a:endParaRPr sz="3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3050" spc="-75" b="1">
                <a:solidFill>
                  <a:srgbClr val="000440"/>
                </a:solidFill>
                <a:latin typeface="Trebuchet MS"/>
                <a:cs typeface="Trebuchet MS"/>
              </a:rPr>
              <a:t>5.4</a:t>
            </a:r>
            <a:r>
              <a:rPr dirty="0" sz="3050" spc="-204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00" b="1">
                <a:solidFill>
                  <a:srgbClr val="000440"/>
                </a:solidFill>
                <a:latin typeface="Trebuchet MS"/>
                <a:cs typeface="Trebuchet MS"/>
              </a:rPr>
              <a:t>Meditation</a:t>
            </a:r>
            <a:r>
              <a:rPr dirty="0" sz="3050" spc="-204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35" b="1">
                <a:solidFill>
                  <a:srgbClr val="000440"/>
                </a:solidFill>
                <a:latin typeface="Trebuchet MS"/>
                <a:cs typeface="Trebuchet MS"/>
              </a:rPr>
              <a:t>Support</a:t>
            </a:r>
            <a:endParaRPr sz="3050">
              <a:latin typeface="Trebuchet MS"/>
              <a:cs typeface="Trebuchet MS"/>
            </a:endParaRPr>
          </a:p>
          <a:p>
            <a:pPr marL="12700" marR="5080">
              <a:lnSpc>
                <a:spcPts val="4280"/>
              </a:lnSpc>
              <a:spcBef>
                <a:spcPts val="250"/>
              </a:spcBef>
            </a:pP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10-</a:t>
            </a:r>
            <a:r>
              <a:rPr dirty="0" sz="3050" spc="110">
                <a:solidFill>
                  <a:srgbClr val="000440"/>
                </a:solidFill>
                <a:latin typeface="Trebuchet MS"/>
                <a:cs typeface="Trebuchet MS"/>
              </a:rPr>
              <a:t>Minute</a:t>
            </a:r>
            <a:r>
              <a:rPr dirty="0" sz="30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80">
                <a:solidFill>
                  <a:srgbClr val="000440"/>
                </a:solidFill>
                <a:latin typeface="Trebuchet MS"/>
                <a:cs typeface="Trebuchet MS"/>
              </a:rPr>
              <a:t>ľimer</a:t>
            </a:r>
            <a:r>
              <a:rPr dirty="0" sz="30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05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70">
                <a:solidFill>
                  <a:srgbClr val="000440"/>
                </a:solidFill>
                <a:latin typeface="Trebuchet MS"/>
                <a:cs typeface="Trebuchet MS"/>
              </a:rPr>
              <a:t>Guided</a:t>
            </a:r>
            <a:r>
              <a:rPr dirty="0" sz="30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meditation</a:t>
            </a:r>
            <a:r>
              <a:rPr dirty="0" sz="30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30">
                <a:solidFill>
                  <a:srgbClr val="000440"/>
                </a:solidFill>
                <a:latin typeface="Trebuchet MS"/>
                <a:cs typeface="Trebuchet MS"/>
              </a:rPr>
              <a:t>countdown</a:t>
            </a:r>
            <a:r>
              <a:rPr dirty="0" sz="305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0">
                <a:solidFill>
                  <a:srgbClr val="000440"/>
                </a:solidFill>
                <a:latin typeface="Trebuchet MS"/>
                <a:cs typeface="Trebuchet MS"/>
              </a:rPr>
              <a:t>(customizable) </a:t>
            </a:r>
            <a:r>
              <a:rPr dirty="0" sz="3050" spc="80">
                <a:solidFill>
                  <a:srgbClr val="000440"/>
                </a:solidFill>
                <a:latin typeface="Trebuchet MS"/>
                <a:cs typeface="Trebuchet MS"/>
              </a:rPr>
              <a:t>Breathing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50">
                <a:solidFill>
                  <a:srgbClr val="000440"/>
                </a:solidFill>
                <a:latin typeface="Trebuchet MS"/>
                <a:cs typeface="Trebuchet MS"/>
              </a:rPr>
              <a:t>Guide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00">
                <a:solidFill>
                  <a:srgbClr val="000440"/>
                </a:solidFill>
                <a:latin typeface="Trebuchet MS"/>
                <a:cs typeface="Trebuchet MS"/>
              </a:rPr>
              <a:t>Instructions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70">
                <a:solidFill>
                  <a:srgbClr val="000440"/>
                </a:solidFill>
                <a:latin typeface="Trebuchet MS"/>
                <a:cs typeface="Trebuchet MS"/>
              </a:rPr>
              <a:t>for</a:t>
            </a:r>
            <a:r>
              <a:rPr dirty="0" sz="3050" spc="-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70">
                <a:solidFill>
                  <a:srgbClr val="000440"/>
                </a:solidFill>
                <a:latin typeface="Trebuchet MS"/>
                <a:cs typeface="Trebuchet MS"/>
              </a:rPr>
              <a:t>breathing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75">
                <a:solidFill>
                  <a:srgbClr val="000440"/>
                </a:solidFill>
                <a:latin typeface="Trebuchet MS"/>
                <a:cs typeface="Trebuchet MS"/>
              </a:rPr>
              <a:t>patterns</a:t>
            </a:r>
            <a:endParaRPr sz="3050">
              <a:latin typeface="Trebuchet MS"/>
              <a:cs typeface="Trebuchet MS"/>
            </a:endParaRPr>
          </a:p>
          <a:p>
            <a:pPr marL="12700" marR="2776220">
              <a:lnSpc>
                <a:spcPts val="4280"/>
              </a:lnSpc>
              <a:spcBef>
                <a:spcPts val="10"/>
              </a:spcBef>
            </a:pPr>
            <a:r>
              <a:rPr dirty="0" sz="3050" spc="70">
                <a:solidFill>
                  <a:srgbClr val="000440"/>
                </a:solidFill>
                <a:latin typeface="Trebuchet MS"/>
                <a:cs typeface="Trebuchet MS"/>
              </a:rPr>
              <a:t>Ambient</a:t>
            </a:r>
            <a:r>
              <a:rPr dirty="0" sz="3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Interface</a:t>
            </a:r>
            <a:r>
              <a:rPr dirty="0" sz="3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85">
                <a:solidFill>
                  <a:srgbClr val="000440"/>
                </a:solidFill>
                <a:latin typeface="Trebuchet MS"/>
                <a:cs typeface="Trebuchet MS"/>
              </a:rPr>
              <a:t>Calming</a:t>
            </a:r>
            <a:r>
              <a:rPr dirty="0" sz="3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75">
                <a:solidFill>
                  <a:srgbClr val="000440"/>
                </a:solidFill>
                <a:latin typeface="Trebuchet MS"/>
                <a:cs typeface="Trebuchet MS"/>
              </a:rPr>
              <a:t>visual</a:t>
            </a:r>
            <a:r>
              <a:rPr dirty="0" sz="3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35">
                <a:solidFill>
                  <a:srgbClr val="000440"/>
                </a:solidFill>
                <a:latin typeface="Trebuchet MS"/>
                <a:cs typeface="Trebuchet MS"/>
              </a:rPr>
              <a:t>design </a:t>
            </a:r>
            <a:r>
              <a:rPr dirty="0" sz="3050" spc="180">
                <a:solidFill>
                  <a:srgbClr val="000440"/>
                </a:solidFill>
                <a:latin typeface="Trebuchet MS"/>
                <a:cs typeface="Trebuchet MS"/>
              </a:rPr>
              <a:t>Progress</a:t>
            </a:r>
            <a:r>
              <a:rPr dirty="0" sz="3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55">
                <a:solidFill>
                  <a:srgbClr val="000440"/>
                </a:solidFill>
                <a:latin typeface="Trebuchet MS"/>
                <a:cs typeface="Trebuchet MS"/>
              </a:rPr>
              <a:t>ľracking</a:t>
            </a:r>
            <a:r>
              <a:rPr dirty="0" sz="30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0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25">
                <a:solidFill>
                  <a:srgbClr val="000440"/>
                </a:solidFill>
                <a:latin typeface="Trebuchet MS"/>
                <a:cs typeface="Trebuchet MS"/>
              </a:rPr>
              <a:t>Record</a:t>
            </a:r>
            <a:r>
              <a:rPr dirty="0" sz="30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meditation</a:t>
            </a:r>
            <a:r>
              <a:rPr dirty="0" sz="30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220">
                <a:solidFill>
                  <a:srgbClr val="000440"/>
                </a:solidFill>
                <a:latin typeface="Trebuchet MS"/>
                <a:cs typeface="Trebuchet MS"/>
              </a:rPr>
              <a:t>sessions</a:t>
            </a:r>
            <a:endParaRPr sz="3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3050" spc="-100" b="1">
                <a:solidFill>
                  <a:srgbClr val="000440"/>
                </a:solidFill>
                <a:latin typeface="Trebuchet MS"/>
                <a:cs typeface="Trebuchet MS"/>
              </a:rPr>
              <a:t>5.5</a:t>
            </a:r>
            <a:r>
              <a:rPr dirty="0" sz="3050" spc="-21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00" b="1">
                <a:solidFill>
                  <a:srgbClr val="000440"/>
                </a:solidFill>
                <a:latin typeface="Trebuchet MS"/>
                <a:cs typeface="Trebuchet MS"/>
              </a:rPr>
              <a:t>Motivation</a:t>
            </a:r>
            <a:r>
              <a:rPr dirty="0" sz="3050" spc="-204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50" b="1">
                <a:solidFill>
                  <a:srgbClr val="000440"/>
                </a:solidFill>
                <a:latin typeface="Trebuchet MS"/>
                <a:cs typeface="Trebuchet MS"/>
              </a:rPr>
              <a:t>&amp;</a:t>
            </a:r>
            <a:r>
              <a:rPr dirty="0" sz="3050" spc="-21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95" b="1">
                <a:solidFill>
                  <a:srgbClr val="000440"/>
                </a:solidFill>
                <a:latin typeface="Trebuchet MS"/>
                <a:cs typeface="Trebuchet MS"/>
              </a:rPr>
              <a:t>Quotes</a:t>
            </a:r>
            <a:endParaRPr sz="3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3050" spc="165">
                <a:solidFill>
                  <a:srgbClr val="000440"/>
                </a:solidFill>
                <a:latin typeface="Trebuchet MS"/>
                <a:cs typeface="Trebuchet MS"/>
              </a:rPr>
              <a:t>Random</a:t>
            </a:r>
            <a:r>
              <a:rPr dirty="0" sz="30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30">
                <a:solidFill>
                  <a:srgbClr val="000440"/>
                </a:solidFill>
                <a:latin typeface="Trebuchet MS"/>
                <a:cs typeface="Trebuchet MS"/>
              </a:rPr>
              <a:t>Quotes</a:t>
            </a:r>
            <a:r>
              <a:rPr dirty="0" sz="30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0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Get</a:t>
            </a:r>
            <a:r>
              <a:rPr dirty="0" sz="30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daily</a:t>
            </a:r>
            <a:r>
              <a:rPr dirty="0" sz="30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45">
                <a:solidFill>
                  <a:srgbClr val="000440"/>
                </a:solidFill>
                <a:latin typeface="Trebuchet MS"/>
                <a:cs typeface="Trebuchet MS"/>
              </a:rPr>
              <a:t>inspiration</a:t>
            </a:r>
            <a:endParaRPr sz="3050">
              <a:latin typeface="Trebuchet MS"/>
              <a:cs typeface="Trebuchet MS"/>
            </a:endParaRPr>
          </a:p>
          <a:p>
            <a:pPr marL="12700" marR="64769">
              <a:lnSpc>
                <a:spcPts val="4280"/>
              </a:lnSpc>
              <a:spcBef>
                <a:spcPts val="120"/>
              </a:spcBef>
            </a:pPr>
            <a:r>
              <a:rPr dirty="0" sz="3050" spc="190">
                <a:solidFill>
                  <a:srgbClr val="000440"/>
                </a:solidFill>
                <a:latin typeface="Trebuchet MS"/>
                <a:cs typeface="Trebuchet MS"/>
              </a:rPr>
              <a:t>Mood-</a:t>
            </a:r>
            <a:r>
              <a:rPr dirty="0" sz="3050" spc="195">
                <a:solidFill>
                  <a:srgbClr val="000440"/>
                </a:solidFill>
                <a:latin typeface="Trebuchet MS"/>
                <a:cs typeface="Trebuchet MS"/>
              </a:rPr>
              <a:t>Based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30">
                <a:solidFill>
                  <a:srgbClr val="000440"/>
                </a:solidFill>
                <a:latin typeface="Trebuchet MS"/>
                <a:cs typeface="Trebuchet MS"/>
              </a:rPr>
              <a:t>Quotes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85">
                <a:solidFill>
                  <a:srgbClr val="000440"/>
                </a:solidFill>
                <a:latin typeface="Trebuchet MS"/>
                <a:cs typeface="Trebuchet MS"/>
              </a:rPr>
              <a:t>Suggestions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70">
                <a:solidFill>
                  <a:srgbClr val="000440"/>
                </a:solidFill>
                <a:latin typeface="Trebuchet MS"/>
                <a:cs typeface="Trebuchet MS"/>
              </a:rPr>
              <a:t>based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70">
                <a:solidFill>
                  <a:srgbClr val="000440"/>
                </a:solidFill>
                <a:latin typeface="Trebuchet MS"/>
                <a:cs typeface="Trebuchet MS"/>
              </a:rPr>
              <a:t>on</a:t>
            </a:r>
            <a:r>
              <a:rPr dirty="0" sz="305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55">
                <a:solidFill>
                  <a:srgbClr val="000440"/>
                </a:solidFill>
                <a:latin typeface="Trebuchet MS"/>
                <a:cs typeface="Trebuchet MS"/>
              </a:rPr>
              <a:t>current</a:t>
            </a:r>
            <a:r>
              <a:rPr dirty="0" sz="305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60">
                <a:solidFill>
                  <a:srgbClr val="000440"/>
                </a:solidFill>
                <a:latin typeface="Trebuchet MS"/>
                <a:cs typeface="Trebuchet MS"/>
              </a:rPr>
              <a:t>mood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Favorite</a:t>
            </a:r>
            <a:r>
              <a:rPr dirty="0" sz="30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30">
                <a:solidFill>
                  <a:srgbClr val="000440"/>
                </a:solidFill>
                <a:latin typeface="Trebuchet MS"/>
                <a:cs typeface="Trebuchet MS"/>
              </a:rPr>
              <a:t>Quotes</a:t>
            </a:r>
            <a:r>
              <a:rPr dirty="0" sz="30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0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70">
                <a:solidFill>
                  <a:srgbClr val="000440"/>
                </a:solidFill>
                <a:latin typeface="Trebuchet MS"/>
                <a:cs typeface="Trebuchet MS"/>
              </a:rPr>
              <a:t>Save</a:t>
            </a:r>
            <a:r>
              <a:rPr dirty="0" sz="30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30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30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50">
                <a:solidFill>
                  <a:srgbClr val="000440"/>
                </a:solidFill>
                <a:latin typeface="Trebuchet MS"/>
                <a:cs typeface="Trebuchet MS"/>
              </a:rPr>
              <a:t>review</a:t>
            </a:r>
            <a:r>
              <a:rPr dirty="0" sz="30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favorite</a:t>
            </a:r>
            <a:r>
              <a:rPr dirty="0" sz="30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70">
                <a:solidFill>
                  <a:srgbClr val="000440"/>
                </a:solidFill>
                <a:latin typeface="Trebuchet MS"/>
                <a:cs typeface="Trebuchet MS"/>
              </a:rPr>
              <a:t>inspirations </a:t>
            </a:r>
            <a:r>
              <a:rPr dirty="0" sz="3050" spc="65">
                <a:solidFill>
                  <a:srgbClr val="000440"/>
                </a:solidFill>
                <a:latin typeface="Trebuchet MS"/>
                <a:cs typeface="Trebuchet MS"/>
              </a:rPr>
              <a:t>Automatic</a:t>
            </a:r>
            <a:r>
              <a:rPr dirty="0" sz="3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85">
                <a:solidFill>
                  <a:srgbClr val="000440"/>
                </a:solidFill>
                <a:latin typeface="Trebuchet MS"/>
                <a:cs typeface="Trebuchet MS"/>
              </a:rPr>
              <a:t>Motivation</a:t>
            </a:r>
            <a:r>
              <a:rPr dirty="0" sz="30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-12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3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120">
                <a:solidFill>
                  <a:srgbClr val="000440"/>
                </a:solidFill>
                <a:latin typeface="Trebuchet MS"/>
                <a:cs typeface="Trebuchet MS"/>
              </a:rPr>
              <a:t>Reminders</a:t>
            </a:r>
            <a:r>
              <a:rPr dirty="0" sz="30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with</a:t>
            </a:r>
            <a:r>
              <a:rPr dirty="0" sz="3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0440"/>
                </a:solidFill>
                <a:latin typeface="Trebuchet MS"/>
                <a:cs typeface="Trebuchet MS"/>
              </a:rPr>
              <a:t>motivational</a:t>
            </a:r>
            <a:r>
              <a:rPr dirty="0" sz="30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050" spc="220">
                <a:solidFill>
                  <a:srgbClr val="000440"/>
                </a:solidFill>
                <a:latin typeface="Trebuchet MS"/>
                <a:cs typeface="Trebuchet MS"/>
              </a:rPr>
              <a:t>messages</a:t>
            </a:r>
            <a:endParaRPr sz="3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2910" y="315469"/>
            <a:ext cx="10172065" cy="951230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lvl="1" marL="595630" indent="-582930">
              <a:lnSpc>
                <a:spcPct val="100000"/>
              </a:lnSpc>
              <a:spcBef>
                <a:spcPts val="595"/>
              </a:spcBef>
              <a:buAutoNum type="arabicPeriod" startAt="6"/>
              <a:tabLst>
                <a:tab pos="595630" algn="l"/>
              </a:tabLst>
            </a:pPr>
            <a:r>
              <a:rPr dirty="0" sz="2700" spc="85" b="1">
                <a:solidFill>
                  <a:srgbClr val="000440"/>
                </a:solidFill>
                <a:latin typeface="Trebuchet MS"/>
                <a:cs typeface="Trebuchet MS"/>
              </a:rPr>
              <a:t>Analytics</a:t>
            </a:r>
            <a:r>
              <a:rPr dirty="0" sz="2700" spc="-20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05" b="1">
                <a:solidFill>
                  <a:srgbClr val="000440"/>
                </a:solidFill>
                <a:latin typeface="Trebuchet MS"/>
                <a:cs typeface="Trebuchet MS"/>
              </a:rPr>
              <a:t>Dashboard</a:t>
            </a:r>
            <a:endParaRPr sz="2700">
              <a:latin typeface="Trebuchet MS"/>
              <a:cs typeface="Trebuchet MS"/>
            </a:endParaRPr>
          </a:p>
          <a:p>
            <a:pPr marL="12700" marR="647065">
              <a:lnSpc>
                <a:spcPct val="115300"/>
              </a:lnSpc>
            </a:pPr>
            <a:r>
              <a:rPr dirty="0" sz="2700" spc="220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50">
                <a:solidFill>
                  <a:srgbClr val="000440"/>
                </a:solidFill>
                <a:latin typeface="Trebuchet MS"/>
                <a:cs typeface="Trebuchet MS"/>
              </a:rPr>
              <a:t>ľrend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60">
                <a:solidFill>
                  <a:srgbClr val="000440"/>
                </a:solidFill>
                <a:latin typeface="Trebuchet MS"/>
                <a:cs typeface="Trebuchet MS"/>
              </a:rPr>
              <a:t>Chart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45">
                <a:solidFill>
                  <a:srgbClr val="000440"/>
                </a:solidFill>
                <a:latin typeface="Trebuchet MS"/>
                <a:cs typeface="Trebuchet MS"/>
              </a:rPr>
              <a:t>Įine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90">
                <a:solidFill>
                  <a:srgbClr val="000440"/>
                </a:solidFill>
                <a:latin typeface="Trebuchet MS"/>
                <a:cs typeface="Trebuchet MS"/>
              </a:rPr>
              <a:t>graph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25">
                <a:solidFill>
                  <a:srgbClr val="000440"/>
                </a:solidFill>
                <a:latin typeface="Trebuchet MS"/>
                <a:cs typeface="Trebuchet MS"/>
              </a:rPr>
              <a:t>showing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45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05">
                <a:solidFill>
                  <a:srgbClr val="000440"/>
                </a:solidFill>
                <a:latin typeface="Trebuchet MS"/>
                <a:cs typeface="Trebuchet MS"/>
              </a:rPr>
              <a:t>progression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Habit</a:t>
            </a:r>
            <a:r>
              <a:rPr dirty="0" sz="27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75">
                <a:solidFill>
                  <a:srgbClr val="000440"/>
                </a:solidFill>
                <a:latin typeface="Trebuchet MS"/>
                <a:cs typeface="Trebuchet MS"/>
              </a:rPr>
              <a:t>Streak</a:t>
            </a:r>
            <a:r>
              <a:rPr dirty="0" sz="27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60">
                <a:solidFill>
                  <a:srgbClr val="000440"/>
                </a:solidFill>
                <a:latin typeface="Trebuchet MS"/>
                <a:cs typeface="Trebuchet MS"/>
              </a:rPr>
              <a:t>Chart</a:t>
            </a:r>
            <a:r>
              <a:rPr dirty="0" sz="27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00">
                <a:solidFill>
                  <a:srgbClr val="000440"/>
                </a:solidFill>
                <a:latin typeface="Trebuchet MS"/>
                <a:cs typeface="Trebuchet MS"/>
              </a:rPr>
              <a:t>Bar</a:t>
            </a:r>
            <a:r>
              <a:rPr dirty="0" sz="27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5">
                <a:solidFill>
                  <a:srgbClr val="000440"/>
                </a:solidFill>
                <a:latin typeface="Trebuchet MS"/>
                <a:cs typeface="Trebuchet MS"/>
              </a:rPr>
              <a:t>chart</a:t>
            </a:r>
            <a:r>
              <a:rPr dirty="0" sz="27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visualizing</a:t>
            </a:r>
            <a:r>
              <a:rPr dirty="0" sz="27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habit</a:t>
            </a:r>
            <a:r>
              <a:rPr dirty="0" sz="27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60">
                <a:solidFill>
                  <a:srgbClr val="000440"/>
                </a:solidFill>
                <a:latin typeface="Trebuchet MS"/>
                <a:cs typeface="Trebuchet MS"/>
              </a:rPr>
              <a:t>performance </a:t>
            </a:r>
            <a:r>
              <a:rPr dirty="0" sz="2700" spc="120">
                <a:solidFill>
                  <a:srgbClr val="000440"/>
                </a:solidFill>
                <a:latin typeface="Trebuchet MS"/>
                <a:cs typeface="Trebuchet MS"/>
              </a:rPr>
              <a:t>Key</a:t>
            </a:r>
            <a:r>
              <a:rPr dirty="0" sz="270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70">
                <a:solidFill>
                  <a:srgbClr val="000440"/>
                </a:solidFill>
                <a:latin typeface="Trebuchet MS"/>
                <a:cs typeface="Trebuchet MS"/>
              </a:rPr>
              <a:t>Statistics</a:t>
            </a:r>
            <a:r>
              <a:rPr dirty="0" sz="270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0">
                <a:solidFill>
                  <a:srgbClr val="000440"/>
                </a:solidFill>
                <a:latin typeface="Trebuchet MS"/>
                <a:cs typeface="Trebuchet MS"/>
              </a:rPr>
              <a:t>Average</a:t>
            </a:r>
            <a:r>
              <a:rPr dirty="0" sz="270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mood,</a:t>
            </a:r>
            <a:r>
              <a:rPr dirty="0" sz="270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0">
                <a:solidFill>
                  <a:srgbClr val="000440"/>
                </a:solidFill>
                <a:latin typeface="Trebuchet MS"/>
                <a:cs typeface="Trebuchet MS"/>
              </a:rPr>
              <a:t>top</a:t>
            </a:r>
            <a:r>
              <a:rPr dirty="0" sz="270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30">
                <a:solidFill>
                  <a:srgbClr val="000440"/>
                </a:solidFill>
                <a:latin typeface="Trebuchet MS"/>
                <a:cs typeface="Trebuchet MS"/>
              </a:rPr>
              <a:t>habits,</a:t>
            </a:r>
            <a:r>
              <a:rPr dirty="0" sz="270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25">
                <a:solidFill>
                  <a:srgbClr val="000440"/>
                </a:solidFill>
                <a:latin typeface="Trebuchet MS"/>
                <a:cs typeface="Trebuchet MS"/>
              </a:rPr>
              <a:t>total</a:t>
            </a:r>
            <a:r>
              <a:rPr dirty="0" sz="2700" spc="-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0">
                <a:solidFill>
                  <a:srgbClr val="000440"/>
                </a:solidFill>
                <a:latin typeface="Trebuchet MS"/>
                <a:cs typeface="Trebuchet MS"/>
              </a:rPr>
              <a:t>entries </a:t>
            </a:r>
            <a:r>
              <a:rPr dirty="0" sz="2700" spc="85">
                <a:solidFill>
                  <a:srgbClr val="000440"/>
                </a:solidFill>
                <a:latin typeface="Trebuchet MS"/>
                <a:cs typeface="Trebuchet MS"/>
              </a:rPr>
              <a:t>Refresh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70">
                <a:solidFill>
                  <a:srgbClr val="000440"/>
                </a:solidFill>
                <a:latin typeface="Trebuchet MS"/>
                <a:cs typeface="Trebuchet MS"/>
              </a:rPr>
              <a:t>Analytics</a:t>
            </a:r>
            <a:r>
              <a:rPr dirty="0" sz="2700" spc="-1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5">
                <a:solidFill>
                  <a:srgbClr val="000440"/>
                </a:solidFill>
                <a:latin typeface="Trebuchet MS"/>
                <a:cs typeface="Trebuchet MS"/>
              </a:rPr>
              <a:t>Update</a:t>
            </a:r>
            <a:r>
              <a:rPr dirty="0" sz="2700" spc="-1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00">
                <a:solidFill>
                  <a:srgbClr val="000440"/>
                </a:solidFill>
                <a:latin typeface="Trebuchet MS"/>
                <a:cs typeface="Trebuchet MS"/>
              </a:rPr>
              <a:t>charts</a:t>
            </a:r>
            <a:r>
              <a:rPr dirty="0" sz="2700" spc="-1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with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latest</a:t>
            </a:r>
            <a:r>
              <a:rPr dirty="0" sz="2700" spc="-1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2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endParaRPr sz="2700">
              <a:latin typeface="Trebuchet MS"/>
              <a:cs typeface="Trebuchet MS"/>
            </a:endParaRPr>
          </a:p>
          <a:p>
            <a:pPr lvl="1" marL="542290" indent="-541655">
              <a:lnSpc>
                <a:spcPct val="100000"/>
              </a:lnSpc>
              <a:spcBef>
                <a:spcPts val="495"/>
              </a:spcBef>
              <a:buAutoNum type="arabicPeriod" startAt="7"/>
              <a:tabLst>
                <a:tab pos="542290" algn="l"/>
              </a:tabLst>
            </a:pPr>
            <a:r>
              <a:rPr dirty="0" sz="2700" spc="135" b="1">
                <a:solidFill>
                  <a:srgbClr val="000440"/>
                </a:solidFill>
                <a:latin typeface="Trebuchet MS"/>
                <a:cs typeface="Trebuchet MS"/>
              </a:rPr>
              <a:t>Smart</a:t>
            </a:r>
            <a:r>
              <a:rPr dirty="0" sz="2700" spc="-19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70" b="1">
                <a:solidFill>
                  <a:srgbClr val="000440"/>
                </a:solidFill>
                <a:latin typeface="Trebuchet MS"/>
                <a:cs typeface="Trebuchet MS"/>
              </a:rPr>
              <a:t>Reminders</a:t>
            </a:r>
            <a:endParaRPr sz="2700">
              <a:latin typeface="Trebuchet MS"/>
              <a:cs typeface="Trebuchet MS"/>
            </a:endParaRPr>
          </a:p>
          <a:p>
            <a:pPr marL="12700" marR="5080">
              <a:lnSpc>
                <a:spcPct val="115300"/>
              </a:lnSpc>
            </a:pP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Habit</a:t>
            </a:r>
            <a:r>
              <a:rPr dirty="0" sz="27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85">
                <a:solidFill>
                  <a:srgbClr val="000440"/>
                </a:solidFill>
                <a:latin typeface="Trebuchet MS"/>
                <a:cs typeface="Trebuchet MS"/>
              </a:rPr>
              <a:t>Reminders</a:t>
            </a:r>
            <a:r>
              <a:rPr dirty="0" sz="27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45">
                <a:solidFill>
                  <a:srgbClr val="000440"/>
                </a:solidFill>
                <a:latin typeface="Trebuchet MS"/>
                <a:cs typeface="Trebuchet MS"/>
              </a:rPr>
              <a:t>Notifications</a:t>
            </a:r>
            <a:r>
              <a:rPr dirty="0" sz="27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for</a:t>
            </a:r>
            <a:r>
              <a:rPr dirty="0" sz="27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75">
                <a:solidFill>
                  <a:srgbClr val="000440"/>
                </a:solidFill>
                <a:latin typeface="Trebuchet MS"/>
                <a:cs typeface="Trebuchet MS"/>
              </a:rPr>
              <a:t>pending</a:t>
            </a:r>
            <a:r>
              <a:rPr dirty="0" sz="27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65">
                <a:solidFill>
                  <a:srgbClr val="000440"/>
                </a:solidFill>
                <a:latin typeface="Trebuchet MS"/>
                <a:cs typeface="Trebuchet MS"/>
              </a:rPr>
              <a:t>habits</a:t>
            </a:r>
            <a:r>
              <a:rPr dirty="0" sz="27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60">
                <a:solidFill>
                  <a:srgbClr val="000440"/>
                </a:solidFill>
                <a:latin typeface="Trebuchet MS"/>
                <a:cs typeface="Trebuchet MS"/>
              </a:rPr>
              <a:t>every</a:t>
            </a:r>
            <a:r>
              <a:rPr dirty="0" sz="27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0">
                <a:solidFill>
                  <a:srgbClr val="000440"/>
                </a:solidFill>
                <a:latin typeface="Trebuchet MS"/>
                <a:cs typeface="Trebuchet MS"/>
              </a:rPr>
              <a:t>minute </a:t>
            </a:r>
            <a:r>
              <a:rPr dirty="0" sz="2700" spc="165">
                <a:solidFill>
                  <a:srgbClr val="000440"/>
                </a:solidFill>
                <a:latin typeface="Trebuchet MS"/>
                <a:cs typeface="Trebuchet MS"/>
              </a:rPr>
              <a:t>Stress</a:t>
            </a:r>
            <a:r>
              <a:rPr dirty="0" sz="27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Detection</a:t>
            </a:r>
            <a:r>
              <a:rPr dirty="0" sz="27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0">
                <a:solidFill>
                  <a:srgbClr val="000440"/>
                </a:solidFill>
                <a:latin typeface="Trebuchet MS"/>
                <a:cs typeface="Trebuchet MS"/>
              </a:rPr>
              <a:t>Alerts</a:t>
            </a:r>
            <a:r>
              <a:rPr dirty="0" sz="27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90">
                <a:solidFill>
                  <a:srgbClr val="000440"/>
                </a:solidFill>
                <a:latin typeface="Trebuchet MS"/>
                <a:cs typeface="Trebuchet MS"/>
              </a:rPr>
              <a:t>when</a:t>
            </a:r>
            <a:r>
              <a:rPr dirty="0" sz="27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45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27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60">
                <a:solidFill>
                  <a:srgbClr val="000440"/>
                </a:solidFill>
                <a:latin typeface="Trebuchet MS"/>
                <a:cs typeface="Trebuchet MS"/>
              </a:rPr>
              <a:t>patterns</a:t>
            </a:r>
            <a:r>
              <a:rPr dirty="0" sz="27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indicate</a:t>
            </a:r>
            <a:r>
              <a:rPr dirty="0" sz="27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40">
                <a:solidFill>
                  <a:srgbClr val="000440"/>
                </a:solidFill>
                <a:latin typeface="Trebuchet MS"/>
                <a:cs typeface="Trebuchet MS"/>
              </a:rPr>
              <a:t>stress </a:t>
            </a:r>
            <a:r>
              <a:rPr dirty="0" sz="2700" spc="85">
                <a:solidFill>
                  <a:srgbClr val="000440"/>
                </a:solidFill>
                <a:latin typeface="Trebuchet MS"/>
                <a:cs typeface="Trebuchet MS"/>
              </a:rPr>
              <a:t>Dismissible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0">
                <a:solidFill>
                  <a:srgbClr val="000440"/>
                </a:solidFill>
                <a:latin typeface="Trebuchet MS"/>
                <a:cs typeface="Trebuchet MS"/>
              </a:rPr>
              <a:t>Alerts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25">
                <a:solidFill>
                  <a:srgbClr val="000440"/>
                </a:solidFill>
                <a:latin typeface="Trebuchet MS"/>
                <a:cs typeface="Trebuchet MS"/>
              </a:rPr>
              <a:t>Snooze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80">
                <a:solidFill>
                  <a:srgbClr val="000440"/>
                </a:solidFill>
                <a:latin typeface="Trebuchet MS"/>
                <a:cs typeface="Trebuchet MS"/>
              </a:rPr>
              <a:t>or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45">
                <a:solidFill>
                  <a:srgbClr val="000440"/>
                </a:solidFill>
                <a:latin typeface="Trebuchet MS"/>
                <a:cs typeface="Trebuchet MS"/>
              </a:rPr>
              <a:t>dismiss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65">
                <a:solidFill>
                  <a:srgbClr val="000440"/>
                </a:solidFill>
                <a:latin typeface="Trebuchet MS"/>
                <a:cs typeface="Trebuchet MS"/>
              </a:rPr>
              <a:t>reminders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95">
                <a:solidFill>
                  <a:srgbClr val="000440"/>
                </a:solidFill>
                <a:latin typeface="Trebuchet MS"/>
                <a:cs typeface="Trebuchet MS"/>
              </a:rPr>
              <a:t>as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60">
                <a:solidFill>
                  <a:srgbClr val="000440"/>
                </a:solidFill>
                <a:latin typeface="Trebuchet MS"/>
                <a:cs typeface="Trebuchet MS"/>
              </a:rPr>
              <a:t>needed </a:t>
            </a:r>
            <a:r>
              <a:rPr dirty="0" sz="2700" spc="55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2700" spc="-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75">
                <a:solidFill>
                  <a:srgbClr val="000440"/>
                </a:solidFill>
                <a:latin typeface="Trebuchet MS"/>
                <a:cs typeface="Trebuchet MS"/>
              </a:rPr>
              <a:t>History</a:t>
            </a:r>
            <a:r>
              <a:rPr dirty="0" sz="27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View</a:t>
            </a:r>
            <a:r>
              <a:rPr dirty="0" sz="2700" spc="-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90">
                <a:solidFill>
                  <a:srgbClr val="000440"/>
                </a:solidFill>
                <a:latin typeface="Trebuchet MS"/>
                <a:cs typeface="Trebuchet MS"/>
              </a:rPr>
              <a:t>all</a:t>
            </a:r>
            <a:r>
              <a:rPr dirty="0" sz="27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triggered</a:t>
            </a:r>
            <a:r>
              <a:rPr dirty="0" sz="27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5">
                <a:solidFill>
                  <a:srgbClr val="000440"/>
                </a:solidFill>
                <a:latin typeface="Trebuchet MS"/>
                <a:cs typeface="Trebuchet MS"/>
              </a:rPr>
              <a:t>reminders</a:t>
            </a:r>
            <a:endParaRPr sz="2700">
              <a:latin typeface="Trebuchet MS"/>
              <a:cs typeface="Trebuchet MS"/>
            </a:endParaRPr>
          </a:p>
          <a:p>
            <a:pPr lvl="1" marL="598805" indent="-586105">
              <a:lnSpc>
                <a:spcPct val="100000"/>
              </a:lnSpc>
              <a:spcBef>
                <a:spcPts val="490"/>
              </a:spcBef>
              <a:buAutoNum type="arabicPeriod" startAt="8"/>
              <a:tabLst>
                <a:tab pos="598805" algn="l"/>
              </a:tabLst>
            </a:pPr>
            <a:r>
              <a:rPr dirty="0" sz="2700" spc="95" b="1">
                <a:solidFill>
                  <a:srgbClr val="000440"/>
                </a:solidFill>
                <a:latin typeface="Trebuchet MS"/>
                <a:cs typeface="Trebuchet MS"/>
              </a:rPr>
              <a:t>User</a:t>
            </a:r>
            <a:r>
              <a:rPr dirty="0" sz="2700" spc="-18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10" b="1">
                <a:solidFill>
                  <a:srgbClr val="000440"/>
                </a:solidFill>
                <a:latin typeface="Trebuchet MS"/>
                <a:cs typeface="Trebuchet MS"/>
              </a:rPr>
              <a:t>Management</a:t>
            </a:r>
            <a:endParaRPr sz="2700">
              <a:latin typeface="Trebuchet MS"/>
              <a:cs typeface="Trebuchet MS"/>
            </a:endParaRPr>
          </a:p>
          <a:p>
            <a:pPr marL="12700" marR="1562100">
              <a:lnSpc>
                <a:spcPct val="115300"/>
              </a:lnSpc>
            </a:pPr>
            <a:r>
              <a:rPr dirty="0" sz="2700" spc="45">
                <a:solidFill>
                  <a:srgbClr val="000440"/>
                </a:solidFill>
                <a:latin typeface="Trebuchet MS"/>
                <a:cs typeface="Trebuchet MS"/>
              </a:rPr>
              <a:t>Registration</a:t>
            </a:r>
            <a:r>
              <a:rPr dirty="0" sz="27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Create</a:t>
            </a:r>
            <a:r>
              <a:rPr dirty="0" sz="27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80">
                <a:solidFill>
                  <a:srgbClr val="000440"/>
                </a:solidFill>
                <a:latin typeface="Trebuchet MS"/>
                <a:cs typeface="Trebuchet MS"/>
              </a:rPr>
              <a:t>new</a:t>
            </a:r>
            <a:r>
              <a:rPr dirty="0" sz="27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10">
                <a:solidFill>
                  <a:srgbClr val="000440"/>
                </a:solidFill>
                <a:latin typeface="Trebuchet MS"/>
                <a:cs typeface="Trebuchet MS"/>
              </a:rPr>
              <a:t>user</a:t>
            </a:r>
            <a:r>
              <a:rPr dirty="0" sz="27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00">
                <a:solidFill>
                  <a:srgbClr val="000440"/>
                </a:solidFill>
                <a:latin typeface="Trebuchet MS"/>
                <a:cs typeface="Trebuchet MS"/>
              </a:rPr>
              <a:t>accounts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Įogin/Authentication</a:t>
            </a:r>
            <a:r>
              <a:rPr dirty="0" sz="270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05">
                <a:solidFill>
                  <a:srgbClr val="000440"/>
                </a:solidFill>
                <a:latin typeface="Trebuchet MS"/>
                <a:cs typeface="Trebuchet MS"/>
              </a:rPr>
              <a:t>Secure</a:t>
            </a:r>
            <a:r>
              <a:rPr dirty="0" sz="270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70">
                <a:solidFill>
                  <a:srgbClr val="000440"/>
                </a:solidFill>
                <a:latin typeface="Trebuchet MS"/>
                <a:cs typeface="Trebuchet MS"/>
              </a:rPr>
              <a:t>access</a:t>
            </a:r>
            <a:r>
              <a:rPr dirty="0" sz="270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to</a:t>
            </a:r>
            <a:r>
              <a:rPr dirty="0" sz="270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80">
                <a:solidFill>
                  <a:srgbClr val="000440"/>
                </a:solidFill>
                <a:latin typeface="Trebuchet MS"/>
                <a:cs typeface="Trebuchet MS"/>
              </a:rPr>
              <a:t>personal</a:t>
            </a:r>
            <a:r>
              <a:rPr dirty="0" sz="270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20">
                <a:solidFill>
                  <a:srgbClr val="000440"/>
                </a:solidFill>
                <a:latin typeface="Trebuchet MS"/>
                <a:cs typeface="Trebuchet MS"/>
              </a:rPr>
              <a:t>data </a:t>
            </a:r>
            <a:r>
              <a:rPr dirty="0" sz="2700" spc="5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27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Isolation</a:t>
            </a:r>
            <a:r>
              <a:rPr dirty="0" sz="27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95">
                <a:solidFill>
                  <a:srgbClr val="000440"/>
                </a:solidFill>
                <a:latin typeface="Trebuchet MS"/>
                <a:cs typeface="Trebuchet MS"/>
              </a:rPr>
              <a:t>Each</a:t>
            </a:r>
            <a:r>
              <a:rPr dirty="0" sz="27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25">
                <a:solidFill>
                  <a:srgbClr val="000440"/>
                </a:solidFill>
                <a:latin typeface="Trebuchet MS"/>
                <a:cs typeface="Trebuchet MS"/>
              </a:rPr>
              <a:t>user's</a:t>
            </a:r>
            <a:r>
              <a:rPr dirty="0" sz="270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27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kept</a:t>
            </a:r>
            <a:r>
              <a:rPr dirty="0" sz="27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0">
                <a:solidFill>
                  <a:srgbClr val="000440"/>
                </a:solidFill>
                <a:latin typeface="Trebuchet MS"/>
                <a:cs typeface="Trebuchet MS"/>
              </a:rPr>
              <a:t>separate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2700" spc="170">
                <a:solidFill>
                  <a:srgbClr val="000440"/>
                </a:solidFill>
                <a:latin typeface="Trebuchet MS"/>
                <a:cs typeface="Trebuchet MS"/>
              </a:rPr>
              <a:t>Įogout</a:t>
            </a:r>
            <a:r>
              <a:rPr dirty="0" sz="27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Return</a:t>
            </a:r>
            <a:r>
              <a:rPr dirty="0" sz="270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to</a:t>
            </a:r>
            <a:r>
              <a:rPr dirty="0" sz="27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login</a:t>
            </a:r>
            <a:r>
              <a:rPr dirty="0" sz="270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95">
                <a:solidFill>
                  <a:srgbClr val="000440"/>
                </a:solidFill>
                <a:latin typeface="Trebuchet MS"/>
                <a:cs typeface="Trebuchet MS"/>
              </a:rPr>
              <a:t>screen</a:t>
            </a:r>
            <a:r>
              <a:rPr dirty="0" sz="270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with</a:t>
            </a:r>
            <a:r>
              <a:rPr dirty="0" sz="27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65">
                <a:solidFill>
                  <a:srgbClr val="000440"/>
                </a:solidFill>
                <a:latin typeface="Trebuchet MS"/>
                <a:cs typeface="Trebuchet MS"/>
              </a:rPr>
              <a:t>session</a:t>
            </a:r>
            <a:r>
              <a:rPr dirty="0" sz="270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40">
                <a:solidFill>
                  <a:srgbClr val="000440"/>
                </a:solidFill>
                <a:latin typeface="Trebuchet MS"/>
                <a:cs typeface="Trebuchet MS"/>
              </a:rPr>
              <a:t>cleanup</a:t>
            </a:r>
            <a:endParaRPr sz="2700">
              <a:latin typeface="Trebuchet MS"/>
              <a:cs typeface="Trebuchet MS"/>
            </a:endParaRPr>
          </a:p>
          <a:p>
            <a:pPr lvl="1" marL="596265" indent="-583565">
              <a:lnSpc>
                <a:spcPct val="100000"/>
              </a:lnSpc>
              <a:spcBef>
                <a:spcPts val="495"/>
              </a:spcBef>
              <a:buAutoNum type="arabicPeriod" startAt="9"/>
              <a:tabLst>
                <a:tab pos="596265" algn="l"/>
              </a:tabLst>
            </a:pPr>
            <a:r>
              <a:rPr dirty="0" sz="2700" spc="80" b="1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2700" spc="-19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5" b="1">
                <a:solidFill>
                  <a:srgbClr val="000440"/>
                </a:solidFill>
                <a:latin typeface="Trebuchet MS"/>
                <a:cs typeface="Trebuchet MS"/>
              </a:rPr>
              <a:t>Persistence</a:t>
            </a:r>
            <a:endParaRPr sz="2700">
              <a:latin typeface="Trebuchet MS"/>
              <a:cs typeface="Trebuchet MS"/>
            </a:endParaRPr>
          </a:p>
          <a:p>
            <a:pPr marL="12700" marR="2727325">
              <a:lnSpc>
                <a:spcPct val="115300"/>
              </a:lnSpc>
            </a:pP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Auto-</a:t>
            </a:r>
            <a:r>
              <a:rPr dirty="0" sz="2700" spc="75">
                <a:solidFill>
                  <a:srgbClr val="000440"/>
                </a:solidFill>
                <a:latin typeface="Trebuchet MS"/>
                <a:cs typeface="Trebuchet MS"/>
              </a:rPr>
              <a:t>Save-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Automatic</a:t>
            </a:r>
            <a:r>
              <a:rPr dirty="0" sz="2700" spc="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05">
                <a:solidFill>
                  <a:srgbClr val="000440"/>
                </a:solidFill>
                <a:latin typeface="Trebuchet MS"/>
                <a:cs typeface="Trebuchet MS"/>
              </a:rPr>
              <a:t>saving</a:t>
            </a:r>
            <a:r>
              <a:rPr dirty="0" sz="270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60">
                <a:solidFill>
                  <a:srgbClr val="000440"/>
                </a:solidFill>
                <a:latin typeface="Trebuchet MS"/>
                <a:cs typeface="Trebuchet MS"/>
              </a:rPr>
              <a:t>every</a:t>
            </a:r>
            <a:r>
              <a:rPr dirty="0" sz="270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240">
                <a:solidFill>
                  <a:srgbClr val="000440"/>
                </a:solidFill>
                <a:latin typeface="Trebuchet MS"/>
                <a:cs typeface="Trebuchet MS"/>
              </a:rPr>
              <a:t>30</a:t>
            </a:r>
            <a:r>
              <a:rPr dirty="0" sz="270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155">
                <a:solidFill>
                  <a:srgbClr val="000440"/>
                </a:solidFill>
                <a:latin typeface="Trebuchet MS"/>
                <a:cs typeface="Trebuchet MS"/>
              </a:rPr>
              <a:t>seconds </a:t>
            </a:r>
            <a:r>
              <a:rPr dirty="0" sz="2700" spc="50">
                <a:solidFill>
                  <a:srgbClr val="000440"/>
                </a:solidFill>
                <a:latin typeface="Trebuchet MS"/>
                <a:cs typeface="Trebuchet MS"/>
              </a:rPr>
              <a:t>User-</a:t>
            </a:r>
            <a:r>
              <a:rPr dirty="0" sz="2700" spc="65">
                <a:solidFill>
                  <a:srgbClr val="000440"/>
                </a:solidFill>
                <a:latin typeface="Trebuchet MS"/>
                <a:cs typeface="Trebuchet MS"/>
              </a:rPr>
              <a:t>Specific</a:t>
            </a:r>
            <a:r>
              <a:rPr dirty="0" sz="270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70">
                <a:solidFill>
                  <a:srgbClr val="000440"/>
                </a:solidFill>
                <a:latin typeface="Trebuchet MS"/>
                <a:cs typeface="Trebuchet MS"/>
              </a:rPr>
              <a:t>Separate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85">
                <a:solidFill>
                  <a:srgbClr val="000440"/>
                </a:solidFill>
                <a:latin typeface="Trebuchet MS"/>
                <a:cs typeface="Trebuchet MS"/>
              </a:rPr>
              <a:t>storage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0">
                <a:solidFill>
                  <a:srgbClr val="000440"/>
                </a:solidFill>
                <a:latin typeface="Trebuchet MS"/>
                <a:cs typeface="Trebuchet MS"/>
              </a:rPr>
              <a:t>per</a:t>
            </a:r>
            <a:r>
              <a:rPr dirty="0" sz="27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90">
                <a:solidFill>
                  <a:srgbClr val="000440"/>
                </a:solidFill>
                <a:latin typeface="Trebuchet MS"/>
                <a:cs typeface="Trebuchet MS"/>
              </a:rPr>
              <a:t>user</a:t>
            </a:r>
            <a:endParaRPr sz="2700">
              <a:latin typeface="Trebuchet MS"/>
              <a:cs typeface="Trebuchet MS"/>
            </a:endParaRPr>
          </a:p>
          <a:p>
            <a:pPr marL="12700" marR="1141730">
              <a:lnSpc>
                <a:spcPct val="115300"/>
              </a:lnSpc>
            </a:pP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Serialization</a:t>
            </a:r>
            <a:r>
              <a:rPr dirty="0" sz="270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-114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70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Reliable</a:t>
            </a:r>
            <a:r>
              <a:rPr dirty="0" sz="270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60">
                <a:solidFill>
                  <a:srgbClr val="000440"/>
                </a:solidFill>
                <a:latin typeface="Trebuchet MS"/>
                <a:cs typeface="Trebuchet MS"/>
              </a:rPr>
              <a:t>binary</a:t>
            </a:r>
            <a:r>
              <a:rPr dirty="0" sz="270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format</a:t>
            </a:r>
            <a:r>
              <a:rPr dirty="0" sz="270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for</a:t>
            </a:r>
            <a:r>
              <a:rPr dirty="0" sz="270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55">
                <a:solidFill>
                  <a:srgbClr val="000440"/>
                </a:solidFill>
                <a:latin typeface="Trebuchet MS"/>
                <a:cs typeface="Trebuchet MS"/>
              </a:rPr>
              <a:t>complex</a:t>
            </a:r>
            <a:r>
              <a:rPr dirty="0" sz="270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35">
                <a:solidFill>
                  <a:srgbClr val="000440"/>
                </a:solidFill>
                <a:latin typeface="Trebuchet MS"/>
                <a:cs typeface="Trebuchet MS"/>
              </a:rPr>
              <a:t>objects </a:t>
            </a:r>
            <a:r>
              <a:rPr dirty="0" sz="2700" spc="225">
                <a:solidFill>
                  <a:srgbClr val="000440"/>
                </a:solidFill>
                <a:latin typeface="Trebuchet MS"/>
                <a:cs typeface="Trebuchet MS"/>
              </a:rPr>
              <a:t>CSV</a:t>
            </a:r>
            <a:r>
              <a:rPr dirty="0" sz="2700" spc="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Export-</a:t>
            </a:r>
            <a:r>
              <a:rPr dirty="0" sz="2700" spc="65">
                <a:solidFill>
                  <a:srgbClr val="000440"/>
                </a:solidFill>
                <a:latin typeface="Trebuchet MS"/>
                <a:cs typeface="Trebuchet MS"/>
              </a:rPr>
              <a:t>Human-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readable</a:t>
            </a:r>
            <a:r>
              <a:rPr dirty="0" sz="2700" spc="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2700" spc="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export</a:t>
            </a:r>
            <a:r>
              <a:rPr dirty="0" sz="2700" spc="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000440"/>
                </a:solidFill>
                <a:latin typeface="Trebuchet MS"/>
                <a:cs typeface="Trebuchet MS"/>
              </a:rPr>
              <a:t>for</a:t>
            </a:r>
            <a:r>
              <a:rPr dirty="0" sz="2700" spc="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700" spc="85">
                <a:solidFill>
                  <a:srgbClr val="000440"/>
                </a:solidFill>
                <a:latin typeface="Trebuchet MS"/>
                <a:cs typeface="Trebuchet MS"/>
              </a:rPr>
              <a:t>analysis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293" y="366074"/>
            <a:ext cx="6376670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600" spc="-240"/>
              <a:t>6.</a:t>
            </a:r>
            <a:r>
              <a:rPr dirty="0" sz="5600" spc="-315"/>
              <a:t> </a:t>
            </a:r>
            <a:r>
              <a:rPr dirty="0" sz="5600"/>
              <a:t>Technical</a:t>
            </a:r>
            <a:r>
              <a:rPr dirty="0" sz="5600" spc="-310"/>
              <a:t> </a:t>
            </a:r>
            <a:r>
              <a:rPr dirty="0" sz="5600" spc="105"/>
              <a:t>Stack.</a:t>
            </a:r>
            <a:endParaRPr sz="5600"/>
          </a:p>
        </p:txBody>
      </p:sp>
      <p:sp>
        <p:nvSpPr>
          <p:cNvPr id="3" name="object 3" descr=""/>
          <p:cNvSpPr txBox="1"/>
          <p:nvPr/>
        </p:nvSpPr>
        <p:spPr>
          <a:xfrm>
            <a:off x="2479293" y="1303239"/>
            <a:ext cx="4131945" cy="87884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150" spc="65" b="1">
                <a:solidFill>
                  <a:srgbClr val="000440"/>
                </a:solidFill>
                <a:latin typeface="Trebuchet MS"/>
                <a:cs typeface="Trebuchet MS"/>
              </a:rPr>
              <a:t>Language</a:t>
            </a:r>
            <a:r>
              <a:rPr dirty="0" sz="2150" spc="-15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90" b="1">
                <a:solidFill>
                  <a:srgbClr val="000440"/>
                </a:solidFill>
                <a:latin typeface="Trebuchet MS"/>
                <a:cs typeface="Trebuchet MS"/>
              </a:rPr>
              <a:t>&amp;</a:t>
            </a:r>
            <a:r>
              <a:rPr dirty="0" sz="2150" spc="-14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40" b="1">
                <a:solidFill>
                  <a:srgbClr val="000440"/>
                </a:solidFill>
                <a:latin typeface="Trebuchet MS"/>
                <a:cs typeface="Trebuchet MS"/>
              </a:rPr>
              <a:t>Framework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150" spc="70">
                <a:solidFill>
                  <a:srgbClr val="000440"/>
                </a:solidFill>
                <a:latin typeface="Trebuchet MS"/>
                <a:cs typeface="Trebuchet MS"/>
              </a:rPr>
              <a:t>Įanguage:</a:t>
            </a:r>
            <a:r>
              <a:rPr dirty="0" sz="21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45">
                <a:solidFill>
                  <a:srgbClr val="000440"/>
                </a:solidFill>
                <a:latin typeface="Trebuchet MS"/>
                <a:cs typeface="Trebuchet MS"/>
              </a:rPr>
              <a:t>Java</a:t>
            </a:r>
            <a:r>
              <a:rPr dirty="0" sz="21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290">
                <a:solidFill>
                  <a:srgbClr val="000440"/>
                </a:solidFill>
                <a:latin typeface="Trebuchet MS"/>
                <a:cs typeface="Trebuchet MS"/>
              </a:rPr>
              <a:t>17+</a:t>
            </a:r>
            <a:endParaRPr sz="2150">
              <a:latin typeface="Trebuchet MS"/>
              <a:cs typeface="Trebuchet MS"/>
            </a:endParaRPr>
          </a:p>
          <a:p>
            <a:pPr marL="12700" marR="447675">
              <a:lnSpc>
                <a:spcPct val="116300"/>
              </a:lnSpc>
            </a:pP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GUI</a:t>
            </a:r>
            <a:r>
              <a:rPr dirty="0" sz="2150" spc="-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Framework:</a:t>
            </a:r>
            <a:r>
              <a:rPr dirty="0" sz="2150" spc="-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JavaFX</a:t>
            </a:r>
            <a:r>
              <a:rPr dirty="0" sz="2150" spc="-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140">
                <a:solidFill>
                  <a:srgbClr val="000440"/>
                </a:solidFill>
                <a:latin typeface="Trebuchet MS"/>
                <a:cs typeface="Trebuchet MS"/>
              </a:rPr>
              <a:t>25.0.1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Build</a:t>
            </a:r>
            <a:r>
              <a:rPr dirty="0" sz="21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ľool:</a:t>
            </a:r>
            <a:r>
              <a:rPr dirty="0" sz="21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000440"/>
                </a:solidFill>
                <a:latin typeface="Trebuchet MS"/>
                <a:cs typeface="Trebuchet MS"/>
              </a:rPr>
              <a:t>Gradle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Architecture</a:t>
            </a:r>
            <a:r>
              <a:rPr dirty="0" sz="2150" spc="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000440"/>
                </a:solidFill>
                <a:latin typeface="Trebuchet MS"/>
                <a:cs typeface="Trebuchet MS"/>
              </a:rPr>
              <a:t>Components </a:t>
            </a:r>
            <a:r>
              <a:rPr dirty="0" sz="2150" spc="60">
                <a:solidFill>
                  <a:srgbClr val="000440"/>
                </a:solidFill>
                <a:latin typeface="Trebuchet MS"/>
                <a:cs typeface="Trebuchet MS"/>
              </a:rPr>
              <a:t>Component</a:t>
            </a:r>
            <a:endParaRPr sz="2150">
              <a:latin typeface="Trebuchet MS"/>
              <a:cs typeface="Trebuchet MS"/>
            </a:endParaRPr>
          </a:p>
          <a:p>
            <a:pPr marL="12700" marR="2484755">
              <a:lnSpc>
                <a:spcPct val="116300"/>
              </a:lnSpc>
            </a:pPr>
            <a:r>
              <a:rPr dirty="0" sz="2150" spc="-10">
                <a:solidFill>
                  <a:srgbClr val="000440"/>
                </a:solidFill>
                <a:latin typeface="Trebuchet MS"/>
                <a:cs typeface="Trebuchet MS"/>
              </a:rPr>
              <a:t>Presentation </a:t>
            </a:r>
            <a:r>
              <a:rPr dirty="0" sz="2150" spc="95">
                <a:solidFill>
                  <a:srgbClr val="000440"/>
                </a:solidFill>
                <a:latin typeface="Trebuchet MS"/>
                <a:cs typeface="Trebuchet MS"/>
              </a:rPr>
              <a:t>ľechnology </a:t>
            </a:r>
            <a:r>
              <a:rPr dirty="0" sz="2150" spc="85">
                <a:solidFill>
                  <a:srgbClr val="000440"/>
                </a:solidFill>
                <a:latin typeface="Trebuchet MS"/>
                <a:cs typeface="Trebuchet MS"/>
              </a:rPr>
              <a:t>Purpose</a:t>
            </a:r>
            <a:endParaRPr sz="2150">
              <a:latin typeface="Trebuchet MS"/>
              <a:cs typeface="Trebuchet MS"/>
            </a:endParaRPr>
          </a:p>
          <a:p>
            <a:pPr marL="12700" marR="5080">
              <a:lnSpc>
                <a:spcPct val="116300"/>
              </a:lnSpc>
            </a:pP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JavaFX</a:t>
            </a:r>
            <a:r>
              <a:rPr dirty="0" sz="21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265">
                <a:solidFill>
                  <a:srgbClr val="000440"/>
                </a:solidFill>
                <a:latin typeface="Trebuchet MS"/>
                <a:cs typeface="Trebuchet MS"/>
              </a:rPr>
              <a:t>FXMĮ</a:t>
            </a:r>
            <a:r>
              <a:rPr dirty="0" sz="21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90">
                <a:solidFill>
                  <a:srgbClr val="000440"/>
                </a:solidFill>
                <a:latin typeface="Trebuchet MS"/>
                <a:cs typeface="Trebuchet MS"/>
              </a:rPr>
              <a:t>&amp;</a:t>
            </a:r>
            <a:r>
              <a:rPr dirty="0" sz="21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000440"/>
                </a:solidFill>
                <a:latin typeface="Trebuchet MS"/>
                <a:cs typeface="Trebuchet MS"/>
              </a:rPr>
              <a:t>Programmatic</a:t>
            </a:r>
            <a:r>
              <a:rPr dirty="0" sz="21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000440"/>
                </a:solidFill>
                <a:latin typeface="Trebuchet MS"/>
                <a:cs typeface="Trebuchet MS"/>
              </a:rPr>
              <a:t>Ul </a:t>
            </a:r>
            <a:r>
              <a:rPr dirty="0" sz="2150" spc="105">
                <a:solidFill>
                  <a:srgbClr val="000440"/>
                </a:solidFill>
                <a:latin typeface="Trebuchet MS"/>
                <a:cs typeface="Trebuchet MS"/>
              </a:rPr>
              <a:t>Cross-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platform</a:t>
            </a:r>
            <a:r>
              <a:rPr dirty="0" sz="2150" spc="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000440"/>
                </a:solidFill>
                <a:latin typeface="Trebuchet MS"/>
                <a:cs typeface="Trebuchet MS"/>
              </a:rPr>
              <a:t>GUI</a:t>
            </a:r>
            <a:endParaRPr sz="2150">
              <a:latin typeface="Trebuchet MS"/>
              <a:cs typeface="Trebuchet MS"/>
            </a:endParaRPr>
          </a:p>
          <a:p>
            <a:pPr marL="12700" marR="2221230">
              <a:lnSpc>
                <a:spcPct val="116300"/>
              </a:lnSpc>
            </a:pPr>
            <a:r>
              <a:rPr dirty="0" sz="2150" spc="125">
                <a:solidFill>
                  <a:srgbClr val="000440"/>
                </a:solidFill>
                <a:latin typeface="Trebuchet MS"/>
                <a:cs typeface="Trebuchet MS"/>
              </a:rPr>
              <a:t>Business</a:t>
            </a:r>
            <a:r>
              <a:rPr dirty="0" sz="21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135">
                <a:solidFill>
                  <a:srgbClr val="000440"/>
                </a:solidFill>
                <a:latin typeface="Trebuchet MS"/>
                <a:cs typeface="Trebuchet MS"/>
              </a:rPr>
              <a:t>Įogic </a:t>
            </a:r>
            <a:r>
              <a:rPr dirty="0" sz="2150" spc="-45">
                <a:solidFill>
                  <a:srgbClr val="000440"/>
                </a:solidFill>
                <a:latin typeface="Trebuchet MS"/>
                <a:cs typeface="Trebuchet MS"/>
              </a:rPr>
              <a:t>Java</a:t>
            </a:r>
            <a:r>
              <a:rPr dirty="0" sz="21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85">
                <a:solidFill>
                  <a:srgbClr val="000440"/>
                </a:solidFill>
                <a:latin typeface="Trebuchet MS"/>
                <a:cs typeface="Trebuchet MS"/>
              </a:rPr>
              <a:t>Services</a:t>
            </a:r>
            <a:endParaRPr sz="2150">
              <a:latin typeface="Trebuchet MS"/>
              <a:cs typeface="Trebuchet MS"/>
            </a:endParaRPr>
          </a:p>
          <a:p>
            <a:pPr marL="12700" marR="365760">
              <a:lnSpc>
                <a:spcPct val="116300"/>
              </a:lnSpc>
            </a:pPr>
            <a:r>
              <a:rPr dirty="0" sz="2150" spc="60">
                <a:solidFill>
                  <a:srgbClr val="000440"/>
                </a:solidFill>
                <a:latin typeface="Trebuchet MS"/>
                <a:cs typeface="Trebuchet MS"/>
              </a:rPr>
              <a:t>Core</a:t>
            </a:r>
            <a:r>
              <a:rPr dirty="0" sz="2150" spc="-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application</a:t>
            </a:r>
            <a:r>
              <a:rPr dirty="0" sz="21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000440"/>
                </a:solidFill>
                <a:latin typeface="Trebuchet MS"/>
                <a:cs typeface="Trebuchet MS"/>
              </a:rPr>
              <a:t>functionality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2150" spc="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130">
                <a:solidFill>
                  <a:srgbClr val="000440"/>
                </a:solidFill>
                <a:latin typeface="Trebuchet MS"/>
                <a:cs typeface="Trebuchet MS"/>
              </a:rPr>
              <a:t>Access</a:t>
            </a:r>
            <a:endParaRPr sz="2150">
              <a:latin typeface="Trebuchet MS"/>
              <a:cs typeface="Trebuchet MS"/>
            </a:endParaRPr>
          </a:p>
          <a:p>
            <a:pPr marL="12700" marR="981075">
              <a:lnSpc>
                <a:spcPct val="116300"/>
              </a:lnSpc>
            </a:pPr>
            <a:r>
              <a:rPr dirty="0" sz="2150" spc="-45">
                <a:solidFill>
                  <a:srgbClr val="000440"/>
                </a:solidFill>
                <a:latin typeface="Trebuchet MS"/>
                <a:cs typeface="Trebuchet MS"/>
              </a:rPr>
              <a:t>Java</a:t>
            </a:r>
            <a:r>
              <a:rPr dirty="0" sz="215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000440"/>
                </a:solidFill>
                <a:latin typeface="Trebuchet MS"/>
                <a:cs typeface="Trebuchet MS"/>
              </a:rPr>
              <a:t>Serialization,</a:t>
            </a:r>
            <a:r>
              <a:rPr dirty="0" sz="215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000440"/>
                </a:solidFill>
                <a:latin typeface="Trebuchet MS"/>
                <a:cs typeface="Trebuchet MS"/>
              </a:rPr>
              <a:t>File</a:t>
            </a:r>
            <a:r>
              <a:rPr dirty="0" sz="215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80">
                <a:solidFill>
                  <a:srgbClr val="000440"/>
                </a:solidFill>
                <a:latin typeface="Trebuchet MS"/>
                <a:cs typeface="Trebuchet MS"/>
              </a:rPr>
              <a:t>I/O </a:t>
            </a:r>
            <a:r>
              <a:rPr dirty="0" sz="2150" spc="45">
                <a:solidFill>
                  <a:srgbClr val="000440"/>
                </a:solidFill>
                <a:latin typeface="Trebuchet MS"/>
                <a:cs typeface="Trebuchet MS"/>
              </a:rPr>
              <a:t>Persistent</a:t>
            </a:r>
            <a:r>
              <a:rPr dirty="0" sz="21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215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000440"/>
                </a:solidFill>
                <a:latin typeface="Trebuchet MS"/>
                <a:cs typeface="Trebuchet MS"/>
              </a:rPr>
              <a:t>storage </a:t>
            </a:r>
            <a:r>
              <a:rPr dirty="0" sz="2150" spc="85">
                <a:solidFill>
                  <a:srgbClr val="000440"/>
                </a:solidFill>
                <a:latin typeface="Trebuchet MS"/>
                <a:cs typeface="Trebuchet MS"/>
              </a:rPr>
              <a:t>ľhreading</a:t>
            </a:r>
            <a:endParaRPr sz="2150">
              <a:latin typeface="Trebuchet MS"/>
              <a:cs typeface="Trebuchet MS"/>
            </a:endParaRPr>
          </a:p>
          <a:p>
            <a:pPr marL="12700" marR="1821180">
              <a:lnSpc>
                <a:spcPct val="116300"/>
              </a:lnSpc>
            </a:pPr>
            <a:r>
              <a:rPr dirty="0" sz="2150" spc="-45">
                <a:solidFill>
                  <a:srgbClr val="000440"/>
                </a:solidFill>
                <a:latin typeface="Trebuchet MS"/>
                <a:cs typeface="Trebuchet MS"/>
              </a:rPr>
              <a:t>Java</a:t>
            </a:r>
            <a:r>
              <a:rPr dirty="0" sz="21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120">
                <a:solidFill>
                  <a:srgbClr val="000440"/>
                </a:solidFill>
                <a:latin typeface="Trebuchet MS"/>
                <a:cs typeface="Trebuchet MS"/>
              </a:rPr>
              <a:t>ľhread</a:t>
            </a:r>
            <a:r>
              <a:rPr dirty="0" sz="21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40">
                <a:solidFill>
                  <a:srgbClr val="000440"/>
                </a:solidFill>
                <a:latin typeface="Trebuchet MS"/>
                <a:cs typeface="Trebuchet MS"/>
              </a:rPr>
              <a:t>API </a:t>
            </a:r>
            <a:r>
              <a:rPr dirty="0" sz="2150" spc="90">
                <a:solidFill>
                  <a:srgbClr val="000440"/>
                </a:solidFill>
                <a:latin typeface="Trebuchet MS"/>
                <a:cs typeface="Trebuchet MS"/>
              </a:rPr>
              <a:t>Background</a:t>
            </a:r>
            <a:r>
              <a:rPr dirty="0" sz="215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90">
                <a:solidFill>
                  <a:srgbClr val="000440"/>
                </a:solidFill>
                <a:latin typeface="Trebuchet MS"/>
                <a:cs typeface="Trebuchet MS"/>
              </a:rPr>
              <a:t>tasks </a:t>
            </a:r>
            <a:r>
              <a:rPr dirty="0" sz="2150" spc="65">
                <a:solidFill>
                  <a:srgbClr val="000440"/>
                </a:solidFill>
                <a:latin typeface="Trebuchet MS"/>
                <a:cs typeface="Trebuchet MS"/>
              </a:rPr>
              <a:t>Storage</a:t>
            </a:r>
            <a:endParaRPr sz="2150">
              <a:latin typeface="Trebuchet MS"/>
              <a:cs typeface="Trebuchet MS"/>
            </a:endParaRPr>
          </a:p>
          <a:p>
            <a:pPr marL="12700" marR="1198245">
              <a:lnSpc>
                <a:spcPct val="116300"/>
              </a:lnSpc>
            </a:pPr>
            <a:r>
              <a:rPr dirty="0" sz="2150" spc="65">
                <a:solidFill>
                  <a:srgbClr val="000440"/>
                </a:solidFill>
                <a:latin typeface="Trebuchet MS"/>
                <a:cs typeface="Trebuchet MS"/>
              </a:rPr>
              <a:t>Binary</a:t>
            </a:r>
            <a:r>
              <a:rPr dirty="0" sz="215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80">
                <a:solidFill>
                  <a:srgbClr val="000440"/>
                </a:solidFill>
                <a:latin typeface="Trebuchet MS"/>
                <a:cs typeface="Trebuchet MS"/>
              </a:rPr>
              <a:t>(dat)</a:t>
            </a:r>
            <a:r>
              <a:rPr dirty="0" sz="215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90">
                <a:solidFill>
                  <a:srgbClr val="000440"/>
                </a:solidFill>
                <a:latin typeface="Trebuchet MS"/>
                <a:cs typeface="Trebuchet MS"/>
              </a:rPr>
              <a:t>&amp;</a:t>
            </a:r>
            <a:r>
              <a:rPr dirty="0" sz="215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85">
                <a:solidFill>
                  <a:srgbClr val="000440"/>
                </a:solidFill>
                <a:latin typeface="Trebuchet MS"/>
                <a:cs typeface="Trebuchet MS"/>
              </a:rPr>
              <a:t>ľext</a:t>
            </a:r>
            <a:r>
              <a:rPr dirty="0" sz="215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20">
                <a:solidFill>
                  <a:srgbClr val="000440"/>
                </a:solidFill>
                <a:latin typeface="Trebuchet MS"/>
                <a:cs typeface="Trebuchet MS"/>
              </a:rPr>
              <a:t>files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2150" spc="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45">
                <a:solidFill>
                  <a:srgbClr val="000440"/>
                </a:solidFill>
                <a:latin typeface="Trebuchet MS"/>
                <a:cs typeface="Trebuchet MS"/>
              </a:rPr>
              <a:t>persistence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631790" y="3157749"/>
            <a:ext cx="5471795" cy="233362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150" spc="80" b="1">
                <a:solidFill>
                  <a:srgbClr val="000440"/>
                </a:solidFill>
                <a:latin typeface="Trebuchet MS"/>
                <a:cs typeface="Trebuchet MS"/>
              </a:rPr>
              <a:t>Key</a:t>
            </a:r>
            <a:r>
              <a:rPr dirty="0" sz="2150" spc="-14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10" b="1">
                <a:solidFill>
                  <a:srgbClr val="000440"/>
                </a:solidFill>
                <a:latin typeface="Trebuchet MS"/>
                <a:cs typeface="Trebuchet MS"/>
              </a:rPr>
              <a:t>Libraries</a:t>
            </a:r>
            <a:endParaRPr sz="2150">
              <a:latin typeface="Trebuchet MS"/>
              <a:cs typeface="Trebuchet MS"/>
            </a:endParaRPr>
          </a:p>
          <a:p>
            <a:pPr marL="12700" marR="5080">
              <a:lnSpc>
                <a:spcPct val="117400"/>
              </a:lnSpc>
            </a:pPr>
            <a:r>
              <a:rPr dirty="0" sz="2150" spc="-40">
                <a:solidFill>
                  <a:srgbClr val="000440"/>
                </a:solidFill>
                <a:latin typeface="Trebuchet MS"/>
                <a:cs typeface="Trebuchet MS"/>
              </a:rPr>
              <a:t>javafx.scene.*-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Ul</a:t>
            </a:r>
            <a:r>
              <a:rPr dirty="0" sz="21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110">
                <a:solidFill>
                  <a:srgbClr val="000440"/>
                </a:solidFill>
                <a:latin typeface="Trebuchet MS"/>
                <a:cs typeface="Trebuchet MS"/>
              </a:rPr>
              <a:t>components</a:t>
            </a:r>
            <a:r>
              <a:rPr dirty="0" sz="21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1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70">
                <a:solidFill>
                  <a:srgbClr val="000440"/>
                </a:solidFill>
                <a:latin typeface="Trebuchet MS"/>
                <a:cs typeface="Trebuchet MS"/>
              </a:rPr>
              <a:t>layouts </a:t>
            </a:r>
            <a:r>
              <a:rPr dirty="0" sz="2150" spc="-10">
                <a:solidFill>
                  <a:srgbClr val="000440"/>
                </a:solidFill>
                <a:latin typeface="Trebuchet MS"/>
                <a:cs typeface="Trebuchet MS"/>
              </a:rPr>
              <a:t>javafx.scene.chart.</a:t>
            </a:r>
            <a:r>
              <a:rPr dirty="0" sz="21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70">
                <a:solidFill>
                  <a:srgbClr val="000440"/>
                </a:solidFill>
                <a:latin typeface="Trebuchet MS"/>
                <a:cs typeface="Trebuchet MS"/>
              </a:rPr>
              <a:t>Analytics</a:t>
            </a:r>
            <a:r>
              <a:rPr dirty="0" sz="21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40">
                <a:solidFill>
                  <a:srgbClr val="000440"/>
                </a:solidFill>
                <a:latin typeface="Trebuchet MS"/>
                <a:cs typeface="Trebuchet MS"/>
              </a:rPr>
              <a:t>visualizations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javafx</a:t>
            </a:r>
            <a:r>
              <a:rPr dirty="0" sz="21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45">
                <a:solidFill>
                  <a:srgbClr val="000440"/>
                </a:solidFill>
                <a:latin typeface="Trebuchet MS"/>
                <a:cs typeface="Trebuchet MS"/>
              </a:rPr>
              <a:t>animation</a:t>
            </a:r>
            <a:r>
              <a:rPr dirty="0" sz="21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Ul</a:t>
            </a:r>
            <a:r>
              <a:rPr dirty="0" sz="21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65">
                <a:solidFill>
                  <a:srgbClr val="000440"/>
                </a:solidFill>
                <a:latin typeface="Trebuchet MS"/>
                <a:cs typeface="Trebuchet MS"/>
              </a:rPr>
              <a:t>animations</a:t>
            </a:r>
            <a:r>
              <a:rPr dirty="0" sz="21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1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40">
                <a:solidFill>
                  <a:srgbClr val="000440"/>
                </a:solidFill>
                <a:latin typeface="Trebuchet MS"/>
                <a:cs typeface="Trebuchet MS"/>
              </a:rPr>
              <a:t>timers </a:t>
            </a:r>
            <a:r>
              <a:rPr dirty="0" sz="2150" spc="-70">
                <a:solidFill>
                  <a:srgbClr val="000440"/>
                </a:solidFill>
                <a:latin typeface="Trebuchet MS"/>
                <a:cs typeface="Trebuchet MS"/>
              </a:rPr>
              <a:t>java.io.File</a:t>
            </a:r>
            <a:r>
              <a:rPr dirty="0" sz="21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125">
                <a:solidFill>
                  <a:srgbClr val="000440"/>
                </a:solidFill>
                <a:latin typeface="Trebuchet MS"/>
                <a:cs typeface="Trebuchet MS"/>
              </a:rPr>
              <a:t>I/O</a:t>
            </a:r>
            <a:r>
              <a:rPr dirty="0" sz="21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000440"/>
                </a:solidFill>
                <a:latin typeface="Trebuchet MS"/>
                <a:cs typeface="Trebuchet MS"/>
              </a:rPr>
              <a:t>operations.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150">
                <a:solidFill>
                  <a:srgbClr val="000440"/>
                </a:solidFill>
                <a:latin typeface="Trebuchet MS"/>
                <a:cs typeface="Trebuchet MS"/>
              </a:rPr>
              <a:t>java</a:t>
            </a:r>
            <a:r>
              <a:rPr dirty="0" sz="2150" spc="-1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80">
                <a:solidFill>
                  <a:srgbClr val="000440"/>
                </a:solidFill>
                <a:latin typeface="Trebuchet MS"/>
                <a:cs typeface="Trebuchet MS"/>
              </a:rPr>
              <a:t>time.</a:t>
            </a:r>
            <a:r>
              <a:rPr dirty="0" sz="215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000440"/>
                </a:solidFill>
                <a:latin typeface="Trebuchet MS"/>
                <a:cs typeface="Trebuchet MS"/>
              </a:rPr>
              <a:t>Date/time</a:t>
            </a:r>
            <a:r>
              <a:rPr dirty="0" sz="2150" spc="-1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000440"/>
                </a:solidFill>
                <a:latin typeface="Trebuchet MS"/>
                <a:cs typeface="Trebuchet MS"/>
              </a:rPr>
              <a:t>handling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410" y="382088"/>
            <a:ext cx="6650990" cy="6038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800" spc="-555"/>
              <a:t>7.</a:t>
            </a:r>
            <a:r>
              <a:rPr dirty="0" sz="3800" spc="-260"/>
              <a:t> </a:t>
            </a:r>
            <a:r>
              <a:rPr dirty="0" sz="3800" spc="70"/>
              <a:t>Implementation</a:t>
            </a:r>
            <a:r>
              <a:rPr dirty="0" sz="3800" spc="-254"/>
              <a:t> </a:t>
            </a:r>
            <a:r>
              <a:rPr dirty="0" sz="3800" spc="90"/>
              <a:t>Highlights</a:t>
            </a:r>
            <a:endParaRPr sz="3800"/>
          </a:p>
        </p:txBody>
      </p:sp>
      <p:sp>
        <p:nvSpPr>
          <p:cNvPr id="3" name="object 3" descr=""/>
          <p:cNvSpPr txBox="1"/>
          <p:nvPr/>
        </p:nvSpPr>
        <p:spPr>
          <a:xfrm>
            <a:off x="1122410" y="1325357"/>
            <a:ext cx="7763509" cy="824103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lvl="1" marL="299720" indent="-296545">
              <a:lnSpc>
                <a:spcPct val="100000"/>
              </a:lnSpc>
              <a:spcBef>
                <a:spcPts val="465"/>
              </a:spcBef>
              <a:buSzPct val="78378"/>
              <a:buAutoNum type="arabicPeriod"/>
              <a:tabLst>
                <a:tab pos="299720" algn="l"/>
              </a:tabLst>
            </a:pPr>
            <a:r>
              <a:rPr dirty="0" sz="1850" b="1">
                <a:solidFill>
                  <a:srgbClr val="000440"/>
                </a:solidFill>
                <a:latin typeface="Trebuchet MS"/>
                <a:cs typeface="Trebuchet MS"/>
              </a:rPr>
              <a:t>Multi-</a:t>
            </a:r>
            <a:r>
              <a:rPr dirty="0" sz="1850" spc="75" b="1">
                <a:solidFill>
                  <a:srgbClr val="000440"/>
                </a:solidFill>
                <a:latin typeface="Trebuchet MS"/>
                <a:cs typeface="Trebuchet MS"/>
              </a:rPr>
              <a:t>User</a:t>
            </a:r>
            <a:r>
              <a:rPr dirty="0" sz="1850" spc="12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75" b="1">
                <a:solidFill>
                  <a:srgbClr val="000440"/>
                </a:solidFill>
                <a:latin typeface="Trebuchet MS"/>
                <a:cs typeface="Trebuchet MS"/>
              </a:rPr>
              <a:t>Support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850" spc="-409">
                <a:solidFill>
                  <a:srgbClr val="000440"/>
                </a:solidFill>
                <a:latin typeface="Trebuchet MS"/>
                <a:cs typeface="Trebuchet MS"/>
              </a:rPr>
              <a:t>//</a:t>
            </a:r>
            <a:r>
              <a:rPr dirty="0" sz="1850" spc="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User-</a:t>
            </a:r>
            <a:r>
              <a:rPr dirty="0" sz="1850" spc="45">
                <a:solidFill>
                  <a:srgbClr val="000440"/>
                </a:solidFill>
                <a:latin typeface="Trebuchet MS"/>
                <a:cs typeface="Trebuchet MS"/>
              </a:rPr>
              <a:t>specific</a:t>
            </a:r>
            <a:r>
              <a:rPr dirty="0" sz="1850" spc="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1850" spc="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50">
                <a:solidFill>
                  <a:srgbClr val="000440"/>
                </a:solidFill>
                <a:latin typeface="Trebuchet MS"/>
                <a:cs typeface="Trebuchet MS"/>
              </a:rPr>
              <a:t>storage</a:t>
            </a:r>
            <a:endParaRPr sz="1850">
              <a:latin typeface="Trebuchet MS"/>
              <a:cs typeface="Trebuchet MS"/>
            </a:endParaRPr>
          </a:p>
          <a:p>
            <a:pPr marL="12700" marR="5080">
              <a:lnSpc>
                <a:spcPts val="2590"/>
              </a:lnSpc>
              <a:spcBef>
                <a:spcPts val="145"/>
              </a:spcBef>
            </a:pPr>
            <a:r>
              <a:rPr dirty="0" sz="1850" spc="60">
                <a:solidFill>
                  <a:srgbClr val="000440"/>
                </a:solidFill>
                <a:latin typeface="Trebuchet MS"/>
                <a:cs typeface="Trebuchet MS"/>
              </a:rPr>
              <a:t>String</a:t>
            </a:r>
            <a:r>
              <a:rPr dirty="0" sz="18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userDataFile</a:t>
            </a:r>
            <a:r>
              <a:rPr dirty="0" sz="18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=</a:t>
            </a:r>
            <a:r>
              <a:rPr dirty="0" sz="18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50">
                <a:solidFill>
                  <a:srgbClr val="000440"/>
                </a:solidFill>
                <a:latin typeface="Trebuchet MS"/>
                <a:cs typeface="Trebuchet MS"/>
              </a:rPr>
              <a:t>currentUser</a:t>
            </a:r>
            <a:r>
              <a:rPr dirty="0" sz="1850" spc="-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+</a:t>
            </a:r>
            <a:r>
              <a:rPr dirty="0" sz="18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"_mindbloom.dat"; </a:t>
            </a:r>
            <a:r>
              <a:rPr dirty="0" sz="1850" spc="10">
                <a:solidFill>
                  <a:srgbClr val="000440"/>
                </a:solidFill>
                <a:latin typeface="Trebuchet MS"/>
                <a:cs typeface="Trebuchet MS"/>
              </a:rPr>
              <a:t>StorageService.loadFromFile(userDataFile,</a:t>
            </a:r>
            <a:r>
              <a:rPr dirty="0" sz="1850" spc="3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10">
                <a:solidFill>
                  <a:srgbClr val="000440"/>
                </a:solidFill>
                <a:latin typeface="Trebuchet MS"/>
                <a:cs typeface="Trebuchet MS"/>
              </a:rPr>
              <a:t>moodService,</a:t>
            </a:r>
            <a:r>
              <a:rPr dirty="0" sz="1850" spc="3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habitService); </a:t>
            </a:r>
            <a:r>
              <a:rPr dirty="0" sz="1850" spc="75">
                <a:solidFill>
                  <a:srgbClr val="000440"/>
                </a:solidFill>
                <a:latin typeface="Trebuchet MS"/>
                <a:cs typeface="Trebuchet MS"/>
              </a:rPr>
              <a:t>Each</a:t>
            </a:r>
            <a:r>
              <a:rPr dirty="0" sz="18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90">
                <a:solidFill>
                  <a:srgbClr val="000440"/>
                </a:solidFill>
                <a:latin typeface="Trebuchet MS"/>
                <a:cs typeface="Trebuchet MS"/>
              </a:rPr>
              <a:t>user's</a:t>
            </a:r>
            <a:r>
              <a:rPr dirty="0" sz="185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185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000440"/>
                </a:solidFill>
                <a:latin typeface="Trebuchet MS"/>
                <a:cs typeface="Trebuchet MS"/>
              </a:rPr>
              <a:t>stored</a:t>
            </a:r>
            <a:r>
              <a:rPr dirty="0" sz="18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in</a:t>
            </a:r>
            <a:r>
              <a:rPr dirty="0" sz="185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45">
                <a:solidFill>
                  <a:srgbClr val="000440"/>
                </a:solidFill>
                <a:latin typeface="Trebuchet MS"/>
                <a:cs typeface="Trebuchet MS"/>
              </a:rPr>
              <a:t>separate</a:t>
            </a:r>
            <a:r>
              <a:rPr dirty="0" sz="185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files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Automatic</a:t>
            </a:r>
            <a:r>
              <a:rPr dirty="0" sz="185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185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45">
                <a:solidFill>
                  <a:srgbClr val="000440"/>
                </a:solidFill>
                <a:latin typeface="Trebuchet MS"/>
                <a:cs typeface="Trebuchet MS"/>
              </a:rPr>
              <a:t>loading</a:t>
            </a:r>
            <a:r>
              <a:rPr dirty="0" sz="185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95">
                <a:solidFill>
                  <a:srgbClr val="000440"/>
                </a:solidFill>
                <a:latin typeface="Trebuchet MS"/>
                <a:cs typeface="Trebuchet MS"/>
              </a:rPr>
              <a:t>on</a:t>
            </a:r>
            <a:r>
              <a:rPr dirty="0" sz="185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login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850" spc="105">
                <a:solidFill>
                  <a:srgbClr val="000440"/>
                </a:solidFill>
                <a:latin typeface="Trebuchet MS"/>
                <a:cs typeface="Trebuchet MS"/>
              </a:rPr>
              <a:t>Seamless</a:t>
            </a:r>
            <a:r>
              <a:rPr dirty="0" sz="185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logout/login</a:t>
            </a:r>
            <a:r>
              <a:rPr dirty="0" sz="1850" spc="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without</a:t>
            </a:r>
            <a:r>
              <a:rPr dirty="0" sz="185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1850" spc="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95">
                <a:solidFill>
                  <a:srgbClr val="000440"/>
                </a:solidFill>
                <a:latin typeface="Trebuchet MS"/>
                <a:cs typeface="Trebuchet MS"/>
              </a:rPr>
              <a:t>loss</a:t>
            </a:r>
            <a:endParaRPr sz="1850">
              <a:latin typeface="Trebuchet MS"/>
              <a:cs typeface="Trebuchet MS"/>
            </a:endParaRPr>
          </a:p>
          <a:p>
            <a:pPr lvl="1" marL="351790" indent="-346075">
              <a:lnSpc>
                <a:spcPct val="100000"/>
              </a:lnSpc>
              <a:spcBef>
                <a:spcPts val="365"/>
              </a:spcBef>
              <a:buFont typeface="Trebuchet MS"/>
              <a:buAutoNum type="arabicPeriod" startAt="2"/>
              <a:tabLst>
                <a:tab pos="351790" algn="l"/>
              </a:tabLst>
            </a:pPr>
            <a:r>
              <a:rPr dirty="0" sz="1850" spc="85" b="1">
                <a:solidFill>
                  <a:srgbClr val="000440"/>
                </a:solidFill>
                <a:latin typeface="Trebuchet MS"/>
                <a:cs typeface="Trebuchet MS"/>
              </a:rPr>
              <a:t>Background</a:t>
            </a:r>
            <a:r>
              <a:rPr dirty="0" sz="1850" spc="-4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b="1">
                <a:solidFill>
                  <a:srgbClr val="000440"/>
                </a:solidFill>
                <a:latin typeface="Trebuchet MS"/>
                <a:cs typeface="Trebuchet MS"/>
              </a:rPr>
              <a:t>Auto-</a:t>
            </a:r>
            <a:r>
              <a:rPr dirty="0" sz="1850" spc="90" b="1">
                <a:solidFill>
                  <a:srgbClr val="000440"/>
                </a:solidFill>
                <a:latin typeface="Trebuchet MS"/>
                <a:cs typeface="Trebuchet MS"/>
              </a:rPr>
              <a:t>Save</a:t>
            </a:r>
            <a:r>
              <a:rPr dirty="0" sz="1850" spc="-4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10" b="1">
                <a:solidFill>
                  <a:srgbClr val="000440"/>
                </a:solidFill>
                <a:latin typeface="Trebuchet MS"/>
                <a:cs typeface="Trebuchet MS"/>
              </a:rPr>
              <a:t>Thread</a:t>
            </a:r>
            <a:endParaRPr sz="1850">
              <a:latin typeface="Trebuchet MS"/>
              <a:cs typeface="Trebuchet MS"/>
            </a:endParaRPr>
          </a:p>
          <a:p>
            <a:pPr marL="12700" marR="2258060">
              <a:lnSpc>
                <a:spcPts val="2590"/>
              </a:lnSpc>
              <a:spcBef>
                <a:spcPts val="145"/>
              </a:spcBef>
            </a:pPr>
            <a:r>
              <a:rPr dirty="0" sz="1850" spc="-110">
                <a:solidFill>
                  <a:srgbClr val="000440"/>
                </a:solidFill>
                <a:latin typeface="Trebuchet MS"/>
                <a:cs typeface="Trebuchet MS"/>
              </a:rPr>
              <a:t>//30-</a:t>
            </a:r>
            <a:r>
              <a:rPr dirty="0" sz="1850" spc="105">
                <a:solidFill>
                  <a:srgbClr val="000440"/>
                </a:solidFill>
                <a:latin typeface="Trebuchet MS"/>
                <a:cs typeface="Trebuchet MS"/>
              </a:rPr>
              <a:t>second</a:t>
            </a:r>
            <a:r>
              <a:rPr dirty="0" sz="1850" spc="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automatic</a:t>
            </a:r>
            <a:r>
              <a:rPr dirty="0" sz="1850" spc="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85">
                <a:solidFill>
                  <a:srgbClr val="000440"/>
                </a:solidFill>
                <a:latin typeface="Trebuchet MS"/>
                <a:cs typeface="Trebuchet MS"/>
              </a:rPr>
              <a:t>save</a:t>
            </a:r>
            <a:r>
              <a:rPr dirty="0" sz="185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45">
                <a:solidFill>
                  <a:srgbClr val="000440"/>
                </a:solidFill>
                <a:latin typeface="Trebuchet MS"/>
                <a:cs typeface="Trebuchet MS"/>
              </a:rPr>
              <a:t>cycle </a:t>
            </a:r>
            <a:r>
              <a:rPr dirty="0" sz="1850" spc="80">
                <a:solidFill>
                  <a:srgbClr val="000440"/>
                </a:solidFill>
                <a:latin typeface="Trebuchet MS"/>
                <a:cs typeface="Trebuchet MS"/>
              </a:rPr>
              <a:t>AutoSaveľhread</a:t>
            </a:r>
            <a:r>
              <a:rPr dirty="0" sz="18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000440"/>
                </a:solidFill>
                <a:latin typeface="Trebuchet MS"/>
                <a:cs typeface="Trebuchet MS"/>
              </a:rPr>
              <a:t>autosave</a:t>
            </a:r>
            <a:r>
              <a:rPr dirty="0" sz="18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110">
                <a:solidFill>
                  <a:srgbClr val="000440"/>
                </a:solidFill>
                <a:latin typeface="Trebuchet MS"/>
                <a:cs typeface="Trebuchet MS"/>
              </a:rPr>
              <a:t>ľhread</a:t>
            </a:r>
            <a:r>
              <a:rPr dirty="0" sz="18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=</a:t>
            </a:r>
            <a:r>
              <a:rPr dirty="0" sz="18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000440"/>
                </a:solidFill>
                <a:latin typeface="Trebuchet MS"/>
                <a:cs typeface="Trebuchet MS"/>
              </a:rPr>
              <a:t>new</a:t>
            </a:r>
            <a:r>
              <a:rPr dirty="0" sz="18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000440"/>
                </a:solidFill>
                <a:latin typeface="Trebuchet MS"/>
                <a:cs typeface="Trebuchet MS"/>
              </a:rPr>
              <a:t>AutoSave </a:t>
            </a:r>
            <a:r>
              <a:rPr dirty="0" sz="1850" spc="50">
                <a:solidFill>
                  <a:srgbClr val="000440"/>
                </a:solidFill>
                <a:latin typeface="Trebuchet MS"/>
                <a:cs typeface="Trebuchet MS"/>
              </a:rPr>
              <a:t>ľhread(moodService,</a:t>
            </a:r>
            <a:r>
              <a:rPr dirty="0" sz="1850" spc="-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habitService);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850" spc="60">
                <a:solidFill>
                  <a:srgbClr val="000440"/>
                </a:solidFill>
                <a:latin typeface="Trebuchet MS"/>
                <a:cs typeface="Trebuchet MS"/>
              </a:rPr>
              <a:t>autosave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ľhread.start();</a:t>
            </a:r>
            <a:endParaRPr sz="1850">
              <a:latin typeface="Trebuchet MS"/>
              <a:cs typeface="Trebuchet MS"/>
            </a:endParaRPr>
          </a:p>
          <a:p>
            <a:pPr algn="just" marL="12700" marR="3470910">
              <a:lnSpc>
                <a:spcPts val="2590"/>
              </a:lnSpc>
              <a:spcBef>
                <a:spcPts val="145"/>
              </a:spcBef>
            </a:pPr>
            <a:r>
              <a:rPr dirty="0" sz="1850" spc="120">
                <a:solidFill>
                  <a:srgbClr val="000440"/>
                </a:solidFill>
                <a:latin typeface="Trebuchet MS"/>
                <a:cs typeface="Trebuchet MS"/>
              </a:rPr>
              <a:t>Runs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50">
                <a:solidFill>
                  <a:srgbClr val="000440"/>
                </a:solidFill>
                <a:latin typeface="Trebuchet MS"/>
                <a:cs typeface="Trebuchet MS"/>
              </a:rPr>
              <a:t>every</a:t>
            </a:r>
            <a:r>
              <a:rPr dirty="0" sz="18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165">
                <a:solidFill>
                  <a:srgbClr val="000440"/>
                </a:solidFill>
                <a:latin typeface="Trebuchet MS"/>
                <a:cs typeface="Trebuchet MS"/>
              </a:rPr>
              <a:t>30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120">
                <a:solidFill>
                  <a:srgbClr val="000440"/>
                </a:solidFill>
                <a:latin typeface="Trebuchet MS"/>
                <a:cs typeface="Trebuchet MS"/>
              </a:rPr>
              <a:t>seconds</a:t>
            </a:r>
            <a:r>
              <a:rPr dirty="0" sz="18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in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65">
                <a:solidFill>
                  <a:srgbClr val="000440"/>
                </a:solidFill>
                <a:latin typeface="Trebuchet MS"/>
                <a:cs typeface="Trebuchet MS"/>
              </a:rPr>
              <a:t>background </a:t>
            </a:r>
            <a:r>
              <a:rPr dirty="0" sz="1850" spc="95">
                <a:solidFill>
                  <a:srgbClr val="000440"/>
                </a:solidFill>
                <a:latin typeface="Trebuchet MS"/>
                <a:cs typeface="Trebuchet MS"/>
              </a:rPr>
              <a:t>Ensures</a:t>
            </a:r>
            <a:r>
              <a:rPr dirty="0" sz="18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18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never</a:t>
            </a:r>
            <a:r>
              <a:rPr dirty="0" sz="18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lost</a:t>
            </a:r>
            <a:r>
              <a:rPr dirty="0" sz="18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000440"/>
                </a:solidFill>
                <a:latin typeface="Trebuchet MS"/>
                <a:cs typeface="Trebuchet MS"/>
              </a:rPr>
              <a:t>due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 to</a:t>
            </a:r>
            <a:r>
              <a:rPr dirty="0" sz="18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90">
                <a:solidFill>
                  <a:srgbClr val="000440"/>
                </a:solidFill>
                <a:latin typeface="Trebuchet MS"/>
                <a:cs typeface="Trebuchet MS"/>
              </a:rPr>
              <a:t>crashes </a:t>
            </a:r>
            <a:r>
              <a:rPr dirty="0" sz="1850" spc="75">
                <a:solidFill>
                  <a:srgbClr val="000440"/>
                </a:solidFill>
                <a:latin typeface="Trebuchet MS"/>
                <a:cs typeface="Trebuchet MS"/>
              </a:rPr>
              <a:t>Non-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blocking,</a:t>
            </a:r>
            <a:r>
              <a:rPr dirty="0" sz="18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000440"/>
                </a:solidFill>
                <a:latin typeface="Trebuchet MS"/>
                <a:cs typeface="Trebuchet MS"/>
              </a:rPr>
              <a:t>doesn't</a:t>
            </a:r>
            <a:r>
              <a:rPr dirty="0" sz="18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freeze</a:t>
            </a:r>
            <a:r>
              <a:rPr dirty="0" sz="1850" spc="-25">
                <a:solidFill>
                  <a:srgbClr val="000440"/>
                </a:solidFill>
                <a:latin typeface="Trebuchet MS"/>
                <a:cs typeface="Trebuchet MS"/>
              </a:rPr>
              <a:t> UI</a:t>
            </a:r>
            <a:endParaRPr sz="1850">
              <a:latin typeface="Trebuchet MS"/>
              <a:cs typeface="Trebuchet MS"/>
            </a:endParaRPr>
          </a:p>
          <a:p>
            <a:pPr algn="just" lvl="1" marL="351790" indent="-346075">
              <a:lnSpc>
                <a:spcPct val="100000"/>
              </a:lnSpc>
              <a:spcBef>
                <a:spcPts val="215"/>
              </a:spcBef>
              <a:buFont typeface="Trebuchet MS"/>
              <a:buAutoNum type="arabicPeriod" startAt="3"/>
              <a:tabLst>
                <a:tab pos="351790" algn="l"/>
              </a:tabLst>
            </a:pPr>
            <a:r>
              <a:rPr dirty="0" sz="1850" spc="100" b="1">
                <a:solidFill>
                  <a:srgbClr val="000440"/>
                </a:solidFill>
                <a:latin typeface="Trebuchet MS"/>
                <a:cs typeface="Trebuchet MS"/>
              </a:rPr>
              <a:t>Smart</a:t>
            </a:r>
            <a:r>
              <a:rPr dirty="0" sz="1850" spc="-114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45" b="1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1850" spc="-114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105" b="1">
                <a:solidFill>
                  <a:srgbClr val="000440"/>
                </a:solidFill>
                <a:latin typeface="Trebuchet MS"/>
                <a:cs typeface="Trebuchet MS"/>
              </a:rPr>
              <a:t>System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850" spc="-409">
                <a:solidFill>
                  <a:srgbClr val="000440"/>
                </a:solidFill>
                <a:latin typeface="Trebuchet MS"/>
                <a:cs typeface="Trebuchet MS"/>
              </a:rPr>
              <a:t>//</a:t>
            </a:r>
            <a:r>
              <a:rPr dirty="0" sz="18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Intelligent</a:t>
            </a:r>
            <a:r>
              <a:rPr dirty="0" sz="18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reminder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notifications</a:t>
            </a:r>
            <a:endParaRPr sz="1850">
              <a:latin typeface="Trebuchet MS"/>
              <a:cs typeface="Trebuchet MS"/>
            </a:endParaRPr>
          </a:p>
          <a:p>
            <a:pPr marL="12700" marR="2158365">
              <a:lnSpc>
                <a:spcPts val="2590"/>
              </a:lnSpc>
              <a:spcBef>
                <a:spcPts val="145"/>
              </a:spcBef>
            </a:pPr>
            <a:r>
              <a:rPr dirty="0" sz="1850" spc="45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18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110">
                <a:solidFill>
                  <a:srgbClr val="000440"/>
                </a:solidFill>
                <a:latin typeface="Trebuchet MS"/>
                <a:cs typeface="Trebuchet MS"/>
              </a:rPr>
              <a:t>ľhread</a:t>
            </a:r>
            <a:r>
              <a:rPr dirty="0" sz="1850" spc="-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18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110">
                <a:solidFill>
                  <a:srgbClr val="000440"/>
                </a:solidFill>
                <a:latin typeface="Trebuchet MS"/>
                <a:cs typeface="Trebuchet MS"/>
              </a:rPr>
              <a:t>ľhread</a:t>
            </a:r>
            <a:r>
              <a:rPr dirty="0" sz="18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=</a:t>
            </a:r>
            <a:r>
              <a:rPr dirty="0" sz="1850" spc="-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000440"/>
                </a:solidFill>
                <a:latin typeface="Trebuchet MS"/>
                <a:cs typeface="Trebuchet MS"/>
              </a:rPr>
              <a:t>new</a:t>
            </a:r>
            <a:r>
              <a:rPr dirty="0" sz="18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35">
                <a:solidFill>
                  <a:srgbClr val="000440"/>
                </a:solidFill>
                <a:latin typeface="Trebuchet MS"/>
                <a:cs typeface="Trebuchet MS"/>
              </a:rPr>
              <a:t>Reminder </a:t>
            </a:r>
            <a:r>
              <a:rPr dirty="0" sz="1850" spc="20">
                <a:solidFill>
                  <a:srgbClr val="000440"/>
                </a:solidFill>
                <a:latin typeface="Trebuchet MS"/>
                <a:cs typeface="Trebuchet MS"/>
              </a:rPr>
              <a:t>ľhread(habitService,</a:t>
            </a:r>
            <a:r>
              <a:rPr dirty="0" sz="1850" spc="229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moodService);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1850" spc="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110">
                <a:solidFill>
                  <a:srgbClr val="000440"/>
                </a:solidFill>
                <a:latin typeface="Trebuchet MS"/>
                <a:cs typeface="Trebuchet MS"/>
              </a:rPr>
              <a:t>ľhread</a:t>
            </a:r>
            <a:r>
              <a:rPr dirty="0" sz="1850" spc="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start();</a:t>
            </a:r>
            <a:endParaRPr sz="1850">
              <a:latin typeface="Trebuchet MS"/>
              <a:cs typeface="Trebuchet MS"/>
            </a:endParaRPr>
          </a:p>
          <a:p>
            <a:pPr marL="12700" marR="2080895">
              <a:lnSpc>
                <a:spcPts val="2590"/>
              </a:lnSpc>
              <a:spcBef>
                <a:spcPts val="145"/>
              </a:spcBef>
            </a:pPr>
            <a:r>
              <a:rPr dirty="0" sz="1850" spc="-409">
                <a:solidFill>
                  <a:srgbClr val="000440"/>
                </a:solidFill>
                <a:latin typeface="Trebuchet MS"/>
                <a:cs typeface="Trebuchet MS"/>
              </a:rPr>
              <a:t>//</a:t>
            </a:r>
            <a:r>
              <a:rPr dirty="0" sz="185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65">
                <a:solidFill>
                  <a:srgbClr val="000440"/>
                </a:solidFill>
                <a:latin typeface="Trebuchet MS"/>
                <a:cs typeface="Trebuchet MS"/>
              </a:rPr>
              <a:t>Reminders</a:t>
            </a:r>
            <a:r>
              <a:rPr dirty="0" sz="18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000440"/>
                </a:solidFill>
                <a:latin typeface="Trebuchet MS"/>
                <a:cs typeface="Trebuchet MS"/>
              </a:rPr>
              <a:t>posted</a:t>
            </a:r>
            <a:r>
              <a:rPr dirty="0" sz="18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to</a:t>
            </a:r>
            <a:r>
              <a:rPr dirty="0" sz="18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GUI</a:t>
            </a:r>
            <a:r>
              <a:rPr dirty="0" sz="18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20">
                <a:solidFill>
                  <a:srgbClr val="000440"/>
                </a:solidFill>
                <a:latin typeface="Trebuchet MS"/>
                <a:cs typeface="Trebuchet MS"/>
              </a:rPr>
              <a:t>via: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MindBloomApp.addReminderNotification(message);</a:t>
            </a:r>
            <a:r>
              <a:rPr dirty="0" sz="1850" spc="500">
                <a:solidFill>
                  <a:srgbClr val="000440"/>
                </a:solidFill>
                <a:latin typeface="Trebuchet MS"/>
                <a:cs typeface="Trebuchet MS"/>
              </a:rPr>
              <a:t>  </a:t>
            </a:r>
            <a:r>
              <a:rPr dirty="0" sz="1850" spc="100">
                <a:solidFill>
                  <a:srgbClr val="000440"/>
                </a:solidFill>
                <a:latin typeface="Trebuchet MS"/>
                <a:cs typeface="Trebuchet MS"/>
              </a:rPr>
              <a:t>Checks</a:t>
            </a:r>
            <a:r>
              <a:rPr dirty="0" sz="18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50">
                <a:solidFill>
                  <a:srgbClr val="000440"/>
                </a:solidFill>
                <a:latin typeface="Trebuchet MS"/>
                <a:cs typeface="Trebuchet MS"/>
              </a:rPr>
              <a:t>habits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50">
                <a:solidFill>
                  <a:srgbClr val="000440"/>
                </a:solidFill>
                <a:latin typeface="Trebuchet MS"/>
                <a:cs typeface="Trebuchet MS"/>
              </a:rPr>
              <a:t>every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420">
                <a:solidFill>
                  <a:srgbClr val="000440"/>
                </a:solidFill>
                <a:latin typeface="Trebuchet MS"/>
                <a:cs typeface="Trebuchet MS"/>
              </a:rPr>
              <a:t>1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minute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850" spc="140">
                <a:solidFill>
                  <a:srgbClr val="000440"/>
                </a:solidFill>
                <a:latin typeface="Trebuchet MS"/>
                <a:cs typeface="Trebuchet MS"/>
              </a:rPr>
              <a:t>Sends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000440"/>
                </a:solidFill>
                <a:latin typeface="Trebuchet MS"/>
                <a:cs typeface="Trebuchet MS"/>
              </a:rPr>
              <a:t>desktop</a:t>
            </a:r>
            <a:r>
              <a:rPr dirty="0" sz="185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000440"/>
                </a:solidFill>
                <a:latin typeface="Trebuchet MS"/>
                <a:cs typeface="Trebuchet MS"/>
              </a:rPr>
              <a:t>notifications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850" spc="50">
                <a:solidFill>
                  <a:srgbClr val="000440"/>
                </a:solidFill>
                <a:latin typeface="Trebuchet MS"/>
                <a:cs typeface="Trebuchet MS"/>
              </a:rPr>
              <a:t>Detects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105">
                <a:solidFill>
                  <a:srgbClr val="000440"/>
                </a:solidFill>
                <a:latin typeface="Trebuchet MS"/>
                <a:cs typeface="Trebuchet MS"/>
              </a:rPr>
              <a:t>stress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45">
                <a:solidFill>
                  <a:srgbClr val="000440"/>
                </a:solidFill>
                <a:latin typeface="Trebuchet MS"/>
                <a:cs typeface="Trebuchet MS"/>
              </a:rPr>
              <a:t>patterns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000440"/>
                </a:solidFill>
                <a:latin typeface="Trebuchet MS"/>
                <a:cs typeface="Trebuchet MS"/>
              </a:rPr>
              <a:t>in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105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18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850" spc="-2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433802" y="1615091"/>
            <a:ext cx="6998334" cy="414020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lvl="1" marL="363855" indent="-363220">
              <a:lnSpc>
                <a:spcPct val="100000"/>
              </a:lnSpc>
              <a:spcBef>
                <a:spcPts val="455"/>
              </a:spcBef>
              <a:buFont typeface="Trebuchet MS"/>
              <a:buAutoNum type="arabicPeriod" startAt="4"/>
              <a:tabLst>
                <a:tab pos="363855" algn="l"/>
              </a:tabLst>
            </a:pPr>
            <a:r>
              <a:rPr dirty="0" sz="1950" spc="70" b="1">
                <a:solidFill>
                  <a:srgbClr val="000440"/>
                </a:solidFill>
                <a:latin typeface="Trebuchet MS"/>
                <a:cs typeface="Trebuchet MS"/>
              </a:rPr>
              <a:t>Analytics</a:t>
            </a:r>
            <a:r>
              <a:rPr dirty="0" sz="1950" spc="-4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b="1">
                <a:solidFill>
                  <a:srgbClr val="000440"/>
                </a:solidFill>
                <a:latin typeface="Trebuchet MS"/>
                <a:cs typeface="Trebuchet MS"/>
              </a:rPr>
              <a:t>with</a:t>
            </a:r>
            <a:r>
              <a:rPr dirty="0" sz="1950" spc="-4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b="1">
                <a:solidFill>
                  <a:srgbClr val="000440"/>
                </a:solidFill>
                <a:latin typeface="Trebuchet MS"/>
                <a:cs typeface="Trebuchet MS"/>
              </a:rPr>
              <a:t>JavaFX</a:t>
            </a:r>
            <a:r>
              <a:rPr dirty="0" sz="1950" spc="-4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85" b="1">
                <a:solidFill>
                  <a:srgbClr val="000440"/>
                </a:solidFill>
                <a:latin typeface="Trebuchet MS"/>
                <a:cs typeface="Trebuchet MS"/>
              </a:rPr>
              <a:t>Charts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950" spc="-430">
                <a:solidFill>
                  <a:srgbClr val="000440"/>
                </a:solidFill>
                <a:latin typeface="Trebuchet MS"/>
                <a:cs typeface="Trebuchet MS"/>
              </a:rPr>
              <a:t>//</a:t>
            </a:r>
            <a:r>
              <a:rPr dirty="0" sz="19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000440"/>
                </a:solidFill>
                <a:latin typeface="Trebuchet MS"/>
                <a:cs typeface="Trebuchet MS"/>
              </a:rPr>
              <a:t>Real-time</a:t>
            </a:r>
            <a:r>
              <a:rPr dirty="0" sz="19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50">
                <a:solidFill>
                  <a:srgbClr val="000440"/>
                </a:solidFill>
                <a:latin typeface="Trebuchet MS"/>
                <a:cs typeface="Trebuchet MS"/>
              </a:rPr>
              <a:t>chart</a:t>
            </a:r>
            <a:r>
              <a:rPr dirty="0" sz="19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60">
                <a:solidFill>
                  <a:srgbClr val="000440"/>
                </a:solidFill>
                <a:latin typeface="Trebuchet MS"/>
                <a:cs typeface="Trebuchet MS"/>
              </a:rPr>
              <a:t>updates</a:t>
            </a:r>
            <a:endParaRPr sz="1950">
              <a:latin typeface="Trebuchet MS"/>
              <a:cs typeface="Trebuchet MS"/>
            </a:endParaRPr>
          </a:p>
          <a:p>
            <a:pPr marL="12700" marR="305435">
              <a:lnSpc>
                <a:spcPct val="115399"/>
              </a:lnSpc>
            </a:pPr>
            <a:r>
              <a:rPr dirty="0" sz="1950" spc="45">
                <a:solidFill>
                  <a:srgbClr val="000440"/>
                </a:solidFill>
                <a:latin typeface="Trebuchet MS"/>
                <a:cs typeface="Trebuchet MS"/>
              </a:rPr>
              <a:t>ĮineChart&lt;String,</a:t>
            </a:r>
            <a:r>
              <a:rPr dirty="0" sz="195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65">
                <a:solidFill>
                  <a:srgbClr val="000440"/>
                </a:solidFill>
                <a:latin typeface="Trebuchet MS"/>
                <a:cs typeface="Trebuchet MS"/>
              </a:rPr>
              <a:t>Number&gt;</a:t>
            </a:r>
            <a:r>
              <a:rPr dirty="0" sz="19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85">
                <a:solidFill>
                  <a:srgbClr val="000440"/>
                </a:solidFill>
                <a:latin typeface="Trebuchet MS"/>
                <a:cs typeface="Trebuchet MS"/>
              </a:rPr>
              <a:t>moodChart</a:t>
            </a:r>
            <a:r>
              <a:rPr dirty="0" sz="19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000440"/>
                </a:solidFill>
                <a:latin typeface="Trebuchet MS"/>
                <a:cs typeface="Trebuchet MS"/>
              </a:rPr>
              <a:t>=</a:t>
            </a:r>
            <a:r>
              <a:rPr dirty="0" sz="19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80">
                <a:solidFill>
                  <a:srgbClr val="000440"/>
                </a:solidFill>
                <a:latin typeface="Trebuchet MS"/>
                <a:cs typeface="Trebuchet MS"/>
              </a:rPr>
              <a:t>new</a:t>
            </a:r>
            <a:r>
              <a:rPr dirty="0" sz="19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45">
                <a:solidFill>
                  <a:srgbClr val="000440"/>
                </a:solidFill>
                <a:latin typeface="Trebuchet MS"/>
                <a:cs typeface="Trebuchet MS"/>
              </a:rPr>
              <a:t>ĮineChart&lt;&gt; </a:t>
            </a:r>
            <a:r>
              <a:rPr dirty="0" sz="1950" spc="-30">
                <a:solidFill>
                  <a:srgbClr val="000440"/>
                </a:solidFill>
                <a:latin typeface="Trebuchet MS"/>
                <a:cs typeface="Trebuchet MS"/>
              </a:rPr>
              <a:t>(xAxis,</a:t>
            </a:r>
            <a:r>
              <a:rPr dirty="0" sz="195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000440"/>
                </a:solidFill>
                <a:latin typeface="Trebuchet MS"/>
                <a:cs typeface="Trebuchet MS"/>
              </a:rPr>
              <a:t>yAxis);</a:t>
            </a:r>
            <a:endParaRPr sz="1950">
              <a:latin typeface="Trebuchet MS"/>
              <a:cs typeface="Trebuchet MS"/>
            </a:endParaRPr>
          </a:p>
          <a:p>
            <a:pPr marL="12700" marR="1738630">
              <a:lnSpc>
                <a:spcPct val="115399"/>
              </a:lnSpc>
            </a:pPr>
            <a:r>
              <a:rPr dirty="0" sz="1950" spc="-430">
                <a:solidFill>
                  <a:srgbClr val="000440"/>
                </a:solidFill>
                <a:latin typeface="Trebuchet MS"/>
                <a:cs typeface="Trebuchet MS"/>
              </a:rPr>
              <a:t>//</a:t>
            </a:r>
            <a:r>
              <a:rPr dirty="0" sz="19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85">
                <a:solidFill>
                  <a:srgbClr val="000440"/>
                </a:solidFill>
                <a:latin typeface="Trebuchet MS"/>
                <a:cs typeface="Trebuchet MS"/>
              </a:rPr>
              <a:t>Charts</a:t>
            </a:r>
            <a:r>
              <a:rPr dirty="0" sz="19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50">
                <a:solidFill>
                  <a:srgbClr val="000440"/>
                </a:solidFill>
                <a:latin typeface="Trebuchet MS"/>
                <a:cs typeface="Trebuchet MS"/>
              </a:rPr>
              <a:t>refresh</a:t>
            </a:r>
            <a:r>
              <a:rPr dirty="0" sz="195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85">
                <a:solidFill>
                  <a:srgbClr val="000440"/>
                </a:solidFill>
                <a:latin typeface="Trebuchet MS"/>
                <a:cs typeface="Trebuchet MS"/>
              </a:rPr>
              <a:t>when</a:t>
            </a:r>
            <a:r>
              <a:rPr dirty="0" sz="19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60">
                <a:solidFill>
                  <a:srgbClr val="000440"/>
                </a:solidFill>
                <a:latin typeface="Trebuchet MS"/>
                <a:cs typeface="Trebuchet MS"/>
              </a:rPr>
              <a:t>Analytics</a:t>
            </a:r>
            <a:r>
              <a:rPr dirty="0" sz="19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000440"/>
                </a:solidFill>
                <a:latin typeface="Trebuchet MS"/>
                <a:cs typeface="Trebuchet MS"/>
              </a:rPr>
              <a:t>tab</a:t>
            </a:r>
            <a:r>
              <a:rPr dirty="0" sz="19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35">
                <a:solidFill>
                  <a:srgbClr val="000440"/>
                </a:solidFill>
                <a:latin typeface="Trebuchet MS"/>
                <a:cs typeface="Trebuchet MS"/>
              </a:rPr>
              <a:t>selected </a:t>
            </a:r>
            <a:r>
              <a:rPr dirty="0" sz="1950" spc="55">
                <a:solidFill>
                  <a:srgbClr val="000440"/>
                </a:solidFill>
                <a:latin typeface="Trebuchet MS"/>
                <a:cs typeface="Trebuchet MS"/>
              </a:rPr>
              <a:t>analytics</a:t>
            </a:r>
            <a:r>
              <a:rPr dirty="0" sz="1950" spc="85">
                <a:solidFill>
                  <a:srgbClr val="000440"/>
                </a:solidFill>
                <a:latin typeface="Trebuchet MS"/>
                <a:cs typeface="Trebuchet MS"/>
              </a:rPr>
              <a:t>  </a:t>
            </a:r>
            <a:r>
              <a:rPr dirty="0" sz="1950" spc="-10">
                <a:solidFill>
                  <a:srgbClr val="000440"/>
                </a:solidFill>
                <a:latin typeface="Trebuchet MS"/>
                <a:cs typeface="Trebuchet MS"/>
              </a:rPr>
              <a:t>ľab.setOnSelectionChanged(evt-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950" spc="-10">
                <a:solidFill>
                  <a:srgbClr val="000440"/>
                </a:solidFill>
                <a:latin typeface="Trebuchet MS"/>
                <a:cs typeface="Trebuchet MS"/>
              </a:rPr>
              <a:t>&gt;refreshAnalyticsData.run());</a:t>
            </a:r>
            <a:endParaRPr sz="1950">
              <a:latin typeface="Trebuchet MS"/>
              <a:cs typeface="Trebuchet MS"/>
            </a:endParaRPr>
          </a:p>
          <a:p>
            <a:pPr lvl="1" marL="369570" indent="-363855">
              <a:lnSpc>
                <a:spcPct val="100000"/>
              </a:lnSpc>
              <a:spcBef>
                <a:spcPts val="360"/>
              </a:spcBef>
              <a:buFont typeface="Trebuchet MS"/>
              <a:buAutoNum type="arabicPeriod" startAt="5"/>
              <a:tabLst>
                <a:tab pos="369570" algn="l"/>
              </a:tabLst>
            </a:pPr>
            <a:r>
              <a:rPr dirty="0" sz="1950" b="1">
                <a:solidFill>
                  <a:srgbClr val="000440"/>
                </a:solidFill>
                <a:latin typeface="Trebuchet MS"/>
                <a:cs typeface="Trebuchet MS"/>
              </a:rPr>
              <a:t>Reliable</a:t>
            </a:r>
            <a:r>
              <a:rPr dirty="0" sz="1950" spc="-5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75" b="1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1950" spc="-4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-10" b="1">
                <a:solidFill>
                  <a:srgbClr val="000440"/>
                </a:solidFill>
                <a:latin typeface="Trebuchet MS"/>
                <a:cs typeface="Trebuchet MS"/>
              </a:rPr>
              <a:t>Serialization</a:t>
            </a:r>
            <a:endParaRPr sz="1950">
              <a:latin typeface="Trebuchet MS"/>
              <a:cs typeface="Trebuchet MS"/>
            </a:endParaRPr>
          </a:p>
          <a:p>
            <a:pPr marL="12700" marR="5080">
              <a:lnSpc>
                <a:spcPct val="115399"/>
              </a:lnSpc>
            </a:pPr>
            <a:r>
              <a:rPr dirty="0" sz="1950" spc="-430">
                <a:solidFill>
                  <a:srgbClr val="000440"/>
                </a:solidFill>
                <a:latin typeface="Trebuchet MS"/>
                <a:cs typeface="Trebuchet MS"/>
              </a:rPr>
              <a:t>//</a:t>
            </a:r>
            <a:r>
              <a:rPr dirty="0" sz="1950" spc="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90">
                <a:solidFill>
                  <a:srgbClr val="000440"/>
                </a:solidFill>
                <a:latin typeface="Trebuchet MS"/>
                <a:cs typeface="Trebuchet MS"/>
              </a:rPr>
              <a:t>Safe</a:t>
            </a:r>
            <a:r>
              <a:rPr dirty="0" sz="195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000440"/>
                </a:solidFill>
                <a:latin typeface="Trebuchet MS"/>
                <a:cs typeface="Trebuchet MS"/>
              </a:rPr>
              <a:t>serialization</a:t>
            </a:r>
            <a:r>
              <a:rPr dirty="0" sz="195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000440"/>
                </a:solidFill>
                <a:latin typeface="Trebuchet MS"/>
                <a:cs typeface="Trebuchet MS"/>
              </a:rPr>
              <a:t>with</a:t>
            </a:r>
            <a:r>
              <a:rPr dirty="0" sz="195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000440"/>
                </a:solidFill>
                <a:latin typeface="Trebuchet MS"/>
                <a:cs typeface="Trebuchet MS"/>
              </a:rPr>
              <a:t>error</a:t>
            </a:r>
            <a:r>
              <a:rPr dirty="0" sz="1950" spc="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40">
                <a:solidFill>
                  <a:srgbClr val="000440"/>
                </a:solidFill>
                <a:latin typeface="Trebuchet MS"/>
                <a:cs typeface="Trebuchet MS"/>
              </a:rPr>
              <a:t>handling </a:t>
            </a:r>
            <a:r>
              <a:rPr dirty="0" sz="1950">
                <a:solidFill>
                  <a:srgbClr val="000440"/>
                </a:solidFill>
                <a:latin typeface="Trebuchet MS"/>
                <a:cs typeface="Trebuchet MS"/>
              </a:rPr>
              <a:t>StorageService.saveľoFile("file.dat",</a:t>
            </a:r>
            <a:r>
              <a:rPr dirty="0" sz="1950" spc="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50">
                <a:solidFill>
                  <a:srgbClr val="000440"/>
                </a:solidFill>
                <a:latin typeface="Trebuchet MS"/>
                <a:cs typeface="Trebuchet MS"/>
              </a:rPr>
              <a:t>moodService.</a:t>
            </a:r>
            <a:r>
              <a:rPr dirty="0" sz="195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000440"/>
                </a:solidFill>
                <a:latin typeface="Trebuchet MS"/>
                <a:cs typeface="Trebuchet MS"/>
              </a:rPr>
              <a:t>getAll(), </a:t>
            </a:r>
            <a:r>
              <a:rPr dirty="0" sz="1950" spc="-25">
                <a:solidFill>
                  <a:srgbClr val="000440"/>
                </a:solidFill>
                <a:latin typeface="Trebuchet MS"/>
                <a:cs typeface="Trebuchet MS"/>
              </a:rPr>
              <a:t>habitService.getAll());</a:t>
            </a:r>
            <a:r>
              <a:rPr dirty="0" sz="1950" spc="3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000440"/>
                </a:solidFill>
                <a:latin typeface="Trebuchet MS"/>
                <a:cs typeface="Trebuchet MS"/>
              </a:rPr>
              <a:t>StorageService.loadFromFile</a:t>
            </a:r>
            <a:r>
              <a:rPr dirty="0" sz="1950" b="1">
                <a:solidFill>
                  <a:srgbClr val="000440"/>
                </a:solidFill>
                <a:latin typeface="Trebuchet MS"/>
                <a:cs typeface="Trebuchet MS"/>
              </a:rPr>
              <a:t>('file,</a:t>
            </a:r>
            <a:r>
              <a:rPr dirty="0" sz="1950" spc="25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-10" b="1">
                <a:solidFill>
                  <a:srgbClr val="000440"/>
                </a:solidFill>
                <a:latin typeface="Trebuchet MS"/>
                <a:cs typeface="Trebuchet MS"/>
              </a:rPr>
              <a:t>dat", </a:t>
            </a:r>
            <a:r>
              <a:rPr dirty="0" sz="1950" spc="45" b="1">
                <a:solidFill>
                  <a:srgbClr val="000440"/>
                </a:solidFill>
                <a:latin typeface="Trebuchet MS"/>
                <a:cs typeface="Trebuchet MS"/>
              </a:rPr>
              <a:t>moodService,</a:t>
            </a:r>
            <a:r>
              <a:rPr dirty="0" sz="1950" spc="-12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50" spc="-10" b="1">
                <a:solidFill>
                  <a:srgbClr val="000440"/>
                </a:solidFill>
                <a:latin typeface="Trebuchet MS"/>
                <a:cs typeface="Trebuchet MS"/>
              </a:rPr>
              <a:t>habitService);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2667" y="120647"/>
            <a:ext cx="2744470" cy="43180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50" spc="-105"/>
              <a:t>8.</a:t>
            </a:r>
            <a:r>
              <a:rPr dirty="0" sz="2650" spc="-185"/>
              <a:t> </a:t>
            </a:r>
            <a:r>
              <a:rPr dirty="0" sz="2650" spc="95"/>
              <a:t>User</a:t>
            </a:r>
            <a:r>
              <a:rPr dirty="0" sz="2650" spc="-185"/>
              <a:t> </a:t>
            </a:r>
            <a:r>
              <a:rPr dirty="0" sz="2650" spc="35"/>
              <a:t>Interface</a:t>
            </a:r>
            <a:endParaRPr sz="2650"/>
          </a:p>
        </p:txBody>
      </p:sp>
      <p:sp>
        <p:nvSpPr>
          <p:cNvPr id="3" name="object 3" descr=""/>
          <p:cNvSpPr txBox="1"/>
          <p:nvPr/>
        </p:nvSpPr>
        <p:spPr>
          <a:xfrm>
            <a:off x="1202667" y="843858"/>
            <a:ext cx="3311525" cy="9164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1" marL="12700" marR="343535" indent="-12700">
              <a:lnSpc>
                <a:spcPct val="117200"/>
              </a:lnSpc>
              <a:spcBef>
                <a:spcPts val="95"/>
              </a:spcBef>
              <a:buSzPct val="93939"/>
              <a:buAutoNum type="arabicPeriod"/>
              <a:tabLst>
                <a:tab pos="317500" algn="l"/>
              </a:tabLst>
            </a:pPr>
            <a:r>
              <a:rPr dirty="0" sz="1650" spc="95" b="1">
                <a:solidFill>
                  <a:srgbClr val="000440"/>
                </a:solidFill>
                <a:latin typeface="Trebuchet MS"/>
                <a:cs typeface="Trebuchet MS"/>
              </a:rPr>
              <a:t>	</a:t>
            </a:r>
            <a:r>
              <a:rPr dirty="0" sz="1650" spc="95" b="1">
                <a:solidFill>
                  <a:srgbClr val="000440"/>
                </a:solidFill>
                <a:latin typeface="Trebuchet MS"/>
                <a:cs typeface="Trebuchet MS"/>
              </a:rPr>
              <a:t>Main</a:t>
            </a:r>
            <a:r>
              <a:rPr dirty="0" sz="1650" spc="-10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65" b="1">
                <a:solidFill>
                  <a:srgbClr val="000440"/>
                </a:solidFill>
                <a:latin typeface="Trebuchet MS"/>
                <a:cs typeface="Trebuchet MS"/>
              </a:rPr>
              <a:t>Dashboard</a:t>
            </a:r>
            <a:r>
              <a:rPr dirty="0" sz="1650" spc="50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45">
                <a:solidFill>
                  <a:srgbClr val="000440"/>
                </a:solidFill>
                <a:latin typeface="Trebuchet MS"/>
                <a:cs typeface="Trebuchet MS"/>
              </a:rPr>
              <a:t>Statistics</a:t>
            </a:r>
            <a:r>
              <a:rPr dirty="0" sz="16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Panel</a:t>
            </a:r>
            <a:r>
              <a:rPr dirty="0" sz="16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6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16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80">
                <a:solidFill>
                  <a:srgbClr val="000440"/>
                </a:solidFill>
                <a:latin typeface="Trebuchet MS"/>
                <a:cs typeface="Trebuchet MS"/>
              </a:rPr>
              <a:t>ľotal</a:t>
            </a:r>
            <a:r>
              <a:rPr dirty="0" sz="16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moods, habits,</a:t>
            </a:r>
            <a:r>
              <a:rPr dirty="0" sz="165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70">
                <a:solidFill>
                  <a:srgbClr val="000440"/>
                </a:solidFill>
                <a:latin typeface="Trebuchet MS"/>
                <a:cs typeface="Trebuchet MS"/>
              </a:rPr>
              <a:t>streaks</a:t>
            </a:r>
            <a:r>
              <a:rPr dirty="0" sz="165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overview</a:t>
            </a:r>
            <a:r>
              <a:rPr dirty="0" sz="1650" spc="500">
                <a:solidFill>
                  <a:srgbClr val="000440"/>
                </a:solidFill>
                <a:latin typeface="Trebuchet MS"/>
                <a:cs typeface="Trebuchet MS"/>
              </a:rPr>
              <a:t> 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Quick</a:t>
            </a:r>
            <a:r>
              <a:rPr dirty="0" sz="16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60">
                <a:solidFill>
                  <a:srgbClr val="000440"/>
                </a:solidFill>
                <a:latin typeface="Trebuchet MS"/>
                <a:cs typeface="Trebuchet MS"/>
              </a:rPr>
              <a:t>Actions</a:t>
            </a:r>
            <a:r>
              <a:rPr dirty="0" sz="16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6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16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65">
                <a:solidFill>
                  <a:srgbClr val="000440"/>
                </a:solidFill>
                <a:latin typeface="Trebuchet MS"/>
                <a:cs typeface="Trebuchet MS"/>
              </a:rPr>
              <a:t>Fast</a:t>
            </a:r>
            <a:r>
              <a:rPr dirty="0" sz="16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105">
                <a:solidFill>
                  <a:srgbClr val="000440"/>
                </a:solidFill>
                <a:latin typeface="Trebuchet MS"/>
                <a:cs typeface="Trebuchet MS"/>
              </a:rPr>
              <a:t>access</a:t>
            </a:r>
            <a:r>
              <a:rPr dirty="0" sz="16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25">
                <a:solidFill>
                  <a:srgbClr val="000440"/>
                </a:solidFill>
                <a:latin typeface="Trebuchet MS"/>
                <a:cs typeface="Trebuchet MS"/>
              </a:rPr>
              <a:t>to </a:t>
            </a:r>
            <a:r>
              <a:rPr dirty="0" sz="1650" spc="85">
                <a:solidFill>
                  <a:srgbClr val="000440"/>
                </a:solidFill>
                <a:latin typeface="Trebuchet MS"/>
                <a:cs typeface="Trebuchet MS"/>
              </a:rPr>
              <a:t>common</a:t>
            </a:r>
            <a:r>
              <a:rPr dirty="0" sz="16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features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17200"/>
              </a:lnSpc>
              <a:spcBef>
                <a:spcPts val="5"/>
              </a:spcBef>
            </a:pPr>
            <a:r>
              <a:rPr dirty="0" sz="1650" spc="50">
                <a:solidFill>
                  <a:srgbClr val="000440"/>
                </a:solidFill>
                <a:latin typeface="Trebuchet MS"/>
                <a:cs typeface="Trebuchet MS"/>
              </a:rPr>
              <a:t>Welcome</a:t>
            </a:r>
            <a:r>
              <a:rPr dirty="0" sz="16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125">
                <a:solidFill>
                  <a:srgbClr val="000440"/>
                </a:solidFill>
                <a:latin typeface="Trebuchet MS"/>
                <a:cs typeface="Trebuchet MS"/>
              </a:rPr>
              <a:t>Message</a:t>
            </a:r>
            <a:r>
              <a:rPr dirty="0" sz="165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6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165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Personalized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greeting</a:t>
            </a:r>
            <a:r>
              <a:rPr dirty="0" sz="1650" spc="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105">
                <a:solidFill>
                  <a:srgbClr val="000440"/>
                </a:solidFill>
                <a:latin typeface="Trebuchet MS"/>
                <a:cs typeface="Trebuchet MS"/>
              </a:rPr>
              <a:t>by</a:t>
            </a:r>
            <a:r>
              <a:rPr dirty="0" sz="1650" spc="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50">
                <a:solidFill>
                  <a:srgbClr val="000440"/>
                </a:solidFill>
                <a:latin typeface="Trebuchet MS"/>
                <a:cs typeface="Trebuchet MS"/>
              </a:rPr>
              <a:t>user</a:t>
            </a:r>
            <a:endParaRPr sz="1650">
              <a:latin typeface="Trebuchet MS"/>
              <a:cs typeface="Trebuchet MS"/>
            </a:endParaRPr>
          </a:p>
          <a:p>
            <a:pPr marL="12700" marR="66040">
              <a:lnSpc>
                <a:spcPct val="117200"/>
              </a:lnSpc>
            </a:pPr>
            <a:r>
              <a:rPr dirty="0" sz="1650" spc="75">
                <a:solidFill>
                  <a:srgbClr val="000440"/>
                </a:solidFill>
                <a:latin typeface="Trebuchet MS"/>
                <a:cs typeface="Trebuchet MS"/>
              </a:rPr>
              <a:t>Status</a:t>
            </a:r>
            <a:r>
              <a:rPr dirty="0" sz="16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Indicator</a:t>
            </a:r>
            <a:r>
              <a:rPr dirty="0" sz="16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6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16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80">
                <a:solidFill>
                  <a:srgbClr val="000440"/>
                </a:solidFill>
                <a:latin typeface="Trebuchet MS"/>
                <a:cs typeface="Trebuchet MS"/>
              </a:rPr>
              <a:t>App</a:t>
            </a:r>
            <a:r>
              <a:rPr dirty="0" sz="16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70">
                <a:solidFill>
                  <a:srgbClr val="000440"/>
                </a:solidFill>
                <a:latin typeface="Trebuchet MS"/>
                <a:cs typeface="Trebuchet MS"/>
              </a:rPr>
              <a:t>status</a:t>
            </a:r>
            <a:r>
              <a:rPr dirty="0" sz="16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35">
                <a:solidFill>
                  <a:srgbClr val="000440"/>
                </a:solidFill>
                <a:latin typeface="Trebuchet MS"/>
                <a:cs typeface="Trebuchet MS"/>
              </a:rPr>
              <a:t>and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auto-</a:t>
            </a:r>
            <a:r>
              <a:rPr dirty="0" sz="1650" spc="80">
                <a:solidFill>
                  <a:srgbClr val="000440"/>
                </a:solidFill>
                <a:latin typeface="Trebuchet MS"/>
                <a:cs typeface="Trebuchet MS"/>
              </a:rPr>
              <a:t>save</a:t>
            </a:r>
            <a:r>
              <a:rPr dirty="0" sz="165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confirmation</a:t>
            </a:r>
            <a:endParaRPr sz="1650">
              <a:latin typeface="Trebuchet MS"/>
              <a:cs typeface="Trebuchet MS"/>
            </a:endParaRPr>
          </a:p>
          <a:p>
            <a:pPr lvl="1" marL="372110" indent="-359410">
              <a:lnSpc>
                <a:spcPct val="100000"/>
              </a:lnSpc>
              <a:spcBef>
                <a:spcPts val="340"/>
              </a:spcBef>
              <a:buSzPct val="93939"/>
              <a:buAutoNum type="arabicPeriod" startAt="2"/>
              <a:tabLst>
                <a:tab pos="372110" algn="l"/>
              </a:tabLst>
            </a:pPr>
            <a:r>
              <a:rPr dirty="0" sz="1650" spc="135" b="1">
                <a:solidFill>
                  <a:srgbClr val="000440"/>
                </a:solidFill>
                <a:latin typeface="Trebuchet MS"/>
                <a:cs typeface="Trebuchet MS"/>
              </a:rPr>
              <a:t>Moods</a:t>
            </a:r>
            <a:r>
              <a:rPr dirty="0" sz="1650" spc="-11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25" b="1">
                <a:solidFill>
                  <a:srgbClr val="000440"/>
                </a:solidFill>
                <a:latin typeface="Trebuchet MS"/>
                <a:cs typeface="Trebuchet MS"/>
              </a:rPr>
              <a:t>Tab</a:t>
            </a:r>
            <a:endParaRPr sz="1650">
              <a:latin typeface="Trebuchet MS"/>
              <a:cs typeface="Trebuchet MS"/>
            </a:endParaRPr>
          </a:p>
          <a:p>
            <a:pPr marL="12700" marR="77470">
              <a:lnSpc>
                <a:spcPct val="117200"/>
              </a:lnSpc>
            </a:pPr>
            <a:r>
              <a:rPr dirty="0" sz="1650" spc="80">
                <a:solidFill>
                  <a:srgbClr val="000440"/>
                </a:solidFill>
                <a:latin typeface="Trebuchet MS"/>
                <a:cs typeface="Trebuchet MS"/>
              </a:rPr>
              <a:t>Add</a:t>
            </a:r>
            <a:r>
              <a:rPr dirty="0" sz="165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90">
                <a:solidFill>
                  <a:srgbClr val="000440"/>
                </a:solidFill>
                <a:latin typeface="Trebuchet MS"/>
                <a:cs typeface="Trebuchet MS"/>
              </a:rPr>
              <a:t>Mood-</a:t>
            </a:r>
            <a:r>
              <a:rPr dirty="0" sz="1650" spc="75">
                <a:solidFill>
                  <a:srgbClr val="000440"/>
                </a:solidFill>
                <a:latin typeface="Trebuchet MS"/>
                <a:cs typeface="Trebuchet MS"/>
              </a:rPr>
              <a:t>Dropdown</a:t>
            </a:r>
            <a:r>
              <a:rPr dirty="0" sz="1650" spc="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selection</a:t>
            </a:r>
            <a:r>
              <a:rPr dirty="0" sz="165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50">
                <a:solidFill>
                  <a:srgbClr val="000440"/>
                </a:solidFill>
                <a:latin typeface="Trebuchet MS"/>
                <a:cs typeface="Trebuchet MS"/>
              </a:rPr>
              <a:t>+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intensity</a:t>
            </a:r>
            <a:r>
              <a:rPr dirty="0" sz="1650" spc="1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slider</a:t>
            </a:r>
            <a:endParaRPr sz="1650">
              <a:latin typeface="Trebuchet MS"/>
              <a:cs typeface="Trebuchet MS"/>
            </a:endParaRPr>
          </a:p>
          <a:p>
            <a:pPr marL="12700" marR="271145">
              <a:lnSpc>
                <a:spcPct val="117200"/>
              </a:lnSpc>
            </a:pPr>
            <a:r>
              <a:rPr dirty="0" sz="1650" spc="130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55">
                <a:solidFill>
                  <a:srgbClr val="000440"/>
                </a:solidFill>
                <a:latin typeface="Trebuchet MS"/>
                <a:cs typeface="Trebuchet MS"/>
              </a:rPr>
              <a:t>History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6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90">
                <a:solidFill>
                  <a:srgbClr val="000440"/>
                </a:solidFill>
                <a:latin typeface="Trebuchet MS"/>
                <a:cs typeface="Trebuchet MS"/>
              </a:rPr>
              <a:t>ľable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view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20">
                <a:solidFill>
                  <a:srgbClr val="000440"/>
                </a:solidFill>
                <a:latin typeface="Trebuchet MS"/>
                <a:cs typeface="Trebuchet MS"/>
              </a:rPr>
              <a:t>with 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date,</a:t>
            </a:r>
            <a:r>
              <a:rPr dirty="0" sz="165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mood,</a:t>
            </a:r>
            <a:r>
              <a:rPr dirty="0" sz="16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intensity</a:t>
            </a:r>
            <a:endParaRPr sz="1650">
              <a:latin typeface="Trebuchet MS"/>
              <a:cs typeface="Trebuchet MS"/>
            </a:endParaRPr>
          </a:p>
          <a:p>
            <a:pPr marL="12700" marR="129539">
              <a:lnSpc>
                <a:spcPct val="117200"/>
              </a:lnSpc>
            </a:pPr>
            <a:r>
              <a:rPr dirty="0" sz="1650" spc="130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1650" spc="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Chart-Visual</a:t>
            </a:r>
            <a:r>
              <a:rPr dirty="0" sz="1650" spc="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trend</a:t>
            </a:r>
            <a:r>
              <a:rPr dirty="0" sz="1650" spc="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40">
                <a:solidFill>
                  <a:srgbClr val="000440"/>
                </a:solidFill>
                <a:latin typeface="Trebuchet MS"/>
                <a:cs typeface="Trebuchet MS"/>
              </a:rPr>
              <a:t>display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Export</a:t>
            </a:r>
            <a:r>
              <a:rPr dirty="0" sz="165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6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16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95">
                <a:solidFill>
                  <a:srgbClr val="000440"/>
                </a:solidFill>
                <a:latin typeface="Trebuchet MS"/>
                <a:cs typeface="Trebuchet MS"/>
              </a:rPr>
              <a:t>Save</a:t>
            </a:r>
            <a:r>
              <a:rPr dirty="0" sz="16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125">
                <a:solidFill>
                  <a:srgbClr val="000440"/>
                </a:solidFill>
                <a:latin typeface="Trebuchet MS"/>
                <a:cs typeface="Trebuchet MS"/>
              </a:rPr>
              <a:t>as</a:t>
            </a:r>
            <a:r>
              <a:rPr dirty="0" sz="165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120">
                <a:solidFill>
                  <a:srgbClr val="000440"/>
                </a:solidFill>
                <a:latin typeface="Trebuchet MS"/>
                <a:cs typeface="Trebuchet MS"/>
              </a:rPr>
              <a:t>CSV</a:t>
            </a:r>
            <a:endParaRPr sz="1650">
              <a:latin typeface="Trebuchet MS"/>
              <a:cs typeface="Trebuchet MS"/>
            </a:endParaRPr>
          </a:p>
          <a:p>
            <a:pPr lvl="1" marL="372745" indent="-360045">
              <a:lnSpc>
                <a:spcPct val="100000"/>
              </a:lnSpc>
              <a:spcBef>
                <a:spcPts val="345"/>
              </a:spcBef>
              <a:buSzPct val="93939"/>
              <a:buAutoNum type="arabicPeriod" startAt="3"/>
              <a:tabLst>
                <a:tab pos="372745" algn="l"/>
              </a:tabLst>
            </a:pPr>
            <a:r>
              <a:rPr dirty="0" sz="1650" spc="55" b="1">
                <a:solidFill>
                  <a:srgbClr val="000440"/>
                </a:solidFill>
                <a:latin typeface="Trebuchet MS"/>
                <a:cs typeface="Trebuchet MS"/>
              </a:rPr>
              <a:t>Habits</a:t>
            </a:r>
            <a:r>
              <a:rPr dirty="0" sz="1650" spc="-10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25" b="1">
                <a:solidFill>
                  <a:srgbClr val="000440"/>
                </a:solidFill>
                <a:latin typeface="Trebuchet MS"/>
                <a:cs typeface="Trebuchet MS"/>
              </a:rPr>
              <a:t>Tab</a:t>
            </a:r>
            <a:endParaRPr sz="1650">
              <a:latin typeface="Trebuchet MS"/>
              <a:cs typeface="Trebuchet MS"/>
            </a:endParaRPr>
          </a:p>
          <a:p>
            <a:pPr marL="12700" marR="334010">
              <a:lnSpc>
                <a:spcPct val="117200"/>
              </a:lnSpc>
            </a:pP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Create</a:t>
            </a:r>
            <a:r>
              <a:rPr dirty="0" sz="165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Habit-</a:t>
            </a:r>
            <a:r>
              <a:rPr dirty="0" sz="1650" spc="65">
                <a:solidFill>
                  <a:srgbClr val="000440"/>
                </a:solidFill>
                <a:latin typeface="Trebuchet MS"/>
                <a:cs typeface="Trebuchet MS"/>
              </a:rPr>
              <a:t>Form</a:t>
            </a:r>
            <a:r>
              <a:rPr dirty="0" sz="16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to</a:t>
            </a:r>
            <a:r>
              <a:rPr dirty="0" sz="16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60">
                <a:solidFill>
                  <a:srgbClr val="000440"/>
                </a:solidFill>
                <a:latin typeface="Trebuchet MS"/>
                <a:cs typeface="Trebuchet MS"/>
              </a:rPr>
              <a:t>add</a:t>
            </a:r>
            <a:r>
              <a:rPr dirty="0" sz="165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40">
                <a:solidFill>
                  <a:srgbClr val="000440"/>
                </a:solidFill>
                <a:latin typeface="Trebuchet MS"/>
                <a:cs typeface="Trebuchet MS"/>
              </a:rPr>
              <a:t>new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habits</a:t>
            </a:r>
            <a:endParaRPr sz="1650">
              <a:latin typeface="Trebuchet MS"/>
              <a:cs typeface="Trebuchet MS"/>
            </a:endParaRPr>
          </a:p>
          <a:p>
            <a:pPr marL="12700" marR="146050">
              <a:lnSpc>
                <a:spcPct val="117200"/>
              </a:lnSpc>
            </a:pP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Habit</a:t>
            </a:r>
            <a:r>
              <a:rPr dirty="0" sz="1650" spc="-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110">
                <a:solidFill>
                  <a:srgbClr val="000440"/>
                </a:solidFill>
                <a:latin typeface="Trebuchet MS"/>
                <a:cs typeface="Trebuchet MS"/>
              </a:rPr>
              <a:t>Įist</a:t>
            </a:r>
            <a:r>
              <a:rPr dirty="0" sz="1650" spc="-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6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1650" spc="-20">
                <a:solidFill>
                  <a:srgbClr val="000440"/>
                </a:solidFill>
                <a:latin typeface="Trebuchet MS"/>
                <a:cs typeface="Trebuchet MS"/>
              </a:rPr>
              <a:t> All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habits</a:t>
            </a:r>
            <a:r>
              <a:rPr dirty="0" sz="1650" spc="-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with</a:t>
            </a:r>
            <a:r>
              <a:rPr dirty="0" sz="1650" spc="-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streak counter</a:t>
            </a:r>
            <a:endParaRPr sz="1650">
              <a:latin typeface="Trebuchet MS"/>
              <a:cs typeface="Trebuchet MS"/>
            </a:endParaRPr>
          </a:p>
          <a:p>
            <a:pPr marL="12700" marR="157480">
              <a:lnSpc>
                <a:spcPct val="117200"/>
              </a:lnSpc>
            </a:pPr>
            <a:r>
              <a:rPr dirty="0" sz="1650" spc="95">
                <a:solidFill>
                  <a:srgbClr val="000440"/>
                </a:solidFill>
                <a:latin typeface="Trebuchet MS"/>
                <a:cs typeface="Trebuchet MS"/>
              </a:rPr>
              <a:t>Mark</a:t>
            </a:r>
            <a:r>
              <a:rPr dirty="0" sz="165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Complete</a:t>
            </a:r>
            <a:r>
              <a:rPr dirty="0" sz="165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6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165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One-click</a:t>
            </a:r>
            <a:r>
              <a:rPr dirty="0" sz="165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20">
                <a:solidFill>
                  <a:srgbClr val="000440"/>
                </a:solidFill>
                <a:latin typeface="Trebuchet MS"/>
                <a:cs typeface="Trebuchet MS"/>
              </a:rPr>
              <a:t>habit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completion</a:t>
            </a:r>
            <a:endParaRPr sz="1650">
              <a:latin typeface="Trebuchet MS"/>
              <a:cs typeface="Trebuchet MS"/>
            </a:endParaRPr>
          </a:p>
          <a:p>
            <a:pPr marL="12700" marR="173355">
              <a:lnSpc>
                <a:spcPct val="117200"/>
              </a:lnSpc>
            </a:pPr>
            <a:r>
              <a:rPr dirty="0" sz="1650" spc="55">
                <a:solidFill>
                  <a:srgbClr val="000440"/>
                </a:solidFill>
                <a:latin typeface="Trebuchet MS"/>
                <a:cs typeface="Trebuchet MS"/>
              </a:rPr>
              <a:t>Streak</a:t>
            </a:r>
            <a:r>
              <a:rPr dirty="0" sz="16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55">
                <a:solidFill>
                  <a:srgbClr val="000440"/>
                </a:solidFill>
                <a:latin typeface="Trebuchet MS"/>
                <a:cs typeface="Trebuchet MS"/>
              </a:rPr>
              <a:t>Display</a:t>
            </a:r>
            <a:r>
              <a:rPr dirty="0" sz="1650" spc="-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6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16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Visual</a:t>
            </a:r>
            <a:r>
              <a:rPr dirty="0" sz="1650" spc="-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80">
                <a:solidFill>
                  <a:srgbClr val="000440"/>
                </a:solidFill>
                <a:latin typeface="Trebuchet MS"/>
                <a:cs typeface="Trebuchet MS"/>
              </a:rPr>
              <a:t>progress </a:t>
            </a:r>
            <a:r>
              <a:rPr dirty="0" sz="1650" spc="60">
                <a:solidFill>
                  <a:srgbClr val="000440"/>
                </a:solidFill>
                <a:latin typeface="Trebuchet MS"/>
                <a:cs typeface="Trebuchet MS"/>
              </a:rPr>
              <a:t>bars</a:t>
            </a:r>
            <a:endParaRPr sz="1650">
              <a:latin typeface="Trebuchet MS"/>
              <a:cs typeface="Trebuchet MS"/>
            </a:endParaRPr>
          </a:p>
          <a:p>
            <a:pPr lvl="1" marL="376555" indent="-363855">
              <a:lnSpc>
                <a:spcPct val="100000"/>
              </a:lnSpc>
              <a:spcBef>
                <a:spcPts val="345"/>
              </a:spcBef>
              <a:buSzPct val="93939"/>
              <a:buAutoNum type="arabicPeriod" startAt="4"/>
              <a:tabLst>
                <a:tab pos="376555" algn="l"/>
              </a:tabLst>
            </a:pPr>
            <a:r>
              <a:rPr dirty="0" sz="1650" spc="-10" b="1">
                <a:solidFill>
                  <a:srgbClr val="000440"/>
                </a:solidFill>
                <a:latin typeface="Trebuchet MS"/>
                <a:cs typeface="Trebuchet MS"/>
              </a:rPr>
              <a:t>Journal</a:t>
            </a:r>
            <a:r>
              <a:rPr dirty="0" sz="1650" spc="-12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25" b="1">
                <a:solidFill>
                  <a:srgbClr val="000440"/>
                </a:solidFill>
                <a:latin typeface="Trebuchet MS"/>
                <a:cs typeface="Trebuchet MS"/>
              </a:rPr>
              <a:t>Tab</a:t>
            </a:r>
            <a:endParaRPr sz="1650">
              <a:latin typeface="Trebuchet MS"/>
              <a:cs typeface="Trebuchet MS"/>
            </a:endParaRPr>
          </a:p>
          <a:p>
            <a:pPr marL="12700" marR="248920">
              <a:lnSpc>
                <a:spcPct val="117200"/>
              </a:lnSpc>
            </a:pPr>
            <a:r>
              <a:rPr dirty="0" sz="1650" spc="100">
                <a:solidFill>
                  <a:srgbClr val="000440"/>
                </a:solidFill>
                <a:latin typeface="Trebuchet MS"/>
                <a:cs typeface="Trebuchet MS"/>
              </a:rPr>
              <a:t>ľext</a:t>
            </a:r>
            <a:r>
              <a:rPr dirty="0" sz="16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Editor</a:t>
            </a:r>
            <a:r>
              <a:rPr dirty="0" sz="16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6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16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110">
                <a:solidFill>
                  <a:srgbClr val="000440"/>
                </a:solidFill>
                <a:latin typeface="Trebuchet MS"/>
                <a:cs typeface="Trebuchet MS"/>
              </a:rPr>
              <a:t>Įarge</a:t>
            </a:r>
            <a:r>
              <a:rPr dirty="0" sz="16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text</a:t>
            </a:r>
            <a:r>
              <a:rPr dirty="0" sz="16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area</a:t>
            </a:r>
            <a:r>
              <a:rPr dirty="0" sz="165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25">
                <a:solidFill>
                  <a:srgbClr val="000440"/>
                </a:solidFill>
                <a:latin typeface="Trebuchet MS"/>
                <a:cs typeface="Trebuchet MS"/>
              </a:rPr>
              <a:t>for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entries</a:t>
            </a:r>
            <a:endParaRPr sz="1650">
              <a:latin typeface="Trebuchet MS"/>
              <a:cs typeface="Trebuchet MS"/>
            </a:endParaRPr>
          </a:p>
          <a:p>
            <a:pPr marL="12700" marR="19685">
              <a:lnSpc>
                <a:spcPct val="117200"/>
              </a:lnSpc>
            </a:pPr>
            <a:r>
              <a:rPr dirty="0" sz="1650" spc="50">
                <a:solidFill>
                  <a:srgbClr val="000440"/>
                </a:solidFill>
                <a:latin typeface="Trebuchet MS"/>
                <a:cs typeface="Trebuchet MS"/>
              </a:rPr>
              <a:t>Entry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75">
                <a:solidFill>
                  <a:srgbClr val="000440"/>
                </a:solidFill>
                <a:latin typeface="Trebuchet MS"/>
                <a:cs typeface="Trebuchet MS"/>
              </a:rPr>
              <a:t>Įist-</a:t>
            </a:r>
            <a:r>
              <a:rPr dirty="0" sz="1650" spc="45">
                <a:solidFill>
                  <a:srgbClr val="000440"/>
                </a:solidFill>
                <a:latin typeface="Trebuchet MS"/>
                <a:cs typeface="Trebuchet MS"/>
              </a:rPr>
              <a:t>ľimeline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of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50">
                <a:solidFill>
                  <a:srgbClr val="000440"/>
                </a:solidFill>
                <a:latin typeface="Trebuchet MS"/>
                <a:cs typeface="Trebuchet MS"/>
              </a:rPr>
              <a:t>all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entries </a:t>
            </a:r>
            <a:r>
              <a:rPr dirty="0" sz="1650" spc="140">
                <a:solidFill>
                  <a:srgbClr val="000440"/>
                </a:solidFill>
                <a:latin typeface="Trebuchet MS"/>
                <a:cs typeface="Trebuchet MS"/>
              </a:rPr>
              <a:t>Įoad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50">
                <a:solidFill>
                  <a:srgbClr val="000440"/>
                </a:solidFill>
                <a:latin typeface="Trebuchet MS"/>
                <a:cs typeface="Trebuchet MS"/>
              </a:rPr>
              <a:t>Entry</a:t>
            </a:r>
            <a:r>
              <a:rPr dirty="0" sz="16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6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Retrieve</a:t>
            </a:r>
            <a:r>
              <a:rPr dirty="0" sz="16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65">
                <a:solidFill>
                  <a:srgbClr val="000440"/>
                </a:solidFill>
                <a:latin typeface="Trebuchet MS"/>
                <a:cs typeface="Trebuchet MS"/>
              </a:rPr>
              <a:t>past</a:t>
            </a:r>
            <a:r>
              <a:rPr dirty="0" sz="16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000440"/>
                </a:solidFill>
                <a:latin typeface="Trebuchet MS"/>
                <a:cs typeface="Trebuchet MS"/>
              </a:rPr>
              <a:t>entries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Export-</a:t>
            </a:r>
            <a:r>
              <a:rPr dirty="0" sz="1650" spc="95">
                <a:solidFill>
                  <a:srgbClr val="000440"/>
                </a:solidFill>
                <a:latin typeface="Trebuchet MS"/>
                <a:cs typeface="Trebuchet MS"/>
              </a:rPr>
              <a:t>Save</a:t>
            </a:r>
            <a:r>
              <a:rPr dirty="0" sz="1650" spc="-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entire</a:t>
            </a:r>
            <a:r>
              <a:rPr dirty="0" sz="1650" spc="-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000440"/>
                </a:solidFill>
                <a:latin typeface="Trebuchet MS"/>
                <a:cs typeface="Trebuchet MS"/>
              </a:rPr>
              <a:t>journal</a:t>
            </a:r>
            <a:r>
              <a:rPr dirty="0" sz="165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125">
                <a:solidFill>
                  <a:srgbClr val="000440"/>
                </a:solidFill>
                <a:latin typeface="Trebuchet MS"/>
                <a:cs typeface="Trebuchet MS"/>
              </a:rPr>
              <a:t>as</a:t>
            </a:r>
            <a:r>
              <a:rPr dirty="0" sz="1650" spc="-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650" spc="-20">
                <a:solidFill>
                  <a:srgbClr val="000440"/>
                </a:solidFill>
                <a:latin typeface="Trebuchet MS"/>
                <a:cs typeface="Trebuchet MS"/>
              </a:rPr>
              <a:t>.txt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40941" y="932371"/>
            <a:ext cx="6820534" cy="911542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lvl="1" marL="455930" indent="-443230">
              <a:lnSpc>
                <a:spcPct val="100000"/>
              </a:lnSpc>
              <a:spcBef>
                <a:spcPts val="500"/>
              </a:spcBef>
              <a:buAutoNum type="arabicPeriod" startAt="5"/>
              <a:tabLst>
                <a:tab pos="455930" algn="l"/>
              </a:tabLst>
            </a:pPr>
            <a:r>
              <a:rPr dirty="0" sz="2050" spc="50" b="1">
                <a:solidFill>
                  <a:srgbClr val="000440"/>
                </a:solidFill>
                <a:latin typeface="Trebuchet MS"/>
                <a:cs typeface="Trebuchet MS"/>
              </a:rPr>
              <a:t>Meditation</a:t>
            </a:r>
            <a:r>
              <a:rPr dirty="0" sz="2050" spc="-15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25" b="1">
                <a:solidFill>
                  <a:srgbClr val="000440"/>
                </a:solidFill>
                <a:latin typeface="Trebuchet MS"/>
                <a:cs typeface="Trebuchet MS"/>
              </a:rPr>
              <a:t>Tab</a:t>
            </a:r>
            <a:endParaRPr sz="2050">
              <a:latin typeface="Trebuchet MS"/>
              <a:cs typeface="Trebuchet MS"/>
            </a:endParaRPr>
          </a:p>
          <a:p>
            <a:pPr marL="12700" marR="5080">
              <a:lnSpc>
                <a:spcPct val="116399"/>
              </a:lnSpc>
            </a:pPr>
            <a:r>
              <a:rPr dirty="0" sz="2050" spc="70">
                <a:solidFill>
                  <a:srgbClr val="000440"/>
                </a:solidFill>
                <a:latin typeface="Trebuchet MS"/>
                <a:cs typeface="Trebuchet MS"/>
              </a:rPr>
              <a:t>Countdown</a:t>
            </a:r>
            <a:r>
              <a:rPr dirty="0" sz="20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70">
                <a:solidFill>
                  <a:srgbClr val="000440"/>
                </a:solidFill>
                <a:latin typeface="Trebuchet MS"/>
                <a:cs typeface="Trebuchet MS"/>
              </a:rPr>
              <a:t>ľimer-</a:t>
            </a:r>
            <a:r>
              <a:rPr dirty="0" sz="2050" spc="130">
                <a:solidFill>
                  <a:srgbClr val="000440"/>
                </a:solidFill>
                <a:latin typeface="Trebuchet MS"/>
                <a:cs typeface="Trebuchet MS"/>
              </a:rPr>
              <a:t>Įarge</a:t>
            </a:r>
            <a:r>
              <a:rPr dirty="0" sz="20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5">
                <a:solidFill>
                  <a:srgbClr val="000440"/>
                </a:solidFill>
                <a:latin typeface="Trebuchet MS"/>
                <a:cs typeface="Trebuchet MS"/>
              </a:rPr>
              <a:t>display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95">
                <a:solidFill>
                  <a:srgbClr val="000440"/>
                </a:solidFill>
                <a:latin typeface="Trebuchet MS"/>
                <a:cs typeface="Trebuchet MS"/>
              </a:rPr>
              <a:t>showing</a:t>
            </a:r>
            <a:r>
              <a:rPr dirty="0" sz="20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time</a:t>
            </a:r>
            <a:r>
              <a:rPr dirty="0" sz="20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remaining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Breathing</a:t>
            </a:r>
            <a:r>
              <a:rPr dirty="0" sz="2050" spc="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Guide</a:t>
            </a:r>
            <a:r>
              <a:rPr dirty="0" sz="2050" spc="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Step-</a:t>
            </a:r>
            <a:r>
              <a:rPr dirty="0" sz="2050" spc="50">
                <a:solidFill>
                  <a:srgbClr val="000440"/>
                </a:solidFill>
                <a:latin typeface="Trebuchet MS"/>
                <a:cs typeface="Trebuchet MS"/>
              </a:rPr>
              <a:t>by-</a:t>
            </a:r>
            <a:r>
              <a:rPr dirty="0" sz="2050" spc="70">
                <a:solidFill>
                  <a:srgbClr val="000440"/>
                </a:solidFill>
                <a:latin typeface="Trebuchet MS"/>
                <a:cs typeface="Trebuchet MS"/>
              </a:rPr>
              <a:t>step</a:t>
            </a:r>
            <a:r>
              <a:rPr dirty="0" sz="2050" spc="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35">
                <a:solidFill>
                  <a:srgbClr val="000440"/>
                </a:solidFill>
                <a:latin typeface="Trebuchet MS"/>
                <a:cs typeface="Trebuchet MS"/>
              </a:rPr>
              <a:t>instructions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Controls-Start/Stop</a:t>
            </a:r>
            <a:r>
              <a:rPr dirty="0" sz="2050" spc="-40">
                <a:solidFill>
                  <a:srgbClr val="000440"/>
                </a:solidFill>
                <a:latin typeface="Trebuchet MS"/>
                <a:cs typeface="Trebuchet MS"/>
              </a:rPr>
              <a:t>  </a:t>
            </a:r>
            <a:r>
              <a:rPr dirty="0" sz="2050" spc="50">
                <a:solidFill>
                  <a:srgbClr val="000440"/>
                </a:solidFill>
                <a:latin typeface="Trebuchet MS"/>
                <a:cs typeface="Trebuchet MS"/>
              </a:rPr>
              <a:t>buttons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050" spc="110">
                <a:solidFill>
                  <a:srgbClr val="000440"/>
                </a:solidFill>
                <a:latin typeface="Trebuchet MS"/>
                <a:cs typeface="Trebuchet MS"/>
              </a:rPr>
              <a:t>Progress</a:t>
            </a:r>
            <a:r>
              <a:rPr dirty="0" sz="2050" spc="-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-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Visual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circle</a:t>
            </a:r>
            <a:r>
              <a:rPr dirty="0" sz="2050" spc="-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with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breathing</a:t>
            </a:r>
            <a:r>
              <a:rPr dirty="0" sz="2050" spc="-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animation</a:t>
            </a:r>
            <a:endParaRPr sz="2050">
              <a:latin typeface="Trebuchet MS"/>
              <a:cs typeface="Trebuchet MS"/>
            </a:endParaRPr>
          </a:p>
          <a:p>
            <a:pPr lvl="1" marL="467359" indent="-454659">
              <a:lnSpc>
                <a:spcPct val="100000"/>
              </a:lnSpc>
              <a:spcBef>
                <a:spcPts val="400"/>
              </a:spcBef>
              <a:buAutoNum type="arabicPeriod" startAt="6"/>
              <a:tabLst>
                <a:tab pos="467359" algn="l"/>
              </a:tabLst>
            </a:pPr>
            <a:r>
              <a:rPr dirty="0" sz="2050" spc="50" b="1">
                <a:solidFill>
                  <a:srgbClr val="000440"/>
                </a:solidFill>
                <a:latin typeface="Trebuchet MS"/>
                <a:cs typeface="Trebuchet MS"/>
              </a:rPr>
              <a:t>Quotes</a:t>
            </a:r>
            <a:r>
              <a:rPr dirty="0" sz="2050" spc="-15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25" b="1">
                <a:solidFill>
                  <a:srgbClr val="000440"/>
                </a:solidFill>
                <a:latin typeface="Trebuchet MS"/>
                <a:cs typeface="Trebuchet MS"/>
              </a:rPr>
              <a:t>Tab</a:t>
            </a:r>
            <a:endParaRPr sz="2050">
              <a:latin typeface="Trebuchet MS"/>
              <a:cs typeface="Trebuchet MS"/>
            </a:endParaRPr>
          </a:p>
          <a:p>
            <a:pPr marL="12700" marR="1734185">
              <a:lnSpc>
                <a:spcPct val="116399"/>
              </a:lnSpc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Quote</a:t>
            </a:r>
            <a:r>
              <a:rPr dirty="0" sz="2050" spc="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60">
                <a:solidFill>
                  <a:srgbClr val="000440"/>
                </a:solidFill>
                <a:latin typeface="Trebuchet MS"/>
                <a:cs typeface="Trebuchet MS"/>
              </a:rPr>
              <a:t>Display</a:t>
            </a:r>
            <a:r>
              <a:rPr dirty="0" sz="2050" spc="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Įarge,</a:t>
            </a:r>
            <a:r>
              <a:rPr dirty="0" sz="2050" spc="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centered</a:t>
            </a:r>
            <a:r>
              <a:rPr dirty="0" sz="2050" spc="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quote</a:t>
            </a:r>
            <a:r>
              <a:rPr dirty="0" sz="2050" spc="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20">
                <a:solidFill>
                  <a:srgbClr val="000440"/>
                </a:solidFill>
                <a:latin typeface="Trebuchet MS"/>
                <a:cs typeface="Trebuchet MS"/>
              </a:rPr>
              <a:t>text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Get</a:t>
            </a:r>
            <a:r>
              <a:rPr dirty="0" sz="20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65">
                <a:solidFill>
                  <a:srgbClr val="000440"/>
                </a:solidFill>
                <a:latin typeface="Trebuchet MS"/>
                <a:cs typeface="Trebuchet MS"/>
              </a:rPr>
              <a:t>Random-</a:t>
            </a:r>
            <a:r>
              <a:rPr dirty="0" sz="2050" spc="100">
                <a:solidFill>
                  <a:srgbClr val="000440"/>
                </a:solidFill>
                <a:latin typeface="Trebuchet MS"/>
                <a:cs typeface="Trebuchet MS"/>
              </a:rPr>
              <a:t>New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quote</a:t>
            </a:r>
            <a:r>
              <a:rPr dirty="0" sz="20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95">
                <a:solidFill>
                  <a:srgbClr val="000440"/>
                </a:solidFill>
                <a:latin typeface="Trebuchet MS"/>
                <a:cs typeface="Trebuchet MS"/>
              </a:rPr>
              <a:t>on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60">
                <a:solidFill>
                  <a:srgbClr val="000440"/>
                </a:solidFill>
                <a:latin typeface="Trebuchet MS"/>
                <a:cs typeface="Trebuchet MS"/>
              </a:rPr>
              <a:t>demand</a:t>
            </a:r>
            <a:endParaRPr sz="2050">
              <a:latin typeface="Trebuchet MS"/>
              <a:cs typeface="Trebuchet MS"/>
            </a:endParaRPr>
          </a:p>
          <a:p>
            <a:pPr marL="12700" marR="2445385">
              <a:lnSpc>
                <a:spcPct val="116399"/>
              </a:lnSpc>
            </a:pPr>
            <a:r>
              <a:rPr dirty="0" sz="2050" spc="95">
                <a:solidFill>
                  <a:srgbClr val="000440"/>
                </a:solidFill>
                <a:latin typeface="Trebuchet MS"/>
                <a:cs typeface="Trebuchet MS"/>
              </a:rPr>
              <a:t>Add</a:t>
            </a:r>
            <a:r>
              <a:rPr dirty="0" sz="20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Favorite</a:t>
            </a:r>
            <a:r>
              <a:rPr dirty="0" sz="2050" spc="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110">
                <a:solidFill>
                  <a:srgbClr val="000440"/>
                </a:solidFill>
                <a:latin typeface="Trebuchet MS"/>
                <a:cs typeface="Trebuchet MS"/>
              </a:rPr>
              <a:t>Save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 inspiring</a:t>
            </a:r>
            <a:r>
              <a:rPr dirty="0" sz="20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65">
                <a:solidFill>
                  <a:srgbClr val="000440"/>
                </a:solidFill>
                <a:latin typeface="Trebuchet MS"/>
                <a:cs typeface="Trebuchet MS"/>
              </a:rPr>
              <a:t>quotes </a:t>
            </a:r>
            <a:r>
              <a:rPr dirty="0" sz="2050" spc="45">
                <a:solidFill>
                  <a:srgbClr val="000440"/>
                </a:solidFill>
                <a:latin typeface="Trebuchet MS"/>
                <a:cs typeface="Trebuchet MS"/>
              </a:rPr>
              <a:t>Favorites</a:t>
            </a:r>
            <a:r>
              <a:rPr dirty="0" sz="20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130">
                <a:solidFill>
                  <a:srgbClr val="000440"/>
                </a:solidFill>
                <a:latin typeface="Trebuchet MS"/>
                <a:cs typeface="Trebuchet MS"/>
              </a:rPr>
              <a:t>Įist</a:t>
            </a:r>
            <a:r>
              <a:rPr dirty="0" sz="20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View</a:t>
            </a:r>
            <a:r>
              <a:rPr dirty="0" sz="20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95">
                <a:solidFill>
                  <a:srgbClr val="000440"/>
                </a:solidFill>
                <a:latin typeface="Trebuchet MS"/>
                <a:cs typeface="Trebuchet MS"/>
              </a:rPr>
              <a:t>saved</a:t>
            </a:r>
            <a:r>
              <a:rPr dirty="0" sz="20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65">
                <a:solidFill>
                  <a:srgbClr val="000440"/>
                </a:solidFill>
                <a:latin typeface="Trebuchet MS"/>
                <a:cs typeface="Trebuchet MS"/>
              </a:rPr>
              <a:t>quotes</a:t>
            </a:r>
            <a:endParaRPr sz="2050">
              <a:latin typeface="Trebuchet MS"/>
              <a:cs typeface="Trebuchet MS"/>
            </a:endParaRPr>
          </a:p>
          <a:p>
            <a:pPr lvl="1" marL="429895" indent="-417195">
              <a:lnSpc>
                <a:spcPct val="100000"/>
              </a:lnSpc>
              <a:spcBef>
                <a:spcPts val="405"/>
              </a:spcBef>
              <a:buAutoNum type="arabicPeriod" startAt="7"/>
              <a:tabLst>
                <a:tab pos="429895" algn="l"/>
              </a:tabLst>
            </a:pPr>
            <a:r>
              <a:rPr dirty="0" sz="2050" spc="55" b="1">
                <a:solidFill>
                  <a:srgbClr val="000440"/>
                </a:solidFill>
                <a:latin typeface="Trebuchet MS"/>
                <a:cs typeface="Trebuchet MS"/>
              </a:rPr>
              <a:t>Analytics</a:t>
            </a:r>
            <a:r>
              <a:rPr dirty="0" sz="2050" spc="-114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25" b="1">
                <a:solidFill>
                  <a:srgbClr val="000440"/>
                </a:solidFill>
                <a:latin typeface="Trebuchet MS"/>
                <a:cs typeface="Trebuchet MS"/>
              </a:rPr>
              <a:t>Tab</a:t>
            </a:r>
            <a:endParaRPr sz="2050">
              <a:latin typeface="Trebuchet MS"/>
              <a:cs typeface="Trebuchet MS"/>
            </a:endParaRPr>
          </a:p>
          <a:p>
            <a:pPr marL="12700" marR="1995805">
              <a:lnSpc>
                <a:spcPct val="116399"/>
              </a:lnSpc>
            </a:pPr>
            <a:r>
              <a:rPr dirty="0" sz="2050" spc="165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20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135">
                <a:solidFill>
                  <a:srgbClr val="000440"/>
                </a:solidFill>
                <a:latin typeface="Trebuchet MS"/>
                <a:cs typeface="Trebuchet MS"/>
              </a:rPr>
              <a:t>ľrend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Chart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110">
                <a:solidFill>
                  <a:srgbClr val="000440"/>
                </a:solidFill>
                <a:latin typeface="Trebuchet MS"/>
                <a:cs typeface="Trebuchet MS"/>
              </a:rPr>
              <a:t>Įine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chart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0">
                <a:solidFill>
                  <a:srgbClr val="000440"/>
                </a:solidFill>
                <a:latin typeface="Trebuchet MS"/>
                <a:cs typeface="Trebuchet MS"/>
              </a:rPr>
              <a:t>over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20">
                <a:solidFill>
                  <a:srgbClr val="000440"/>
                </a:solidFill>
                <a:latin typeface="Trebuchet MS"/>
                <a:cs typeface="Trebuchet MS"/>
              </a:rPr>
              <a:t>time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Habit</a:t>
            </a:r>
            <a:r>
              <a:rPr dirty="0" sz="20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85">
                <a:solidFill>
                  <a:srgbClr val="000440"/>
                </a:solidFill>
                <a:latin typeface="Trebuchet MS"/>
                <a:cs typeface="Trebuchet MS"/>
              </a:rPr>
              <a:t>Streaks</a:t>
            </a:r>
            <a:r>
              <a:rPr dirty="0" sz="20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Chart-</a:t>
            </a:r>
            <a:r>
              <a:rPr dirty="0" sz="2050" spc="65">
                <a:solidFill>
                  <a:srgbClr val="000440"/>
                </a:solidFill>
                <a:latin typeface="Trebuchet MS"/>
                <a:cs typeface="Trebuchet MS"/>
              </a:rPr>
              <a:t>Bar</a:t>
            </a:r>
            <a:r>
              <a:rPr dirty="0" sz="20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chart</a:t>
            </a:r>
            <a:r>
              <a:rPr dirty="0" sz="20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120">
                <a:solidFill>
                  <a:srgbClr val="000440"/>
                </a:solidFill>
                <a:latin typeface="Trebuchet MS"/>
                <a:cs typeface="Trebuchet MS"/>
              </a:rPr>
              <a:t>by</a:t>
            </a:r>
            <a:r>
              <a:rPr dirty="0" sz="20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habit </a:t>
            </a:r>
            <a:r>
              <a:rPr dirty="0" sz="2050" spc="65">
                <a:solidFill>
                  <a:srgbClr val="000440"/>
                </a:solidFill>
                <a:latin typeface="Trebuchet MS"/>
                <a:cs typeface="Trebuchet MS"/>
              </a:rPr>
              <a:t>Refresh</a:t>
            </a:r>
            <a:r>
              <a:rPr dirty="0" sz="2050" spc="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Button</a:t>
            </a:r>
            <a:r>
              <a:rPr dirty="0" sz="2050" spc="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Update</a:t>
            </a:r>
            <a:r>
              <a:rPr dirty="0" sz="2050" spc="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analytics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Auto-refresh-</a:t>
            </a:r>
            <a:r>
              <a:rPr dirty="0" sz="2050" spc="75">
                <a:solidFill>
                  <a:srgbClr val="000440"/>
                </a:solidFill>
                <a:latin typeface="Trebuchet MS"/>
                <a:cs typeface="Trebuchet MS"/>
              </a:rPr>
              <a:t>Updates</a:t>
            </a:r>
            <a:r>
              <a:rPr dirty="0" sz="2050" spc="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95">
                <a:solidFill>
                  <a:srgbClr val="000440"/>
                </a:solidFill>
                <a:latin typeface="Trebuchet MS"/>
                <a:cs typeface="Trebuchet MS"/>
              </a:rPr>
              <a:t>on</a:t>
            </a:r>
            <a:r>
              <a:rPr dirty="0" sz="2050" spc="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tab</a:t>
            </a:r>
            <a:r>
              <a:rPr dirty="0" sz="2050" spc="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selection</a:t>
            </a:r>
            <a:endParaRPr sz="2050">
              <a:latin typeface="Trebuchet MS"/>
              <a:cs typeface="Trebuchet MS"/>
            </a:endParaRPr>
          </a:p>
          <a:p>
            <a:pPr lvl="1" marL="473075" indent="-460375">
              <a:lnSpc>
                <a:spcPct val="100000"/>
              </a:lnSpc>
              <a:spcBef>
                <a:spcPts val="405"/>
              </a:spcBef>
              <a:buAutoNum type="arabicPeriod" startAt="8"/>
              <a:tabLst>
                <a:tab pos="473075" algn="l"/>
              </a:tabLst>
            </a:pPr>
            <a:r>
              <a:rPr dirty="0" sz="2050" spc="85" b="1">
                <a:solidFill>
                  <a:srgbClr val="000440"/>
                </a:solidFill>
                <a:latin typeface="Trebuchet MS"/>
                <a:cs typeface="Trebuchet MS"/>
              </a:rPr>
              <a:t>Streaks</a:t>
            </a:r>
            <a:r>
              <a:rPr dirty="0" sz="2050" spc="-15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25" b="1">
                <a:solidFill>
                  <a:srgbClr val="000440"/>
                </a:solidFill>
                <a:latin typeface="Trebuchet MS"/>
                <a:cs typeface="Trebuchet MS"/>
              </a:rPr>
              <a:t>Tab</a:t>
            </a:r>
            <a:endParaRPr sz="2050">
              <a:latin typeface="Trebuchet MS"/>
              <a:cs typeface="Trebuchet MS"/>
            </a:endParaRPr>
          </a:p>
          <a:p>
            <a:pPr marL="12700" marR="1809114">
              <a:lnSpc>
                <a:spcPct val="116399"/>
              </a:lnSpc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Visual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110">
                <a:solidFill>
                  <a:srgbClr val="000440"/>
                </a:solidFill>
                <a:latin typeface="Trebuchet MS"/>
                <a:cs typeface="Trebuchet MS"/>
              </a:rPr>
              <a:t>Bars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110">
                <a:solidFill>
                  <a:srgbClr val="000440"/>
                </a:solidFill>
                <a:latin typeface="Trebuchet MS"/>
                <a:cs typeface="Trebuchet MS"/>
              </a:rPr>
              <a:t>Progress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90">
                <a:solidFill>
                  <a:srgbClr val="000440"/>
                </a:solidFill>
                <a:latin typeface="Trebuchet MS"/>
                <a:cs typeface="Trebuchet MS"/>
              </a:rPr>
              <a:t>bars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for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60">
                <a:solidFill>
                  <a:srgbClr val="000440"/>
                </a:solidFill>
                <a:latin typeface="Trebuchet MS"/>
                <a:cs typeface="Trebuchet MS"/>
              </a:rPr>
              <a:t>each</a:t>
            </a:r>
            <a:r>
              <a:rPr dirty="0" sz="2050" spc="-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habit </a:t>
            </a:r>
            <a:r>
              <a:rPr dirty="0" sz="2050" spc="55">
                <a:solidFill>
                  <a:srgbClr val="000440"/>
                </a:solidFill>
                <a:latin typeface="Trebuchet MS"/>
                <a:cs typeface="Trebuchet MS"/>
              </a:rPr>
              <a:t>Streak</a:t>
            </a:r>
            <a:r>
              <a:rPr dirty="0" sz="20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5">
                <a:solidFill>
                  <a:srgbClr val="000440"/>
                </a:solidFill>
                <a:latin typeface="Trebuchet MS"/>
                <a:cs typeface="Trebuchet MS"/>
              </a:rPr>
              <a:t>Count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 -</a:t>
            </a:r>
            <a:r>
              <a:rPr dirty="0" sz="20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45">
                <a:solidFill>
                  <a:srgbClr val="000440"/>
                </a:solidFill>
                <a:latin typeface="Trebuchet MS"/>
                <a:cs typeface="Trebuchet MS"/>
              </a:rPr>
              <a:t>Numeric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0">
                <a:solidFill>
                  <a:srgbClr val="000440"/>
                </a:solidFill>
                <a:latin typeface="Trebuchet MS"/>
                <a:cs typeface="Trebuchet MS"/>
              </a:rPr>
              <a:t>streak</a:t>
            </a:r>
            <a:r>
              <a:rPr dirty="0" sz="2050" spc="-9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45">
                <a:solidFill>
                  <a:srgbClr val="000440"/>
                </a:solidFill>
                <a:latin typeface="Trebuchet MS"/>
                <a:cs typeface="Trebuchet MS"/>
              </a:rPr>
              <a:t>display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Habit</a:t>
            </a:r>
            <a:r>
              <a:rPr dirty="0" sz="2050" spc="-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85">
                <a:solidFill>
                  <a:srgbClr val="000440"/>
                </a:solidFill>
                <a:latin typeface="Trebuchet MS"/>
                <a:cs typeface="Trebuchet MS"/>
              </a:rPr>
              <a:t>Name</a:t>
            </a:r>
            <a:r>
              <a:rPr dirty="0" sz="20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Clear</a:t>
            </a:r>
            <a:r>
              <a:rPr dirty="0" sz="20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habit</a:t>
            </a:r>
            <a:r>
              <a:rPr dirty="0" sz="20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identification </a:t>
            </a:r>
            <a:r>
              <a:rPr dirty="0" sz="2050" spc="65">
                <a:solidFill>
                  <a:srgbClr val="000440"/>
                </a:solidFill>
                <a:latin typeface="Trebuchet MS"/>
                <a:cs typeface="Trebuchet MS"/>
              </a:rPr>
              <a:t>Refresh</a:t>
            </a:r>
            <a:r>
              <a:rPr dirty="0" sz="20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Update</a:t>
            </a:r>
            <a:r>
              <a:rPr dirty="0" sz="20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0">
                <a:solidFill>
                  <a:srgbClr val="000440"/>
                </a:solidFill>
                <a:latin typeface="Trebuchet MS"/>
                <a:cs typeface="Trebuchet MS"/>
              </a:rPr>
              <a:t>streak</a:t>
            </a:r>
            <a:r>
              <a:rPr dirty="0" sz="2050" spc="-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45">
                <a:solidFill>
                  <a:srgbClr val="000440"/>
                </a:solidFill>
                <a:latin typeface="Trebuchet MS"/>
                <a:cs typeface="Trebuchet MS"/>
              </a:rPr>
              <a:t>display</a:t>
            </a:r>
            <a:endParaRPr sz="2050">
              <a:latin typeface="Trebuchet MS"/>
              <a:cs typeface="Trebuchet MS"/>
            </a:endParaRPr>
          </a:p>
          <a:p>
            <a:pPr lvl="1" marL="472440" indent="-459740">
              <a:lnSpc>
                <a:spcPct val="100000"/>
              </a:lnSpc>
              <a:spcBef>
                <a:spcPts val="400"/>
              </a:spcBef>
              <a:buAutoNum type="arabicPeriod" startAt="9"/>
              <a:tabLst>
                <a:tab pos="472440" algn="l"/>
              </a:tabLst>
            </a:pPr>
            <a:r>
              <a:rPr dirty="0" sz="2050" spc="55" b="1">
                <a:solidFill>
                  <a:srgbClr val="000440"/>
                </a:solidFill>
                <a:latin typeface="Trebuchet MS"/>
                <a:cs typeface="Trebuchet MS"/>
              </a:rPr>
              <a:t>Reminders</a:t>
            </a:r>
            <a:r>
              <a:rPr dirty="0" sz="2050" spc="-12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25" b="1">
                <a:solidFill>
                  <a:srgbClr val="000440"/>
                </a:solidFill>
                <a:latin typeface="Trebuchet MS"/>
                <a:cs typeface="Trebuchet MS"/>
              </a:rPr>
              <a:t>Tab</a:t>
            </a:r>
            <a:endParaRPr sz="2050">
              <a:latin typeface="Trebuchet MS"/>
              <a:cs typeface="Trebuchet MS"/>
            </a:endParaRPr>
          </a:p>
          <a:p>
            <a:pPr marL="12700" marR="1003300">
              <a:lnSpc>
                <a:spcPct val="116399"/>
              </a:lnSpc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Active</a:t>
            </a:r>
            <a:r>
              <a:rPr dirty="0" sz="2050" spc="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85">
                <a:solidFill>
                  <a:srgbClr val="000440"/>
                </a:solidFill>
                <a:latin typeface="Trebuchet MS"/>
                <a:cs typeface="Trebuchet MS"/>
              </a:rPr>
              <a:t>Įist-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Scrollable</a:t>
            </a:r>
            <a:r>
              <a:rPr dirty="0" sz="2050" spc="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list</a:t>
            </a:r>
            <a:r>
              <a:rPr dirty="0" sz="2050" spc="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0">
                <a:solidFill>
                  <a:srgbClr val="000440"/>
                </a:solidFill>
                <a:latin typeface="Trebuchet MS"/>
                <a:cs typeface="Trebuchet MS"/>
              </a:rPr>
              <a:t>of</a:t>
            </a:r>
            <a:r>
              <a:rPr dirty="0" sz="2050" spc="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40">
                <a:solidFill>
                  <a:srgbClr val="000440"/>
                </a:solidFill>
                <a:latin typeface="Trebuchet MS"/>
                <a:cs typeface="Trebuchet MS"/>
              </a:rPr>
              <a:t>reminders </a:t>
            </a:r>
            <a:r>
              <a:rPr dirty="0" sz="2050" spc="100">
                <a:solidFill>
                  <a:srgbClr val="000440"/>
                </a:solidFill>
                <a:latin typeface="Trebuchet MS"/>
                <a:cs typeface="Trebuchet MS"/>
              </a:rPr>
              <a:t>ľimestamp</a:t>
            </a:r>
            <a:r>
              <a:rPr dirty="0" sz="205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80">
                <a:solidFill>
                  <a:srgbClr val="000440"/>
                </a:solidFill>
                <a:latin typeface="Trebuchet MS"/>
                <a:cs typeface="Trebuchet MS"/>
              </a:rPr>
              <a:t>When</a:t>
            </a:r>
            <a:r>
              <a:rPr dirty="0" sz="20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60">
                <a:solidFill>
                  <a:srgbClr val="000440"/>
                </a:solidFill>
                <a:latin typeface="Trebuchet MS"/>
                <a:cs typeface="Trebuchet MS"/>
              </a:rPr>
              <a:t>each</a:t>
            </a:r>
            <a:r>
              <a:rPr dirty="0" sz="20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20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130">
                <a:solidFill>
                  <a:srgbClr val="000440"/>
                </a:solidFill>
                <a:latin typeface="Trebuchet MS"/>
                <a:cs typeface="Trebuchet MS"/>
              </a:rPr>
              <a:t>was</a:t>
            </a:r>
            <a:r>
              <a:rPr dirty="0" sz="205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000440"/>
                </a:solidFill>
                <a:latin typeface="Trebuchet MS"/>
                <a:cs typeface="Trebuchet MS"/>
              </a:rPr>
              <a:t>triggered </a:t>
            </a:r>
            <a:r>
              <a:rPr dirty="0" sz="2050" spc="55">
                <a:solidFill>
                  <a:srgbClr val="000440"/>
                </a:solidFill>
                <a:latin typeface="Trebuchet MS"/>
                <a:cs typeface="Trebuchet MS"/>
              </a:rPr>
              <a:t>Status-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Color-</a:t>
            </a:r>
            <a:r>
              <a:rPr dirty="0" sz="2050" spc="80">
                <a:solidFill>
                  <a:srgbClr val="000440"/>
                </a:solidFill>
                <a:latin typeface="Trebuchet MS"/>
                <a:cs typeface="Trebuchet MS"/>
              </a:rPr>
              <a:t>coded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2050" spc="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75">
                <a:solidFill>
                  <a:srgbClr val="000440"/>
                </a:solidFill>
                <a:latin typeface="Trebuchet MS"/>
                <a:cs typeface="Trebuchet MS"/>
              </a:rPr>
              <a:t>types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Clear</a:t>
            </a:r>
            <a:r>
              <a:rPr dirty="0" sz="205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-90">
                <a:solidFill>
                  <a:srgbClr val="000440"/>
                </a:solidFill>
                <a:latin typeface="Trebuchet MS"/>
                <a:cs typeface="Trebuchet MS"/>
              </a:rPr>
              <a:t>-</a:t>
            </a:r>
            <a:r>
              <a:rPr dirty="0" sz="205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75">
                <a:solidFill>
                  <a:srgbClr val="000440"/>
                </a:solidFill>
                <a:latin typeface="Trebuchet MS"/>
                <a:cs typeface="Trebuchet MS"/>
              </a:rPr>
              <a:t>Remove</a:t>
            </a:r>
            <a:r>
              <a:rPr dirty="0" sz="2050" spc="-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000440"/>
                </a:solidFill>
                <a:latin typeface="Trebuchet MS"/>
                <a:cs typeface="Trebuchet MS"/>
              </a:rPr>
              <a:t>reminder</a:t>
            </a:r>
            <a:r>
              <a:rPr dirty="0" sz="205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050" spc="50">
                <a:solidFill>
                  <a:srgbClr val="000440"/>
                </a:solidFill>
                <a:latin typeface="Trebuchet MS"/>
                <a:cs typeface="Trebuchet MS"/>
              </a:rPr>
              <a:t>history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035149" y="4460268"/>
            <a:ext cx="3070225" cy="427799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400" spc="-175" b="1">
                <a:solidFill>
                  <a:srgbClr val="000440"/>
                </a:solidFill>
                <a:latin typeface="Trebuchet MS"/>
                <a:cs typeface="Trebuchet MS"/>
              </a:rPr>
              <a:t>8.10</a:t>
            </a:r>
            <a:r>
              <a:rPr dirty="0" sz="2400" spc="-16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135" b="1">
                <a:solidFill>
                  <a:srgbClr val="000440"/>
                </a:solidFill>
                <a:latin typeface="Trebuchet MS"/>
                <a:cs typeface="Trebuchet MS"/>
              </a:rPr>
              <a:t>Menu</a:t>
            </a:r>
            <a:r>
              <a:rPr dirty="0" sz="2400" spc="-16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65" b="1">
                <a:solidFill>
                  <a:srgbClr val="000440"/>
                </a:solidFill>
                <a:latin typeface="Trebuchet MS"/>
                <a:cs typeface="Trebuchet MS"/>
              </a:rPr>
              <a:t>Bar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2400" spc="-30">
                <a:solidFill>
                  <a:srgbClr val="000440"/>
                </a:solidFill>
                <a:latin typeface="Trebuchet MS"/>
                <a:cs typeface="Trebuchet MS"/>
              </a:rPr>
              <a:t>File</a:t>
            </a:r>
            <a:r>
              <a:rPr dirty="0" sz="2400" spc="-1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000440"/>
                </a:solidFill>
                <a:latin typeface="Trebuchet MS"/>
                <a:cs typeface="Trebuchet MS"/>
              </a:rPr>
              <a:t>Menu:</a:t>
            </a:r>
            <a:endParaRPr sz="2400">
              <a:latin typeface="Trebuchet MS"/>
              <a:cs typeface="Trebuchet MS"/>
            </a:endParaRPr>
          </a:p>
          <a:p>
            <a:pPr algn="just" marL="12700" marR="5080">
              <a:lnSpc>
                <a:spcPct val="116300"/>
              </a:lnSpc>
            </a:pPr>
            <a:r>
              <a:rPr dirty="0" sz="2400">
                <a:solidFill>
                  <a:srgbClr val="000440"/>
                </a:solidFill>
                <a:latin typeface="Trebuchet MS"/>
                <a:cs typeface="Trebuchet MS"/>
              </a:rPr>
              <a:t>Export</a:t>
            </a:r>
            <a:r>
              <a:rPr dirty="0" sz="240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204">
                <a:solidFill>
                  <a:srgbClr val="000440"/>
                </a:solidFill>
                <a:latin typeface="Trebuchet MS"/>
                <a:cs typeface="Trebuchet MS"/>
              </a:rPr>
              <a:t>Moods</a:t>
            </a:r>
            <a:r>
              <a:rPr dirty="0" sz="2400" spc="-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160">
                <a:solidFill>
                  <a:srgbClr val="000440"/>
                </a:solidFill>
                <a:latin typeface="Trebuchet MS"/>
                <a:cs typeface="Trebuchet MS"/>
              </a:rPr>
              <a:t>as</a:t>
            </a:r>
            <a:r>
              <a:rPr dirty="0" sz="2400" spc="-3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180">
                <a:solidFill>
                  <a:srgbClr val="000440"/>
                </a:solidFill>
                <a:latin typeface="Trebuchet MS"/>
                <a:cs typeface="Trebuchet MS"/>
              </a:rPr>
              <a:t>CSV </a:t>
            </a:r>
            <a:r>
              <a:rPr dirty="0" sz="2400">
                <a:solidFill>
                  <a:srgbClr val="000440"/>
                </a:solidFill>
                <a:latin typeface="Trebuchet MS"/>
                <a:cs typeface="Trebuchet MS"/>
              </a:rPr>
              <a:t>Export</a:t>
            </a:r>
            <a:r>
              <a:rPr dirty="0" sz="24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50">
                <a:solidFill>
                  <a:srgbClr val="000440"/>
                </a:solidFill>
                <a:latin typeface="Trebuchet MS"/>
                <a:cs typeface="Trebuchet MS"/>
              </a:rPr>
              <a:t>Habits</a:t>
            </a:r>
            <a:r>
              <a:rPr dirty="0" sz="24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160">
                <a:solidFill>
                  <a:srgbClr val="000440"/>
                </a:solidFill>
                <a:latin typeface="Trebuchet MS"/>
                <a:cs typeface="Trebuchet MS"/>
              </a:rPr>
              <a:t>as</a:t>
            </a:r>
            <a:r>
              <a:rPr dirty="0" sz="2400" spc="-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180">
                <a:solidFill>
                  <a:srgbClr val="000440"/>
                </a:solidFill>
                <a:latin typeface="Trebuchet MS"/>
                <a:cs typeface="Trebuchet MS"/>
              </a:rPr>
              <a:t>CSV </a:t>
            </a:r>
            <a:r>
              <a:rPr dirty="0" sz="2400">
                <a:solidFill>
                  <a:srgbClr val="000440"/>
                </a:solidFill>
                <a:latin typeface="Trebuchet MS"/>
                <a:cs typeface="Trebuchet MS"/>
              </a:rPr>
              <a:t>Import</a:t>
            </a:r>
            <a:r>
              <a:rPr dirty="0" sz="2400" spc="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  <a:p>
            <a:pPr marL="12700" marR="2070100">
              <a:lnSpc>
                <a:spcPct val="116300"/>
              </a:lnSpc>
            </a:pPr>
            <a:r>
              <a:rPr dirty="0" sz="2400" spc="105">
                <a:solidFill>
                  <a:srgbClr val="000440"/>
                </a:solidFill>
                <a:latin typeface="Trebuchet MS"/>
                <a:cs typeface="Trebuchet MS"/>
              </a:rPr>
              <a:t>Save </a:t>
            </a:r>
            <a:r>
              <a:rPr dirty="0" sz="2400" spc="150">
                <a:solidFill>
                  <a:srgbClr val="000440"/>
                </a:solidFill>
                <a:latin typeface="Trebuchet MS"/>
                <a:cs typeface="Trebuchet MS"/>
              </a:rPr>
              <a:t>Įogout </a:t>
            </a:r>
            <a:r>
              <a:rPr dirty="0" sz="2400" spc="-20">
                <a:solidFill>
                  <a:srgbClr val="000440"/>
                </a:solidFill>
                <a:latin typeface="Trebuchet MS"/>
                <a:cs typeface="Trebuchet MS"/>
              </a:rPr>
              <a:t>Exit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400">
                <a:solidFill>
                  <a:srgbClr val="000440"/>
                </a:solidFill>
                <a:latin typeface="Trebuchet MS"/>
                <a:cs typeface="Trebuchet MS"/>
              </a:rPr>
              <a:t>Help</a:t>
            </a:r>
            <a:r>
              <a:rPr dirty="0" sz="2400" spc="-8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000440"/>
                </a:solidFill>
                <a:latin typeface="Trebuchet MS"/>
                <a:cs typeface="Trebuchet MS"/>
              </a:rPr>
              <a:t>Menu: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2400" spc="70">
                <a:solidFill>
                  <a:srgbClr val="000440"/>
                </a:solidFill>
                <a:latin typeface="Trebuchet MS"/>
                <a:cs typeface="Trebuchet MS"/>
              </a:rPr>
              <a:t>About</a:t>
            </a:r>
            <a:r>
              <a:rPr dirty="0" sz="24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400" spc="90">
                <a:solidFill>
                  <a:srgbClr val="000440"/>
                </a:solidFill>
                <a:latin typeface="Trebuchet MS"/>
                <a:cs typeface="Trebuchet MS"/>
              </a:rPr>
              <a:t>MindBloom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31174" y="805074"/>
            <a:ext cx="5799455" cy="838517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3800" spc="-140" b="1">
                <a:solidFill>
                  <a:srgbClr val="000440"/>
                </a:solidFill>
                <a:latin typeface="Trebuchet MS"/>
                <a:cs typeface="Trebuchet MS"/>
              </a:rPr>
              <a:t>9.</a:t>
            </a:r>
            <a:r>
              <a:rPr dirty="0" sz="3800" spc="-27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800" spc="135" b="1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3800" spc="-27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3800" spc="114" b="1">
                <a:solidFill>
                  <a:srgbClr val="000440"/>
                </a:solidFill>
                <a:latin typeface="Trebuchet MS"/>
                <a:cs typeface="Trebuchet MS"/>
              </a:rPr>
              <a:t>Persistence</a:t>
            </a:r>
            <a:endParaRPr sz="3800">
              <a:latin typeface="Trebuchet MS"/>
              <a:cs typeface="Trebuchet MS"/>
            </a:endParaRPr>
          </a:p>
          <a:p>
            <a:pPr marL="12700" marR="2758440">
              <a:lnSpc>
                <a:spcPct val="118000"/>
              </a:lnSpc>
              <a:spcBef>
                <a:spcPts val="215"/>
              </a:spcBef>
            </a:pP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File</a:t>
            </a:r>
            <a:r>
              <a:rPr dirty="0" sz="2350" spc="-17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 spc="55">
                <a:solidFill>
                  <a:srgbClr val="000440"/>
                </a:solidFill>
                <a:latin typeface="Trebuchet MS"/>
                <a:cs typeface="Trebuchet MS"/>
              </a:rPr>
              <a:t>Structure </a:t>
            </a:r>
            <a:r>
              <a:rPr dirty="0" sz="2350" spc="60">
                <a:solidFill>
                  <a:srgbClr val="000440"/>
                </a:solidFill>
                <a:latin typeface="Trebuchet MS"/>
                <a:cs typeface="Trebuchet MS"/>
              </a:rPr>
              <a:t>MindBloom/</a:t>
            </a:r>
            <a:r>
              <a:rPr dirty="0" sz="2350" spc="60">
                <a:solidFill>
                  <a:srgbClr val="000440"/>
                </a:solidFill>
                <a:latin typeface="Trebuchet MS"/>
                <a:cs typeface="Trebuchet MS"/>
              </a:rPr>
              <a:t>  </a:t>
            </a:r>
            <a:r>
              <a:rPr dirty="0" sz="2350" spc="-10">
                <a:solidFill>
                  <a:srgbClr val="000440"/>
                </a:solidFill>
                <a:latin typeface="Trebuchet MS"/>
                <a:cs typeface="Trebuchet MS"/>
              </a:rPr>
              <a:t>users.txt john_mindbloom.dat john_journal.txt </a:t>
            </a:r>
            <a:r>
              <a:rPr dirty="0" sz="2350" spc="45">
                <a:solidFill>
                  <a:srgbClr val="000440"/>
                </a:solidFill>
                <a:latin typeface="Trebuchet MS"/>
                <a:cs typeface="Trebuchet MS"/>
              </a:rPr>
              <a:t>mary_mindbloom.dat </a:t>
            </a:r>
            <a:r>
              <a:rPr dirty="0" sz="2350" spc="-10">
                <a:solidFill>
                  <a:srgbClr val="000440"/>
                </a:solidFill>
                <a:latin typeface="Trebuchet MS"/>
                <a:cs typeface="Trebuchet MS"/>
              </a:rPr>
              <a:t>mary_journal.txt </a:t>
            </a:r>
            <a:r>
              <a:rPr dirty="0" sz="2350" spc="95">
                <a:solidFill>
                  <a:srgbClr val="000440"/>
                </a:solidFill>
                <a:latin typeface="Trebuchet MS"/>
                <a:cs typeface="Trebuchet MS"/>
              </a:rPr>
              <a:t>moods.csv</a:t>
            </a:r>
            <a:endParaRPr sz="2350">
              <a:latin typeface="Trebuchet MS"/>
              <a:cs typeface="Trebuchet MS"/>
            </a:endParaRPr>
          </a:p>
          <a:p>
            <a:pPr marL="12700" marR="4364355">
              <a:lnSpc>
                <a:spcPct val="118000"/>
              </a:lnSpc>
              <a:spcBef>
                <a:spcPts val="5"/>
              </a:spcBef>
            </a:pPr>
            <a:r>
              <a:rPr dirty="0" sz="2350" spc="40">
                <a:solidFill>
                  <a:srgbClr val="000440"/>
                </a:solidFill>
                <a:latin typeface="Trebuchet MS"/>
                <a:cs typeface="Trebuchet MS"/>
              </a:rPr>
              <a:t>habits.csv </a:t>
            </a:r>
            <a:r>
              <a:rPr dirty="0" sz="2350" spc="-10">
                <a:solidFill>
                  <a:srgbClr val="000440"/>
                </a:solidFill>
                <a:latin typeface="Trebuchet MS"/>
                <a:cs typeface="Trebuchet MS"/>
              </a:rPr>
              <a:t>quotes.txt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18000"/>
              </a:lnSpc>
            </a:pPr>
            <a:r>
              <a:rPr dirty="0" sz="2350" spc="70">
                <a:solidFill>
                  <a:srgbClr val="000440"/>
                </a:solidFill>
                <a:latin typeface="Trebuchet MS"/>
                <a:cs typeface="Trebuchet MS"/>
              </a:rPr>
              <a:t>(User</a:t>
            </a:r>
            <a:r>
              <a:rPr dirty="0" sz="23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registry:</a:t>
            </a:r>
            <a:r>
              <a:rPr dirty="0" sz="2350" spc="-5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 spc="45">
                <a:solidFill>
                  <a:srgbClr val="000440"/>
                </a:solidFill>
                <a:latin typeface="Trebuchet MS"/>
                <a:cs typeface="Trebuchet MS"/>
              </a:rPr>
              <a:t>username:</a:t>
            </a:r>
            <a:r>
              <a:rPr dirty="0" sz="2350" spc="-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 spc="110">
                <a:solidFill>
                  <a:srgbClr val="000440"/>
                </a:solidFill>
                <a:latin typeface="Trebuchet MS"/>
                <a:cs typeface="Trebuchet MS"/>
              </a:rPr>
              <a:t>passwordhash) </a:t>
            </a: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(John's</a:t>
            </a:r>
            <a:r>
              <a:rPr dirty="0" sz="2350" spc="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serialized</a:t>
            </a:r>
            <a:r>
              <a:rPr dirty="0" sz="2350" spc="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mood/habit</a:t>
            </a:r>
            <a:r>
              <a:rPr dirty="0" sz="2350" spc="14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 spc="-10">
                <a:solidFill>
                  <a:srgbClr val="000440"/>
                </a:solidFill>
                <a:latin typeface="Trebuchet MS"/>
                <a:cs typeface="Trebuchet MS"/>
              </a:rPr>
              <a:t>data) </a:t>
            </a: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(John's journal</a:t>
            </a:r>
            <a:r>
              <a:rPr dirty="0" sz="2350" spc="1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 spc="-10">
                <a:solidFill>
                  <a:srgbClr val="000440"/>
                </a:solidFill>
                <a:latin typeface="Trebuchet MS"/>
                <a:cs typeface="Trebuchet MS"/>
              </a:rPr>
              <a:t>entries)</a:t>
            </a:r>
            <a:endParaRPr sz="2350">
              <a:latin typeface="Trebuchet MS"/>
              <a:cs typeface="Trebuchet MS"/>
            </a:endParaRPr>
          </a:p>
          <a:p>
            <a:pPr marL="12700" marR="842010">
              <a:lnSpc>
                <a:spcPct val="118000"/>
              </a:lnSpc>
            </a:pPr>
            <a:r>
              <a:rPr dirty="0" sz="2350" spc="114">
                <a:solidFill>
                  <a:srgbClr val="000440"/>
                </a:solidFill>
                <a:latin typeface="Trebuchet MS"/>
                <a:cs typeface="Trebuchet MS"/>
              </a:rPr>
              <a:t>(Mary's</a:t>
            </a:r>
            <a:r>
              <a:rPr dirty="0" sz="2350" spc="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serialized</a:t>
            </a:r>
            <a:r>
              <a:rPr dirty="0" sz="2350" spc="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mood/habit</a:t>
            </a:r>
            <a:r>
              <a:rPr dirty="0" sz="2350" spc="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 spc="-10">
                <a:solidFill>
                  <a:srgbClr val="000440"/>
                </a:solidFill>
                <a:latin typeface="Trebuchet MS"/>
                <a:cs typeface="Trebuchet MS"/>
              </a:rPr>
              <a:t>data) </a:t>
            </a:r>
            <a:r>
              <a:rPr dirty="0" sz="2350" spc="114">
                <a:solidFill>
                  <a:srgbClr val="000440"/>
                </a:solidFill>
                <a:latin typeface="Trebuchet MS"/>
                <a:cs typeface="Trebuchet MS"/>
              </a:rPr>
              <a:t>(Mary's</a:t>
            </a:r>
            <a:r>
              <a:rPr dirty="0" sz="235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journal</a:t>
            </a:r>
            <a:r>
              <a:rPr dirty="0" sz="235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 spc="-10">
                <a:solidFill>
                  <a:srgbClr val="000440"/>
                </a:solidFill>
                <a:latin typeface="Trebuchet MS"/>
                <a:cs typeface="Trebuchet MS"/>
              </a:rPr>
              <a:t>entries)</a:t>
            </a:r>
            <a:endParaRPr sz="2350">
              <a:latin typeface="Trebuchet MS"/>
              <a:cs typeface="Trebuchet MS"/>
            </a:endParaRPr>
          </a:p>
          <a:p>
            <a:pPr marL="12700" marR="1809750">
              <a:lnSpc>
                <a:spcPct val="118000"/>
              </a:lnSpc>
            </a:pP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(Exported</a:t>
            </a:r>
            <a:r>
              <a:rPr dirty="0" sz="2350" spc="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 spc="145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2350" spc="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 spc="-20">
                <a:solidFill>
                  <a:srgbClr val="000440"/>
                </a:solidFill>
                <a:latin typeface="Trebuchet MS"/>
                <a:cs typeface="Trebuchet MS"/>
              </a:rPr>
              <a:t>data) </a:t>
            </a: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(Exported</a:t>
            </a:r>
            <a:r>
              <a:rPr dirty="0" sz="2350" spc="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habit</a:t>
            </a:r>
            <a:r>
              <a:rPr dirty="0" sz="2350" spc="14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 spc="-20">
                <a:solidFill>
                  <a:srgbClr val="000440"/>
                </a:solidFill>
                <a:latin typeface="Trebuchet MS"/>
                <a:cs typeface="Trebuchet MS"/>
              </a:rPr>
              <a:t>data) </a:t>
            </a:r>
            <a:r>
              <a:rPr dirty="0" sz="2350">
                <a:solidFill>
                  <a:srgbClr val="000440"/>
                </a:solidFill>
                <a:latin typeface="Trebuchet MS"/>
                <a:cs typeface="Trebuchet MS"/>
              </a:rPr>
              <a:t>(Motivational</a:t>
            </a:r>
            <a:r>
              <a:rPr dirty="0" sz="2350" spc="1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 spc="105">
                <a:solidFill>
                  <a:srgbClr val="000440"/>
                </a:solidFill>
                <a:latin typeface="Trebuchet MS"/>
                <a:cs typeface="Trebuchet MS"/>
              </a:rPr>
              <a:t>quotes</a:t>
            </a:r>
            <a:r>
              <a:rPr dirty="0" sz="2350" spc="13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50" spc="-10">
                <a:solidFill>
                  <a:srgbClr val="000440"/>
                </a:solidFill>
                <a:latin typeface="Trebuchet MS"/>
                <a:cs typeface="Trebuchet MS"/>
              </a:rPr>
              <a:t>library)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754891" y="535205"/>
            <a:ext cx="2642870" cy="974852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900" spc="60" b="1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1900" spc="-12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75" b="1">
                <a:solidFill>
                  <a:srgbClr val="000440"/>
                </a:solidFill>
                <a:latin typeface="Trebuchet MS"/>
                <a:cs typeface="Trebuchet MS"/>
              </a:rPr>
              <a:t>Storage</a:t>
            </a:r>
            <a:r>
              <a:rPr dirty="0" sz="1900" spc="-125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95" b="1">
                <a:solidFill>
                  <a:srgbClr val="000440"/>
                </a:solidFill>
                <a:latin typeface="Trebuchet MS"/>
                <a:cs typeface="Trebuchet MS"/>
              </a:rPr>
              <a:t>Methods</a:t>
            </a:r>
            <a:endParaRPr sz="1900">
              <a:latin typeface="Trebuchet MS"/>
              <a:cs typeface="Trebuchet MS"/>
            </a:endParaRPr>
          </a:p>
          <a:p>
            <a:pPr marL="12700" marR="802640">
              <a:lnSpc>
                <a:spcPct val="115799"/>
              </a:lnSpc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Data</a:t>
            </a:r>
            <a:r>
              <a:rPr dirty="0" sz="1900" spc="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155">
                <a:solidFill>
                  <a:srgbClr val="000440"/>
                </a:solidFill>
                <a:latin typeface="Trebuchet MS"/>
                <a:cs typeface="Trebuchet MS"/>
              </a:rPr>
              <a:t>ľype </a:t>
            </a:r>
            <a:r>
              <a:rPr dirty="0" sz="1900" spc="70">
                <a:solidFill>
                  <a:srgbClr val="000440"/>
                </a:solidFill>
                <a:latin typeface="Trebuchet MS"/>
                <a:cs typeface="Trebuchet MS"/>
              </a:rPr>
              <a:t>Storage</a:t>
            </a:r>
            <a:r>
              <a:rPr dirty="0" sz="19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75">
                <a:solidFill>
                  <a:srgbClr val="000440"/>
                </a:solidFill>
                <a:latin typeface="Trebuchet MS"/>
                <a:cs typeface="Trebuchet MS"/>
              </a:rPr>
              <a:t>Method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Format </a:t>
            </a:r>
            <a:r>
              <a:rPr dirty="0" sz="1900" spc="60">
                <a:solidFill>
                  <a:srgbClr val="000440"/>
                </a:solidFill>
                <a:latin typeface="Trebuchet MS"/>
                <a:cs typeface="Trebuchet MS"/>
              </a:rPr>
              <a:t>Recovery </a:t>
            </a:r>
            <a:r>
              <a:rPr dirty="0" sz="1900" spc="150">
                <a:solidFill>
                  <a:srgbClr val="000440"/>
                </a:solidFill>
                <a:latin typeface="Trebuchet MS"/>
                <a:cs typeface="Trebuchet MS"/>
              </a:rPr>
              <a:t>Moods</a:t>
            </a:r>
            <a:endParaRPr sz="1900">
              <a:latin typeface="Trebuchet MS"/>
              <a:cs typeface="Trebuchet MS"/>
            </a:endParaRPr>
          </a:p>
          <a:p>
            <a:pPr marL="12700" marR="704215">
              <a:lnSpc>
                <a:spcPct val="115799"/>
              </a:lnSpc>
            </a:pPr>
            <a:r>
              <a:rPr dirty="0" sz="1900" spc="-20">
                <a:solidFill>
                  <a:srgbClr val="000440"/>
                </a:solidFill>
                <a:latin typeface="Trebuchet MS"/>
                <a:cs typeface="Trebuchet MS"/>
              </a:rPr>
              <a:t>Java</a:t>
            </a:r>
            <a:r>
              <a:rPr dirty="0" sz="19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Serialization Binary.dat</a:t>
            </a:r>
            <a:endParaRPr sz="1900">
              <a:latin typeface="Trebuchet MS"/>
              <a:cs typeface="Trebuchet MS"/>
            </a:endParaRPr>
          </a:p>
          <a:p>
            <a:pPr marL="12700" marR="295910">
              <a:lnSpc>
                <a:spcPct val="115799"/>
              </a:lnSpc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Auto-loaded</a:t>
            </a:r>
            <a:r>
              <a:rPr dirty="0" sz="1900" spc="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90">
                <a:solidFill>
                  <a:srgbClr val="000440"/>
                </a:solidFill>
                <a:latin typeface="Trebuchet MS"/>
                <a:cs typeface="Trebuchet MS"/>
              </a:rPr>
              <a:t>on</a:t>
            </a:r>
            <a:r>
              <a:rPr dirty="0" sz="1900" spc="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00440"/>
                </a:solidFill>
                <a:latin typeface="Trebuchet MS"/>
                <a:cs typeface="Trebuchet MS"/>
              </a:rPr>
              <a:t>login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Habits</a:t>
            </a:r>
            <a:endParaRPr sz="1900">
              <a:latin typeface="Trebuchet MS"/>
              <a:cs typeface="Trebuchet MS"/>
            </a:endParaRPr>
          </a:p>
          <a:p>
            <a:pPr marL="12700" marR="704215">
              <a:lnSpc>
                <a:spcPct val="115799"/>
              </a:lnSpc>
            </a:pPr>
            <a:r>
              <a:rPr dirty="0" sz="1900" spc="-20">
                <a:solidFill>
                  <a:srgbClr val="000440"/>
                </a:solidFill>
                <a:latin typeface="Trebuchet MS"/>
                <a:cs typeface="Trebuchet MS"/>
              </a:rPr>
              <a:t>Java</a:t>
            </a:r>
            <a:r>
              <a:rPr dirty="0" sz="1900" spc="-10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Serialization Binary.dat</a:t>
            </a:r>
            <a:endParaRPr sz="1900">
              <a:latin typeface="Trebuchet MS"/>
              <a:cs typeface="Trebuchet MS"/>
            </a:endParaRPr>
          </a:p>
          <a:p>
            <a:pPr marL="12700" marR="295910">
              <a:lnSpc>
                <a:spcPct val="115799"/>
              </a:lnSpc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Auto-loaded</a:t>
            </a:r>
            <a:r>
              <a:rPr dirty="0" sz="1900" spc="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90">
                <a:solidFill>
                  <a:srgbClr val="000440"/>
                </a:solidFill>
                <a:latin typeface="Trebuchet MS"/>
                <a:cs typeface="Trebuchet MS"/>
              </a:rPr>
              <a:t>on</a:t>
            </a:r>
            <a:r>
              <a:rPr dirty="0" sz="1900" spc="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00440"/>
                </a:solidFill>
                <a:latin typeface="Trebuchet MS"/>
                <a:cs typeface="Trebuchet MS"/>
              </a:rPr>
              <a:t>login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Journal</a:t>
            </a:r>
            <a:endParaRPr sz="1900">
              <a:latin typeface="Trebuchet MS"/>
              <a:cs typeface="Trebuchet MS"/>
            </a:endParaRPr>
          </a:p>
          <a:p>
            <a:pPr marL="12700" marR="1539875">
              <a:lnSpc>
                <a:spcPct val="115799"/>
              </a:lnSpc>
            </a:pPr>
            <a:r>
              <a:rPr dirty="0" sz="1900" spc="105">
                <a:solidFill>
                  <a:srgbClr val="000440"/>
                </a:solidFill>
                <a:latin typeface="Trebuchet MS"/>
                <a:cs typeface="Trebuchet MS"/>
              </a:rPr>
              <a:t>ľext</a:t>
            </a:r>
            <a:r>
              <a:rPr dirty="0" sz="190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00440"/>
                </a:solidFill>
                <a:latin typeface="Trebuchet MS"/>
                <a:cs typeface="Trebuchet MS"/>
              </a:rPr>
              <a:t>File </a:t>
            </a: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Plain</a:t>
            </a:r>
            <a:r>
              <a:rPr dirty="0" sz="190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85">
                <a:solidFill>
                  <a:srgbClr val="000440"/>
                </a:solidFill>
                <a:latin typeface="Trebuchet MS"/>
                <a:cs typeface="Trebuchet MS"/>
              </a:rPr>
              <a:t>ľext</a:t>
            </a:r>
            <a:endParaRPr sz="1900">
              <a:latin typeface="Trebuchet MS"/>
              <a:cs typeface="Trebuchet MS"/>
            </a:endParaRPr>
          </a:p>
          <a:p>
            <a:pPr marL="12700" marR="295910">
              <a:lnSpc>
                <a:spcPct val="115799"/>
              </a:lnSpc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Auto-loaded</a:t>
            </a:r>
            <a:r>
              <a:rPr dirty="0" sz="1900" spc="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90">
                <a:solidFill>
                  <a:srgbClr val="000440"/>
                </a:solidFill>
                <a:latin typeface="Trebuchet MS"/>
                <a:cs typeface="Trebuchet MS"/>
              </a:rPr>
              <a:t>on</a:t>
            </a:r>
            <a:r>
              <a:rPr dirty="0" sz="1900" spc="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00440"/>
                </a:solidFill>
                <a:latin typeface="Trebuchet MS"/>
                <a:cs typeface="Trebuchet MS"/>
              </a:rPr>
              <a:t>login </a:t>
            </a:r>
            <a:r>
              <a:rPr dirty="0" sz="1900" spc="100">
                <a:solidFill>
                  <a:srgbClr val="000440"/>
                </a:solidFill>
                <a:latin typeface="Trebuchet MS"/>
                <a:cs typeface="Trebuchet MS"/>
              </a:rPr>
              <a:t>Users</a:t>
            </a:r>
            <a:endParaRPr sz="1900">
              <a:latin typeface="Trebuchet MS"/>
              <a:cs typeface="Trebuchet MS"/>
            </a:endParaRPr>
          </a:p>
          <a:p>
            <a:pPr marL="12700" marR="1539875">
              <a:lnSpc>
                <a:spcPct val="115799"/>
              </a:lnSpc>
            </a:pPr>
            <a:r>
              <a:rPr dirty="0" sz="1900" spc="55">
                <a:solidFill>
                  <a:srgbClr val="000440"/>
                </a:solidFill>
                <a:latin typeface="Trebuchet MS"/>
                <a:cs typeface="Trebuchet MS"/>
              </a:rPr>
              <a:t>Quotes </a:t>
            </a:r>
            <a:r>
              <a:rPr dirty="0" sz="1900" spc="105">
                <a:solidFill>
                  <a:srgbClr val="000440"/>
                </a:solidFill>
                <a:latin typeface="Trebuchet MS"/>
                <a:cs typeface="Trebuchet MS"/>
              </a:rPr>
              <a:t>ľext</a:t>
            </a:r>
            <a:r>
              <a:rPr dirty="0" sz="190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00440"/>
                </a:solidFill>
                <a:latin typeface="Trebuchet MS"/>
                <a:cs typeface="Trebuchet MS"/>
              </a:rPr>
              <a:t>File </a:t>
            </a: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Plain</a:t>
            </a:r>
            <a:r>
              <a:rPr dirty="0" sz="190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85">
                <a:solidFill>
                  <a:srgbClr val="000440"/>
                </a:solidFill>
                <a:latin typeface="Trebuchet MS"/>
                <a:cs typeface="Trebuchet MS"/>
              </a:rPr>
              <a:t>ľext</a:t>
            </a:r>
            <a:endParaRPr sz="1900">
              <a:latin typeface="Trebuchet MS"/>
              <a:cs typeface="Trebuchet MS"/>
            </a:endParaRPr>
          </a:p>
          <a:p>
            <a:pPr marL="12700" marR="85725">
              <a:lnSpc>
                <a:spcPct val="115799"/>
              </a:lnSpc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Auto-loaded</a:t>
            </a:r>
            <a:r>
              <a:rPr dirty="0" sz="1900" spc="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at</a:t>
            </a:r>
            <a:r>
              <a:rPr dirty="0" sz="1900" spc="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startup </a:t>
            </a:r>
            <a:r>
              <a:rPr dirty="0" sz="1900" spc="105">
                <a:solidFill>
                  <a:srgbClr val="000440"/>
                </a:solidFill>
                <a:latin typeface="Trebuchet MS"/>
                <a:cs typeface="Trebuchet MS"/>
              </a:rPr>
              <a:t>ľext</a:t>
            </a:r>
            <a:r>
              <a:rPr dirty="0" sz="1900" spc="-9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00440"/>
                </a:solidFill>
                <a:latin typeface="Trebuchet MS"/>
                <a:cs typeface="Trebuchet MS"/>
              </a:rPr>
              <a:t>File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900">
                <a:solidFill>
                  <a:srgbClr val="000440"/>
                </a:solidFill>
                <a:latin typeface="Trebuchet MS"/>
                <a:cs typeface="Trebuchet MS"/>
              </a:rPr>
              <a:t>Plain</a:t>
            </a:r>
            <a:r>
              <a:rPr dirty="0" sz="190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85">
                <a:solidFill>
                  <a:srgbClr val="000440"/>
                </a:solidFill>
                <a:latin typeface="Trebuchet MS"/>
                <a:cs typeface="Trebuchet MS"/>
              </a:rPr>
              <a:t>ľext</a:t>
            </a:r>
            <a:endParaRPr sz="1900">
              <a:latin typeface="Trebuchet MS"/>
              <a:cs typeface="Trebuchet MS"/>
            </a:endParaRPr>
          </a:p>
          <a:p>
            <a:pPr marL="12700" marR="569595">
              <a:lnSpc>
                <a:spcPct val="115799"/>
              </a:lnSpc>
            </a:pPr>
            <a:r>
              <a:rPr dirty="0" sz="1900" spc="120">
                <a:solidFill>
                  <a:srgbClr val="000440"/>
                </a:solidFill>
                <a:latin typeface="Trebuchet MS"/>
                <a:cs typeface="Trebuchet MS"/>
              </a:rPr>
              <a:t>Įoaded</a:t>
            </a:r>
            <a:r>
              <a:rPr dirty="0" sz="19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90">
                <a:solidFill>
                  <a:srgbClr val="000440"/>
                </a:solidFill>
                <a:latin typeface="Trebuchet MS"/>
                <a:cs typeface="Trebuchet MS"/>
              </a:rPr>
              <a:t>on</a:t>
            </a:r>
            <a:r>
              <a:rPr dirty="0" sz="19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00440"/>
                </a:solidFill>
                <a:latin typeface="Trebuchet MS"/>
                <a:cs typeface="Trebuchet MS"/>
              </a:rPr>
              <a:t>startup </a:t>
            </a:r>
            <a:r>
              <a:rPr dirty="0" sz="1900" spc="50">
                <a:solidFill>
                  <a:srgbClr val="000440"/>
                </a:solidFill>
                <a:latin typeface="Trebuchet MS"/>
                <a:cs typeface="Trebuchet MS"/>
              </a:rPr>
              <a:t>Exports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900" spc="140">
                <a:solidFill>
                  <a:srgbClr val="000440"/>
                </a:solidFill>
                <a:latin typeface="Trebuchet MS"/>
                <a:cs typeface="Trebuchet MS"/>
              </a:rPr>
              <a:t>CSV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900" spc="85">
                <a:solidFill>
                  <a:srgbClr val="000440"/>
                </a:solidFill>
                <a:latin typeface="Trebuchet MS"/>
                <a:cs typeface="Trebuchet MS"/>
              </a:rPr>
              <a:t>ľext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900" spc="70">
                <a:solidFill>
                  <a:srgbClr val="000440"/>
                </a:solidFill>
                <a:latin typeface="Trebuchet MS"/>
                <a:cs typeface="Trebuchet MS"/>
              </a:rPr>
              <a:t>Manual</a:t>
            </a:r>
            <a:r>
              <a:rPr dirty="0" sz="1900" spc="-8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1900" spc="45">
                <a:solidFill>
                  <a:srgbClr val="000440"/>
                </a:solidFill>
                <a:latin typeface="Trebuchet MS"/>
                <a:cs typeface="Trebuchet MS"/>
              </a:rPr>
              <a:t>download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635"/>
              <a:t>10.</a:t>
            </a:r>
            <a:r>
              <a:rPr dirty="0" spc="-434"/>
              <a:t> </a:t>
            </a:r>
            <a:r>
              <a:rPr dirty="0" spc="190"/>
              <a:t>Conclusion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/>
              <a:t>Project</a:t>
            </a:r>
            <a:r>
              <a:rPr dirty="0" spc="105"/>
              <a:t> </a:t>
            </a:r>
            <a:r>
              <a:rPr dirty="0"/>
              <a:t>Achievement</a:t>
            </a:r>
            <a:r>
              <a:rPr dirty="0" spc="110"/>
              <a:t> </a:t>
            </a:r>
            <a:r>
              <a:rPr dirty="0" spc="114"/>
              <a:t>Summary</a:t>
            </a:r>
          </a:p>
          <a:p>
            <a:pPr marL="12700" marR="171450">
              <a:lnSpc>
                <a:spcPct val="113599"/>
              </a:lnSpc>
            </a:pPr>
            <a:r>
              <a:rPr dirty="0" spc="-45" b="0">
                <a:latin typeface="Trebuchet MS"/>
                <a:cs typeface="Trebuchet MS"/>
              </a:rPr>
              <a:t>Full-</a:t>
            </a:r>
            <a:r>
              <a:rPr dirty="0" b="0">
                <a:latin typeface="Trebuchet MS"/>
                <a:cs typeface="Trebuchet MS"/>
              </a:rPr>
              <a:t>featured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mental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health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tracker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with</a:t>
            </a:r>
            <a:r>
              <a:rPr dirty="0" spc="-5" b="0">
                <a:latin typeface="Trebuchet MS"/>
                <a:cs typeface="Trebuchet MS"/>
              </a:rPr>
              <a:t> </a:t>
            </a:r>
            <a:r>
              <a:rPr dirty="0" spc="-20" b="0">
                <a:latin typeface="Trebuchet MS"/>
                <a:cs typeface="Trebuchet MS"/>
              </a:rPr>
              <a:t>intuitive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JavaFX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spc="-25" b="0">
                <a:latin typeface="Trebuchet MS"/>
                <a:cs typeface="Trebuchet MS"/>
              </a:rPr>
              <a:t>GUI </a:t>
            </a:r>
            <a:r>
              <a:rPr dirty="0" b="0">
                <a:latin typeface="Trebuchet MS"/>
                <a:cs typeface="Trebuchet MS"/>
              </a:rPr>
              <a:t>Multi-</a:t>
            </a:r>
            <a:r>
              <a:rPr dirty="0" spc="85" b="0">
                <a:latin typeface="Trebuchet MS"/>
                <a:cs typeface="Trebuchet MS"/>
              </a:rPr>
              <a:t>user</a:t>
            </a:r>
            <a:r>
              <a:rPr dirty="0" spc="-75" b="0">
                <a:latin typeface="Trebuchet MS"/>
                <a:cs typeface="Trebuchet MS"/>
              </a:rPr>
              <a:t> </a:t>
            </a:r>
            <a:r>
              <a:rPr dirty="0" spc="80" b="0">
                <a:latin typeface="Trebuchet MS"/>
                <a:cs typeface="Trebuchet MS"/>
              </a:rPr>
              <a:t>support</a:t>
            </a:r>
            <a:r>
              <a:rPr dirty="0" spc="-7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with</a:t>
            </a:r>
            <a:r>
              <a:rPr dirty="0" spc="-75" b="0">
                <a:latin typeface="Trebuchet MS"/>
                <a:cs typeface="Trebuchet MS"/>
              </a:rPr>
              <a:t> </a:t>
            </a:r>
            <a:r>
              <a:rPr dirty="0" spc="75" b="0">
                <a:latin typeface="Trebuchet MS"/>
                <a:cs typeface="Trebuchet MS"/>
              </a:rPr>
              <a:t>secure</a:t>
            </a:r>
            <a:r>
              <a:rPr dirty="0" spc="-7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authentication</a:t>
            </a:r>
          </a:p>
          <a:p>
            <a:pPr marL="12700" marR="932180">
              <a:lnSpc>
                <a:spcPct val="113599"/>
              </a:lnSpc>
            </a:pPr>
            <a:r>
              <a:rPr dirty="0" spc="-10" b="0">
                <a:latin typeface="Trebuchet MS"/>
                <a:cs typeface="Trebuchet MS"/>
              </a:rPr>
              <a:t>Real-</a:t>
            </a:r>
            <a:r>
              <a:rPr dirty="0" b="0">
                <a:latin typeface="Trebuchet MS"/>
                <a:cs typeface="Trebuchet MS"/>
              </a:rPr>
              <a:t>time</a:t>
            </a:r>
            <a:r>
              <a:rPr dirty="0" spc="-65" b="0">
                <a:latin typeface="Trebuchet MS"/>
                <a:cs typeface="Trebuchet MS"/>
              </a:rPr>
              <a:t> </a:t>
            </a:r>
            <a:r>
              <a:rPr dirty="0" spc="50" b="0">
                <a:latin typeface="Trebuchet MS"/>
                <a:cs typeface="Trebuchet MS"/>
              </a:rPr>
              <a:t>analytics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with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trend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visualization </a:t>
            </a:r>
            <a:r>
              <a:rPr dirty="0" spc="90" b="0">
                <a:latin typeface="Trebuchet MS"/>
                <a:cs typeface="Trebuchet MS"/>
              </a:rPr>
              <a:t>Background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spc="80" b="0">
                <a:latin typeface="Trebuchet MS"/>
                <a:cs typeface="Trebuchet MS"/>
              </a:rPr>
              <a:t>services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for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auto-</a:t>
            </a:r>
            <a:r>
              <a:rPr dirty="0" spc="100" b="0">
                <a:latin typeface="Trebuchet MS"/>
                <a:cs typeface="Trebuchet MS"/>
              </a:rPr>
              <a:t>save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spc="80" b="0">
                <a:latin typeface="Trebuchet MS"/>
                <a:cs typeface="Trebuchet MS"/>
              </a:rPr>
              <a:t>and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spc="45" b="0">
                <a:latin typeface="Trebuchet MS"/>
                <a:cs typeface="Trebuchet MS"/>
              </a:rPr>
              <a:t>reminders </a:t>
            </a:r>
            <a:r>
              <a:rPr dirty="0" b="0">
                <a:latin typeface="Trebuchet MS"/>
                <a:cs typeface="Trebuchet MS"/>
              </a:rPr>
              <a:t>Reliable</a:t>
            </a:r>
            <a:r>
              <a:rPr dirty="0" spc="-6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data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spc="60" b="0">
                <a:latin typeface="Trebuchet MS"/>
                <a:cs typeface="Trebuchet MS"/>
              </a:rPr>
              <a:t>persistence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with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multiple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export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spc="65" b="0">
                <a:latin typeface="Trebuchet MS"/>
                <a:cs typeface="Trebuchet MS"/>
              </a:rPr>
              <a:t>options </a:t>
            </a:r>
            <a:r>
              <a:rPr dirty="0" spc="95" b="0">
                <a:latin typeface="Trebuchet MS"/>
                <a:cs typeface="Trebuchet MS"/>
              </a:rPr>
              <a:t>Responsive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UI</a:t>
            </a:r>
            <a:r>
              <a:rPr dirty="0" spc="-1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with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spc="229" b="0">
                <a:latin typeface="Trebuchet MS"/>
                <a:cs typeface="Trebuchet MS"/>
              </a:rPr>
              <a:t>9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specialized</a:t>
            </a:r>
            <a:r>
              <a:rPr dirty="0" spc="-1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feature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spc="60" b="0">
                <a:latin typeface="Trebuchet MS"/>
                <a:cs typeface="Trebuchet MS"/>
              </a:rPr>
              <a:t>tabs </a:t>
            </a:r>
            <a:r>
              <a:rPr dirty="0" spc="65" b="0">
                <a:latin typeface="Trebuchet MS"/>
                <a:cs typeface="Trebuchet MS"/>
              </a:rPr>
              <a:t>Professional</a:t>
            </a:r>
            <a:r>
              <a:rPr dirty="0" spc="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architecture</a:t>
            </a:r>
            <a:r>
              <a:rPr dirty="0" spc="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following</a:t>
            </a:r>
            <a:r>
              <a:rPr dirty="0" spc="30" b="0">
                <a:latin typeface="Trebuchet MS"/>
                <a:cs typeface="Trebuchet MS"/>
              </a:rPr>
              <a:t> </a:t>
            </a:r>
            <a:r>
              <a:rPr dirty="0" spc="185" b="0">
                <a:latin typeface="Trebuchet MS"/>
                <a:cs typeface="Trebuchet MS"/>
              </a:rPr>
              <a:t>SOĮID</a:t>
            </a:r>
            <a:r>
              <a:rPr dirty="0" spc="2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principles </a:t>
            </a:r>
            <a:r>
              <a:rPr dirty="0" b="0">
                <a:latin typeface="Trebuchet MS"/>
                <a:cs typeface="Trebuchet MS"/>
              </a:rPr>
              <a:t>Complete</a:t>
            </a:r>
            <a:r>
              <a:rPr dirty="0" spc="25" b="0">
                <a:latin typeface="Trebuchet MS"/>
                <a:cs typeface="Trebuchet MS"/>
              </a:rPr>
              <a:t> </a:t>
            </a:r>
            <a:r>
              <a:rPr dirty="0" spc="85" b="0">
                <a:latin typeface="Trebuchet MS"/>
                <a:cs typeface="Trebuchet MS"/>
              </a:rPr>
              <a:t>user</a:t>
            </a:r>
            <a:r>
              <a:rPr dirty="0" spc="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lifecycle</a:t>
            </a:r>
            <a:r>
              <a:rPr dirty="0" spc="30" b="0">
                <a:latin typeface="Trebuchet MS"/>
                <a:cs typeface="Trebuchet MS"/>
              </a:rPr>
              <a:t> </a:t>
            </a:r>
            <a:r>
              <a:rPr dirty="0" spc="60" b="0">
                <a:latin typeface="Trebuchet MS"/>
                <a:cs typeface="Trebuchet MS"/>
              </a:rPr>
              <a:t>from</a:t>
            </a:r>
            <a:r>
              <a:rPr dirty="0" spc="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registration</a:t>
            </a:r>
            <a:r>
              <a:rPr dirty="0" spc="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to</a:t>
            </a:r>
            <a:r>
              <a:rPr dirty="0" spc="3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logout </a:t>
            </a:r>
            <a:r>
              <a:rPr dirty="0" spc="80"/>
              <a:t>Key</a:t>
            </a:r>
            <a:r>
              <a:rPr dirty="0" spc="-165"/>
              <a:t> </a:t>
            </a:r>
            <a:r>
              <a:rPr dirty="0" spc="80"/>
              <a:t>Strengths</a:t>
            </a:r>
          </a:p>
          <a:p>
            <a:pPr marL="12700" marR="945515">
              <a:lnSpc>
                <a:spcPct val="113599"/>
              </a:lnSpc>
            </a:pPr>
            <a:r>
              <a:rPr dirty="0" spc="45" b="0">
                <a:latin typeface="Trebuchet MS"/>
                <a:cs typeface="Trebuchet MS"/>
              </a:rPr>
              <a:t>Scalable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spc="95" b="0">
                <a:latin typeface="Trebuchet MS"/>
                <a:cs typeface="Trebuchet MS"/>
              </a:rPr>
              <a:t>Design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spc="-95" b="0">
                <a:latin typeface="Trebuchet MS"/>
                <a:cs typeface="Trebuchet MS"/>
              </a:rPr>
              <a:t>-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spc="145" b="0">
                <a:latin typeface="Trebuchet MS"/>
                <a:cs typeface="Trebuchet MS"/>
              </a:rPr>
              <a:t>Easy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to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spc="80" b="0">
                <a:latin typeface="Trebuchet MS"/>
                <a:cs typeface="Trebuchet MS"/>
              </a:rPr>
              <a:t>add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spc="80" b="0">
                <a:latin typeface="Trebuchet MS"/>
                <a:cs typeface="Trebuchet MS"/>
              </a:rPr>
              <a:t>new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features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(new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tabs, </a:t>
            </a:r>
            <a:r>
              <a:rPr dirty="0" spc="35" b="0">
                <a:latin typeface="Trebuchet MS"/>
                <a:cs typeface="Trebuchet MS"/>
              </a:rPr>
              <a:t>services)</a:t>
            </a: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pc="55" b="0">
                <a:latin typeface="Trebuchet MS"/>
                <a:cs typeface="Trebuchet MS"/>
              </a:rPr>
              <a:t>Separation</a:t>
            </a:r>
            <a:r>
              <a:rPr dirty="0" spc="-90" b="0">
                <a:latin typeface="Trebuchet MS"/>
                <a:cs typeface="Trebuchet MS"/>
              </a:rPr>
              <a:t> </a:t>
            </a:r>
            <a:r>
              <a:rPr dirty="0" spc="55" b="0">
                <a:latin typeface="Trebuchet MS"/>
                <a:cs typeface="Trebuchet MS"/>
              </a:rPr>
              <a:t>of</a:t>
            </a:r>
            <a:r>
              <a:rPr dirty="0" spc="-85" b="0">
                <a:latin typeface="Trebuchet MS"/>
                <a:cs typeface="Trebuchet MS"/>
              </a:rPr>
              <a:t> </a:t>
            </a:r>
            <a:r>
              <a:rPr dirty="0" spc="100" b="0">
                <a:latin typeface="Trebuchet MS"/>
                <a:cs typeface="Trebuchet MS"/>
              </a:rPr>
              <a:t>Concerns</a:t>
            </a:r>
            <a:r>
              <a:rPr dirty="0" spc="-85" b="0">
                <a:latin typeface="Trebuchet MS"/>
                <a:cs typeface="Trebuchet MS"/>
              </a:rPr>
              <a:t> </a:t>
            </a:r>
            <a:r>
              <a:rPr dirty="0" spc="-95" b="0">
                <a:latin typeface="Trebuchet MS"/>
                <a:cs typeface="Trebuchet MS"/>
              </a:rPr>
              <a:t>-</a:t>
            </a:r>
            <a:r>
              <a:rPr dirty="0" spc="-9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Clear</a:t>
            </a:r>
            <a:r>
              <a:rPr dirty="0" spc="-85" b="0">
                <a:latin typeface="Trebuchet MS"/>
                <a:cs typeface="Trebuchet MS"/>
              </a:rPr>
              <a:t> </a:t>
            </a:r>
            <a:r>
              <a:rPr dirty="0" spc="200" b="0">
                <a:latin typeface="Trebuchet MS"/>
                <a:cs typeface="Trebuchet MS"/>
              </a:rPr>
              <a:t>MVC</a:t>
            </a:r>
            <a:r>
              <a:rPr dirty="0" spc="-8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architecture</a:t>
            </a:r>
          </a:p>
          <a:p>
            <a:pPr marL="12700" marR="5080">
              <a:lnSpc>
                <a:spcPct val="113599"/>
              </a:lnSpc>
            </a:pPr>
            <a:r>
              <a:rPr dirty="0" spc="100" b="0">
                <a:latin typeface="Trebuchet MS"/>
                <a:cs typeface="Trebuchet MS"/>
              </a:rPr>
              <a:t>Robust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Data</a:t>
            </a:r>
            <a:r>
              <a:rPr dirty="0" spc="-1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Handling</a:t>
            </a:r>
            <a:r>
              <a:rPr dirty="0" spc="-15" b="0">
                <a:latin typeface="Trebuchet MS"/>
                <a:cs typeface="Trebuchet MS"/>
              </a:rPr>
              <a:t> </a:t>
            </a:r>
            <a:r>
              <a:rPr dirty="0" spc="-95" b="0">
                <a:latin typeface="Trebuchet MS"/>
                <a:cs typeface="Trebuchet MS"/>
              </a:rPr>
              <a:t>-</a:t>
            </a:r>
            <a:r>
              <a:rPr dirty="0" spc="-1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Multiple</a:t>
            </a:r>
            <a:r>
              <a:rPr dirty="0" spc="-15" b="0">
                <a:latin typeface="Trebuchet MS"/>
                <a:cs typeface="Trebuchet MS"/>
              </a:rPr>
              <a:t> </a:t>
            </a:r>
            <a:r>
              <a:rPr dirty="0" spc="75" b="0">
                <a:latin typeface="Trebuchet MS"/>
                <a:cs typeface="Trebuchet MS"/>
              </a:rPr>
              <a:t>storage</a:t>
            </a:r>
            <a:r>
              <a:rPr dirty="0" spc="-15" b="0">
                <a:latin typeface="Trebuchet MS"/>
                <a:cs typeface="Trebuchet MS"/>
              </a:rPr>
              <a:t> </a:t>
            </a:r>
            <a:r>
              <a:rPr dirty="0" spc="65" b="0">
                <a:latin typeface="Trebuchet MS"/>
                <a:cs typeface="Trebuchet MS"/>
              </a:rPr>
              <a:t>formats</a:t>
            </a:r>
            <a:r>
              <a:rPr dirty="0" spc="-1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with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spc="70" b="0">
                <a:latin typeface="Trebuchet MS"/>
                <a:cs typeface="Trebuchet MS"/>
              </a:rPr>
              <a:t>backup </a:t>
            </a:r>
            <a:r>
              <a:rPr dirty="0" spc="55" b="0">
                <a:latin typeface="Trebuchet MS"/>
                <a:cs typeface="Trebuchet MS"/>
              </a:rPr>
              <a:t>User-</a:t>
            </a:r>
            <a:r>
              <a:rPr dirty="0" b="0">
                <a:latin typeface="Trebuchet MS"/>
                <a:cs typeface="Trebuchet MS"/>
              </a:rPr>
              <a:t>Centric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spc="-95" b="0">
                <a:latin typeface="Trebuchet MS"/>
                <a:cs typeface="Trebuchet MS"/>
              </a:rPr>
              <a:t>-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Intuitive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interface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with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helpful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spc="45" b="0">
                <a:latin typeface="Trebuchet MS"/>
                <a:cs typeface="Trebuchet MS"/>
              </a:rPr>
              <a:t>feedback </a:t>
            </a:r>
            <a:r>
              <a:rPr dirty="0" spc="90" b="0">
                <a:latin typeface="Trebuchet MS"/>
                <a:cs typeface="Trebuchet MS"/>
              </a:rPr>
              <a:t>Background</a:t>
            </a:r>
            <a:r>
              <a:rPr dirty="0" spc="-95" b="0">
                <a:latin typeface="Trebuchet MS"/>
                <a:cs typeface="Trebuchet MS"/>
              </a:rPr>
              <a:t> </a:t>
            </a:r>
            <a:r>
              <a:rPr dirty="0" spc="105" b="0">
                <a:latin typeface="Trebuchet MS"/>
                <a:cs typeface="Trebuchet MS"/>
              </a:rPr>
              <a:t>Processing</a:t>
            </a:r>
            <a:r>
              <a:rPr dirty="0" spc="-95" b="0">
                <a:latin typeface="Trebuchet MS"/>
                <a:cs typeface="Trebuchet MS"/>
              </a:rPr>
              <a:t> - </a:t>
            </a:r>
            <a:r>
              <a:rPr dirty="0" spc="75" b="0">
                <a:latin typeface="Trebuchet MS"/>
                <a:cs typeface="Trebuchet MS"/>
              </a:rPr>
              <a:t>Non-</a:t>
            </a:r>
            <a:r>
              <a:rPr dirty="0" spc="50" b="0">
                <a:latin typeface="Trebuchet MS"/>
                <a:cs typeface="Trebuchet MS"/>
              </a:rPr>
              <a:t>blocking</a:t>
            </a:r>
            <a:r>
              <a:rPr dirty="0" spc="-95" b="0">
                <a:latin typeface="Trebuchet MS"/>
                <a:cs typeface="Trebuchet MS"/>
              </a:rPr>
              <a:t> </a:t>
            </a:r>
            <a:r>
              <a:rPr dirty="0" spc="60" b="0">
                <a:latin typeface="Trebuchet MS"/>
                <a:cs typeface="Trebuchet MS"/>
              </a:rPr>
              <a:t>operations</a:t>
            </a:r>
            <a:r>
              <a:rPr dirty="0" spc="-9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maintain </a:t>
            </a:r>
            <a:r>
              <a:rPr dirty="0" spc="95" b="0">
                <a:latin typeface="Trebuchet MS"/>
                <a:cs typeface="Trebuchet MS"/>
              </a:rPr>
              <a:t>responsiveness</a:t>
            </a: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b="0">
                <a:latin typeface="Trebuchet MS"/>
                <a:cs typeface="Trebuchet MS"/>
              </a:rPr>
              <a:t>Multi-</a:t>
            </a:r>
            <a:r>
              <a:rPr dirty="0" spc="95" b="0">
                <a:latin typeface="Trebuchet MS"/>
                <a:cs typeface="Trebuchet MS"/>
              </a:rPr>
              <a:t>User</a:t>
            </a:r>
            <a:r>
              <a:rPr dirty="0" spc="-5" b="0">
                <a:latin typeface="Trebuchet MS"/>
                <a:cs typeface="Trebuchet MS"/>
              </a:rPr>
              <a:t> </a:t>
            </a:r>
            <a:r>
              <a:rPr dirty="0" spc="-95" b="0">
                <a:latin typeface="Trebuchet MS"/>
                <a:cs typeface="Trebuchet MS"/>
              </a:rPr>
              <a:t>-</a:t>
            </a:r>
            <a:r>
              <a:rPr dirty="0" b="0">
                <a:latin typeface="Trebuchet MS"/>
                <a:cs typeface="Trebuchet MS"/>
              </a:rPr>
              <a:t> </a:t>
            </a:r>
            <a:r>
              <a:rPr dirty="0" spc="85" b="0">
                <a:latin typeface="Trebuchet MS"/>
                <a:cs typeface="Trebuchet MS"/>
              </a:rPr>
              <a:t>Secure</a:t>
            </a:r>
            <a:r>
              <a:rPr dirty="0" b="0">
                <a:latin typeface="Trebuchet MS"/>
                <a:cs typeface="Trebuchet MS"/>
              </a:rPr>
              <a:t> isolation between </a:t>
            </a:r>
            <a:r>
              <a:rPr dirty="0" spc="85" b="0">
                <a:latin typeface="Trebuchet MS"/>
                <a:cs typeface="Trebuchet MS"/>
              </a:rPr>
              <a:t>user</a:t>
            </a:r>
            <a:r>
              <a:rPr dirty="0" b="0">
                <a:latin typeface="Trebuchet MS"/>
                <a:cs typeface="Trebuchet MS"/>
              </a:rPr>
              <a:t> </a:t>
            </a:r>
            <a:r>
              <a:rPr dirty="0" spc="80" b="0">
                <a:latin typeface="Trebuchet MS"/>
                <a:cs typeface="Trebuchet MS"/>
              </a:rPr>
              <a:t>accounts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109776" y="2370653"/>
            <a:ext cx="6743700" cy="368427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300" b="1">
                <a:solidFill>
                  <a:srgbClr val="000440"/>
                </a:solidFill>
                <a:latin typeface="Trebuchet MS"/>
                <a:cs typeface="Trebuchet MS"/>
              </a:rPr>
              <a:t>Future</a:t>
            </a:r>
            <a:r>
              <a:rPr dirty="0" sz="2300" spc="-160" b="1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60" b="1">
                <a:solidFill>
                  <a:srgbClr val="000440"/>
                </a:solidFill>
                <a:latin typeface="Trebuchet MS"/>
                <a:cs typeface="Trebuchet MS"/>
              </a:rPr>
              <a:t>Enhancements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300" spc="50">
                <a:solidFill>
                  <a:srgbClr val="000440"/>
                </a:solidFill>
                <a:latin typeface="Trebuchet MS"/>
                <a:cs typeface="Trebuchet MS"/>
              </a:rPr>
              <a:t>Cloud</a:t>
            </a:r>
            <a:r>
              <a:rPr dirty="0" sz="23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60">
                <a:solidFill>
                  <a:srgbClr val="000440"/>
                </a:solidFill>
                <a:latin typeface="Trebuchet MS"/>
                <a:cs typeface="Trebuchet MS"/>
              </a:rPr>
              <a:t>synchronization</a:t>
            </a:r>
            <a:r>
              <a:rPr dirty="0" sz="2300" spc="-1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135">
                <a:solidFill>
                  <a:srgbClr val="000440"/>
                </a:solidFill>
                <a:latin typeface="Trebuchet MS"/>
                <a:cs typeface="Trebuchet MS"/>
              </a:rPr>
              <a:t>across</a:t>
            </a:r>
            <a:r>
              <a:rPr dirty="0" sz="23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60">
                <a:solidFill>
                  <a:srgbClr val="000440"/>
                </a:solidFill>
                <a:latin typeface="Trebuchet MS"/>
                <a:cs typeface="Trebuchet MS"/>
              </a:rPr>
              <a:t>devices</a:t>
            </a:r>
            <a:endParaRPr sz="2300">
              <a:latin typeface="Trebuchet MS"/>
              <a:cs typeface="Trebuchet MS"/>
            </a:endParaRPr>
          </a:p>
          <a:p>
            <a:pPr marL="12700" marR="5080">
              <a:lnSpc>
                <a:spcPct val="115999"/>
              </a:lnSpc>
            </a:pPr>
            <a:r>
              <a:rPr dirty="0" sz="2300" spc="60">
                <a:solidFill>
                  <a:srgbClr val="000440"/>
                </a:solidFill>
                <a:latin typeface="Trebuchet MS"/>
                <a:cs typeface="Trebuchet MS"/>
              </a:rPr>
              <a:t>Social</a:t>
            </a:r>
            <a:r>
              <a:rPr dirty="0" sz="2300" spc="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000440"/>
                </a:solidFill>
                <a:latin typeface="Trebuchet MS"/>
                <a:cs typeface="Trebuchet MS"/>
              </a:rPr>
              <a:t>features</a:t>
            </a:r>
            <a:r>
              <a:rPr dirty="0" sz="2300" spc="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000440"/>
                </a:solidFill>
                <a:latin typeface="Trebuchet MS"/>
                <a:cs typeface="Trebuchet MS"/>
              </a:rPr>
              <a:t>(share</a:t>
            </a:r>
            <a:r>
              <a:rPr dirty="0" sz="2300" spc="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000440"/>
                </a:solidFill>
                <a:latin typeface="Trebuchet MS"/>
                <a:cs typeface="Trebuchet MS"/>
              </a:rPr>
              <a:t>achievements,</a:t>
            </a:r>
            <a:r>
              <a:rPr dirty="0" sz="2300" spc="5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000440"/>
                </a:solidFill>
                <a:latin typeface="Trebuchet MS"/>
                <a:cs typeface="Trebuchet MS"/>
              </a:rPr>
              <a:t>challenges) </a:t>
            </a:r>
            <a:r>
              <a:rPr dirty="0" sz="2300" spc="-45">
                <a:solidFill>
                  <a:srgbClr val="000440"/>
                </a:solidFill>
                <a:latin typeface="Trebuchet MS"/>
                <a:cs typeface="Trebuchet MS"/>
              </a:rPr>
              <a:t>Al-</a:t>
            </a:r>
            <a:r>
              <a:rPr dirty="0" sz="2300" spc="60">
                <a:solidFill>
                  <a:srgbClr val="000440"/>
                </a:solidFill>
                <a:latin typeface="Trebuchet MS"/>
                <a:cs typeface="Trebuchet MS"/>
              </a:rPr>
              <a:t>powered</a:t>
            </a:r>
            <a:r>
              <a:rPr dirty="0" sz="23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105">
                <a:solidFill>
                  <a:srgbClr val="000440"/>
                </a:solidFill>
                <a:latin typeface="Trebuchet MS"/>
                <a:cs typeface="Trebuchet MS"/>
              </a:rPr>
              <a:t>mood</a:t>
            </a:r>
            <a:r>
              <a:rPr dirty="0" sz="23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80">
                <a:solidFill>
                  <a:srgbClr val="000440"/>
                </a:solidFill>
                <a:latin typeface="Trebuchet MS"/>
                <a:cs typeface="Trebuchet MS"/>
              </a:rPr>
              <a:t>analysis</a:t>
            </a:r>
            <a:r>
              <a:rPr dirty="0" sz="23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70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300" spc="-10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55">
                <a:solidFill>
                  <a:srgbClr val="000440"/>
                </a:solidFill>
                <a:latin typeface="Trebuchet MS"/>
                <a:cs typeface="Trebuchet MS"/>
              </a:rPr>
              <a:t>recommendations </a:t>
            </a:r>
            <a:r>
              <a:rPr dirty="0" sz="2300">
                <a:solidFill>
                  <a:srgbClr val="000440"/>
                </a:solidFill>
                <a:latin typeface="Trebuchet MS"/>
                <a:cs typeface="Trebuchet MS"/>
              </a:rPr>
              <a:t>Integration</a:t>
            </a:r>
            <a:r>
              <a:rPr dirty="0" sz="23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000440"/>
                </a:solidFill>
                <a:latin typeface="Trebuchet MS"/>
                <a:cs typeface="Trebuchet MS"/>
              </a:rPr>
              <a:t>with</a:t>
            </a:r>
            <a:r>
              <a:rPr dirty="0" sz="23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50">
                <a:solidFill>
                  <a:srgbClr val="000440"/>
                </a:solidFill>
                <a:latin typeface="Trebuchet MS"/>
                <a:cs typeface="Trebuchet MS"/>
              </a:rPr>
              <a:t>wearables</a:t>
            </a:r>
            <a:r>
              <a:rPr dirty="0" sz="23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70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3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65">
                <a:solidFill>
                  <a:srgbClr val="000440"/>
                </a:solidFill>
                <a:latin typeface="Trebuchet MS"/>
                <a:cs typeface="Trebuchet MS"/>
              </a:rPr>
              <a:t>fitness</a:t>
            </a:r>
            <a:r>
              <a:rPr dirty="0" sz="2300" spc="-7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40">
                <a:solidFill>
                  <a:srgbClr val="000440"/>
                </a:solidFill>
                <a:latin typeface="Trebuchet MS"/>
                <a:cs typeface="Trebuchet MS"/>
              </a:rPr>
              <a:t>trackers </a:t>
            </a:r>
            <a:r>
              <a:rPr dirty="0" sz="2300" spc="60">
                <a:solidFill>
                  <a:srgbClr val="000440"/>
                </a:solidFill>
                <a:latin typeface="Trebuchet MS"/>
                <a:cs typeface="Trebuchet MS"/>
              </a:rPr>
              <a:t>Mobile</a:t>
            </a:r>
            <a:r>
              <a:rPr dirty="0" sz="23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70">
                <a:solidFill>
                  <a:srgbClr val="000440"/>
                </a:solidFill>
                <a:latin typeface="Trebuchet MS"/>
                <a:cs typeface="Trebuchet MS"/>
              </a:rPr>
              <a:t>app</a:t>
            </a:r>
            <a:r>
              <a:rPr dirty="0" sz="2300" spc="-1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60">
                <a:solidFill>
                  <a:srgbClr val="000440"/>
                </a:solidFill>
                <a:latin typeface="Trebuchet MS"/>
                <a:cs typeface="Trebuchet MS"/>
              </a:rPr>
              <a:t>companion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300" spc="50">
                <a:solidFill>
                  <a:srgbClr val="000440"/>
                </a:solidFill>
                <a:latin typeface="Trebuchet MS"/>
                <a:cs typeface="Trebuchet MS"/>
              </a:rPr>
              <a:t>Voice</a:t>
            </a:r>
            <a:r>
              <a:rPr dirty="0" sz="2300" spc="-12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000440"/>
                </a:solidFill>
                <a:latin typeface="Trebuchet MS"/>
                <a:cs typeface="Trebuchet MS"/>
              </a:rPr>
              <a:t>journal</a:t>
            </a:r>
            <a:r>
              <a:rPr dirty="0" sz="2300" spc="-12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000440"/>
                </a:solidFill>
                <a:latin typeface="Trebuchet MS"/>
                <a:cs typeface="Trebuchet MS"/>
              </a:rPr>
              <a:t>entries</a:t>
            </a:r>
            <a:endParaRPr sz="2300">
              <a:latin typeface="Trebuchet MS"/>
              <a:cs typeface="Trebuchet MS"/>
            </a:endParaRPr>
          </a:p>
          <a:p>
            <a:pPr marL="12700" marR="1175385">
              <a:lnSpc>
                <a:spcPct val="115999"/>
              </a:lnSpc>
            </a:pPr>
            <a:r>
              <a:rPr dirty="0" sz="2300" spc="45">
                <a:solidFill>
                  <a:srgbClr val="000440"/>
                </a:solidFill>
                <a:latin typeface="Trebuchet MS"/>
                <a:cs typeface="Trebuchet MS"/>
              </a:rPr>
              <a:t>Customizable</a:t>
            </a:r>
            <a:r>
              <a:rPr dirty="0" sz="2300" spc="-65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000440"/>
                </a:solidFill>
                <a:latin typeface="Trebuchet MS"/>
                <a:cs typeface="Trebuchet MS"/>
              </a:rPr>
              <a:t>meditation</a:t>
            </a:r>
            <a:r>
              <a:rPr dirty="0" sz="2300" spc="-6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85">
                <a:solidFill>
                  <a:srgbClr val="000440"/>
                </a:solidFill>
                <a:latin typeface="Trebuchet MS"/>
                <a:cs typeface="Trebuchet MS"/>
              </a:rPr>
              <a:t>programs </a:t>
            </a:r>
            <a:r>
              <a:rPr dirty="0" sz="2300" spc="65">
                <a:solidFill>
                  <a:srgbClr val="000440"/>
                </a:solidFill>
                <a:latin typeface="Trebuchet MS"/>
                <a:cs typeface="Trebuchet MS"/>
              </a:rPr>
              <a:t>Community</a:t>
            </a:r>
            <a:r>
              <a:rPr dirty="0" sz="2300" spc="-114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55">
                <a:solidFill>
                  <a:srgbClr val="000440"/>
                </a:solidFill>
                <a:latin typeface="Trebuchet MS"/>
                <a:cs typeface="Trebuchet MS"/>
              </a:rPr>
              <a:t>challenges</a:t>
            </a:r>
            <a:r>
              <a:rPr dirty="0" sz="2300" spc="-1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70">
                <a:solidFill>
                  <a:srgbClr val="000440"/>
                </a:solidFill>
                <a:latin typeface="Trebuchet MS"/>
                <a:cs typeface="Trebuchet MS"/>
              </a:rPr>
              <a:t>and</a:t>
            </a:r>
            <a:r>
              <a:rPr dirty="0" sz="2300" spc="-110">
                <a:solidFill>
                  <a:srgbClr val="000440"/>
                </a:solidFill>
                <a:latin typeface="Trebuchet MS"/>
                <a:cs typeface="Trebuchet MS"/>
              </a:rPr>
              <a:t> </a:t>
            </a:r>
            <a:r>
              <a:rPr dirty="0" sz="2300" spc="40">
                <a:solidFill>
                  <a:srgbClr val="000440"/>
                </a:solidFill>
                <a:latin typeface="Trebuchet MS"/>
                <a:cs typeface="Trebuchet MS"/>
              </a:rPr>
              <a:t>leaderboards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AE4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5792317" y="-80085"/>
            <a:ext cx="12570460" cy="10308590"/>
            <a:chOff x="5792317" y="-80085"/>
            <a:chExt cx="12570460" cy="10308590"/>
          </a:xfrm>
        </p:grpSpPr>
        <p:sp>
          <p:nvSpPr>
            <p:cNvPr id="4" name="object 4" descr=""/>
            <p:cNvSpPr/>
            <p:nvPr/>
          </p:nvSpPr>
          <p:spPr>
            <a:xfrm>
              <a:off x="5792317" y="-80085"/>
              <a:ext cx="12570460" cy="10308590"/>
            </a:xfrm>
            <a:custGeom>
              <a:avLst/>
              <a:gdLst/>
              <a:ahLst/>
              <a:cxnLst/>
              <a:rect l="l" t="t" r="r" b="b"/>
              <a:pathLst>
                <a:path w="12570460" h="10308590">
                  <a:moveTo>
                    <a:pt x="12513117" y="3420191"/>
                  </a:moveTo>
                  <a:lnTo>
                    <a:pt x="10320892" y="996022"/>
                  </a:lnTo>
                  <a:lnTo>
                    <a:pt x="10445892" y="944901"/>
                  </a:lnTo>
                  <a:lnTo>
                    <a:pt x="10622105" y="1139758"/>
                  </a:lnTo>
                  <a:lnTo>
                    <a:pt x="10744335" y="1085576"/>
                  </a:lnTo>
                  <a:lnTo>
                    <a:pt x="10853062" y="1205806"/>
                  </a:lnTo>
                  <a:lnTo>
                    <a:pt x="10973640" y="1149797"/>
                  </a:lnTo>
                  <a:lnTo>
                    <a:pt x="11051041" y="1235387"/>
                  </a:lnTo>
                  <a:lnTo>
                    <a:pt x="11170492" y="1178131"/>
                  </a:lnTo>
                  <a:lnTo>
                    <a:pt x="11244771" y="1260269"/>
                  </a:lnTo>
                  <a:lnTo>
                    <a:pt x="11363267" y="1201958"/>
                  </a:lnTo>
                  <a:lnTo>
                    <a:pt x="11434944" y="1281218"/>
                  </a:lnTo>
                  <a:lnTo>
                    <a:pt x="11552659" y="1222043"/>
                  </a:lnTo>
                  <a:lnTo>
                    <a:pt x="11622253" y="1299000"/>
                  </a:lnTo>
                  <a:lnTo>
                    <a:pt x="11739361" y="1239153"/>
                  </a:lnTo>
                  <a:lnTo>
                    <a:pt x="11784821" y="1289423"/>
                  </a:lnTo>
                  <a:lnTo>
                    <a:pt x="11901587" y="1229198"/>
                  </a:lnTo>
                  <a:lnTo>
                    <a:pt x="11968785" y="1303506"/>
                  </a:lnTo>
                  <a:lnTo>
                    <a:pt x="12085246" y="1242944"/>
                  </a:lnTo>
                  <a:lnTo>
                    <a:pt x="12129640" y="1292035"/>
                  </a:lnTo>
                  <a:lnTo>
                    <a:pt x="12245987" y="1231346"/>
                  </a:lnTo>
                  <a:lnTo>
                    <a:pt x="12312382" y="1304766"/>
                  </a:lnTo>
                  <a:lnTo>
                    <a:pt x="12428727" y="1244076"/>
                  </a:lnTo>
                  <a:lnTo>
                    <a:pt x="12495681" y="1318114"/>
                  </a:lnTo>
                  <a:lnTo>
                    <a:pt x="12513117" y="3420191"/>
                  </a:lnTo>
                  <a:close/>
                </a:path>
                <a:path w="12570460" h="10308590">
                  <a:moveTo>
                    <a:pt x="3496023" y="10300770"/>
                  </a:moveTo>
                  <a:lnTo>
                    <a:pt x="1373572" y="7953758"/>
                  </a:lnTo>
                  <a:lnTo>
                    <a:pt x="1440148" y="7838033"/>
                  </a:lnTo>
                  <a:lnTo>
                    <a:pt x="1359302" y="7748633"/>
                  </a:lnTo>
                  <a:lnTo>
                    <a:pt x="1427253" y="7634428"/>
                  </a:lnTo>
                  <a:lnTo>
                    <a:pt x="1350766" y="7549849"/>
                  </a:lnTo>
                  <a:lnTo>
                    <a:pt x="1420248" y="7437337"/>
                  </a:lnTo>
                  <a:lnTo>
                    <a:pt x="1351926" y="7361786"/>
                  </a:lnTo>
                  <a:lnTo>
                    <a:pt x="1424190" y="7252351"/>
                  </a:lnTo>
                  <a:lnTo>
                    <a:pt x="1360726" y="7182173"/>
                  </a:lnTo>
                  <a:lnTo>
                    <a:pt x="1434498" y="7074405"/>
                  </a:lnTo>
                  <a:lnTo>
                    <a:pt x="1394663" y="7030355"/>
                  </a:lnTo>
                  <a:lnTo>
                    <a:pt x="1469420" y="6923676"/>
                  </a:lnTo>
                  <a:lnTo>
                    <a:pt x="1431428" y="6881665"/>
                  </a:lnTo>
                  <a:lnTo>
                    <a:pt x="1507043" y="6775936"/>
                  </a:lnTo>
                  <a:lnTo>
                    <a:pt x="1470644" y="6735685"/>
                  </a:lnTo>
                  <a:lnTo>
                    <a:pt x="1546992" y="6630766"/>
                  </a:lnTo>
                  <a:lnTo>
                    <a:pt x="1511934" y="6591998"/>
                  </a:lnTo>
                  <a:lnTo>
                    <a:pt x="1588890" y="6487752"/>
                  </a:lnTo>
                  <a:lnTo>
                    <a:pt x="1554921" y="6450189"/>
                  </a:lnTo>
                  <a:lnTo>
                    <a:pt x="1632360" y="6346475"/>
                  </a:lnTo>
                  <a:lnTo>
                    <a:pt x="1599229" y="6309840"/>
                  </a:lnTo>
                  <a:lnTo>
                    <a:pt x="1677024" y="6206520"/>
                  </a:lnTo>
                  <a:lnTo>
                    <a:pt x="1644481" y="6170534"/>
                  </a:lnTo>
                  <a:lnTo>
                    <a:pt x="1722507" y="6067470"/>
                  </a:lnTo>
                  <a:lnTo>
                    <a:pt x="1690300" y="6031856"/>
                  </a:lnTo>
                  <a:lnTo>
                    <a:pt x="1752373" y="5911152"/>
                  </a:lnTo>
                  <a:lnTo>
                    <a:pt x="1736309" y="5893388"/>
                  </a:lnTo>
                  <a:lnTo>
                    <a:pt x="1814419" y="5790417"/>
                  </a:lnTo>
                  <a:lnTo>
                    <a:pt x="1782131" y="5754713"/>
                  </a:lnTo>
                  <a:lnTo>
                    <a:pt x="1860096" y="5651581"/>
                  </a:lnTo>
                  <a:lnTo>
                    <a:pt x="1827390" y="5615415"/>
                  </a:lnTo>
                  <a:lnTo>
                    <a:pt x="1905083" y="5511984"/>
                  </a:lnTo>
                  <a:lnTo>
                    <a:pt x="1871709" y="5475078"/>
                  </a:lnTo>
                  <a:lnTo>
                    <a:pt x="1949005" y="5371207"/>
                  </a:lnTo>
                  <a:lnTo>
                    <a:pt x="1914710" y="5333284"/>
                  </a:lnTo>
                  <a:lnTo>
                    <a:pt x="1991483" y="5228835"/>
                  </a:lnTo>
                  <a:lnTo>
                    <a:pt x="1937947" y="5169635"/>
                  </a:lnTo>
                  <a:lnTo>
                    <a:pt x="2013828" y="5064199"/>
                  </a:lnTo>
                  <a:lnTo>
                    <a:pt x="1976411" y="5022823"/>
                  </a:lnTo>
                  <a:lnTo>
                    <a:pt x="2051476" y="4916485"/>
                  </a:lnTo>
                  <a:lnTo>
                    <a:pt x="2012301" y="4873165"/>
                  </a:lnTo>
                  <a:lnTo>
                    <a:pt x="2086424" y="4765786"/>
                  </a:lnTo>
                  <a:lnTo>
                    <a:pt x="2024102" y="4696870"/>
                  </a:lnTo>
                  <a:lnTo>
                    <a:pt x="2096775" y="4587887"/>
                  </a:lnTo>
                  <a:lnTo>
                    <a:pt x="2029766" y="4513788"/>
                  </a:lnTo>
                  <a:lnTo>
                    <a:pt x="2100765" y="4402954"/>
                  </a:lnTo>
                  <a:lnTo>
                    <a:pt x="2003306" y="4295184"/>
                  </a:lnTo>
                  <a:lnTo>
                    <a:pt x="2071899" y="4181689"/>
                  </a:lnTo>
                  <a:lnTo>
                    <a:pt x="1962647" y="4060878"/>
                  </a:lnTo>
                  <a:lnTo>
                    <a:pt x="2027282" y="3943006"/>
                  </a:lnTo>
                  <a:lnTo>
                    <a:pt x="1844031" y="3740367"/>
                  </a:lnTo>
                  <a:lnTo>
                    <a:pt x="1906819" y="3620452"/>
                  </a:lnTo>
                  <a:lnTo>
                    <a:pt x="535636" y="2104194"/>
                  </a:lnTo>
                  <a:lnTo>
                    <a:pt x="595777" y="1981354"/>
                  </a:lnTo>
                  <a:lnTo>
                    <a:pt x="162513" y="1502249"/>
                  </a:lnTo>
                  <a:lnTo>
                    <a:pt x="224390" y="1381328"/>
                  </a:lnTo>
                  <a:lnTo>
                    <a:pt x="45553" y="1183569"/>
                  </a:lnTo>
                  <a:lnTo>
                    <a:pt x="111846" y="1067531"/>
                  </a:lnTo>
                  <a:lnTo>
                    <a:pt x="4509" y="948838"/>
                  </a:lnTo>
                  <a:lnTo>
                    <a:pt x="73126" y="835369"/>
                  </a:lnTo>
                  <a:lnTo>
                    <a:pt x="0" y="754506"/>
                  </a:lnTo>
                  <a:lnTo>
                    <a:pt x="71148" y="643837"/>
                  </a:lnTo>
                  <a:lnTo>
                    <a:pt x="27270" y="595316"/>
                  </a:lnTo>
                  <a:lnTo>
                    <a:pt x="100709" y="487181"/>
                  </a:lnTo>
                  <a:lnTo>
                    <a:pt x="43622" y="424053"/>
                  </a:lnTo>
                  <a:lnTo>
                    <a:pt x="120640" y="319875"/>
                  </a:lnTo>
                  <a:lnTo>
                    <a:pt x="89285" y="285203"/>
                  </a:lnTo>
                  <a:lnTo>
                    <a:pt x="169379" y="184427"/>
                  </a:lnTo>
                  <a:lnTo>
                    <a:pt x="144514" y="156930"/>
                  </a:lnTo>
                  <a:lnTo>
                    <a:pt x="228021" y="59927"/>
                  </a:lnTo>
                  <a:lnTo>
                    <a:pt x="218517" y="49418"/>
                  </a:lnTo>
                  <a:lnTo>
                    <a:pt x="9591398" y="0"/>
                  </a:lnTo>
                  <a:lnTo>
                    <a:pt x="9592279" y="974"/>
                  </a:lnTo>
                  <a:lnTo>
                    <a:pt x="9529589" y="120997"/>
                  </a:lnTo>
                  <a:lnTo>
                    <a:pt x="12513117" y="3420191"/>
                  </a:lnTo>
                  <a:lnTo>
                    <a:pt x="12570180" y="10299713"/>
                  </a:lnTo>
                  <a:lnTo>
                    <a:pt x="3496023" y="10300770"/>
                  </a:lnTo>
                  <a:close/>
                </a:path>
                <a:path w="12570460" h="10308590">
                  <a:moveTo>
                    <a:pt x="3331781" y="10308496"/>
                  </a:moveTo>
                  <a:lnTo>
                    <a:pt x="1451464" y="8229236"/>
                  </a:lnTo>
                  <a:lnTo>
                    <a:pt x="1516269" y="8111552"/>
                  </a:lnTo>
                  <a:lnTo>
                    <a:pt x="3458232" y="10258981"/>
                  </a:lnTo>
                  <a:lnTo>
                    <a:pt x="3331781" y="10308496"/>
                  </a:lnTo>
                  <a:close/>
                </a:path>
                <a:path w="12570460" h="10308590">
                  <a:moveTo>
                    <a:pt x="2944518" y="10069605"/>
                  </a:moveTo>
                  <a:lnTo>
                    <a:pt x="1569767" y="8549402"/>
                  </a:lnTo>
                  <a:lnTo>
                    <a:pt x="1632949" y="8429923"/>
                  </a:lnTo>
                  <a:lnTo>
                    <a:pt x="3071538" y="10020718"/>
                  </a:lnTo>
                  <a:lnTo>
                    <a:pt x="2944518" y="10069605"/>
                  </a:lnTo>
                  <a:close/>
                </a:path>
                <a:path w="12570460" h="10308590">
                  <a:moveTo>
                    <a:pt x="2451954" y="9714272"/>
                  </a:moveTo>
                  <a:lnTo>
                    <a:pt x="1827316" y="9023544"/>
                  </a:lnTo>
                  <a:lnTo>
                    <a:pt x="1888911" y="8902311"/>
                  </a:lnTo>
                  <a:lnTo>
                    <a:pt x="2578620" y="9664993"/>
                  </a:lnTo>
                  <a:lnTo>
                    <a:pt x="2451954" y="9714272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511409" y="-12201"/>
              <a:ext cx="5775960" cy="6189345"/>
            </a:xfrm>
            <a:custGeom>
              <a:avLst/>
              <a:gdLst/>
              <a:ahLst/>
              <a:cxnLst/>
              <a:rect l="l" t="t" r="r" b="b"/>
              <a:pathLst>
                <a:path w="5775959" h="6189345">
                  <a:moveTo>
                    <a:pt x="1830461" y="6127365"/>
                  </a:moveTo>
                  <a:lnTo>
                    <a:pt x="1489147" y="6188643"/>
                  </a:lnTo>
                  <a:lnTo>
                    <a:pt x="1277697" y="6149188"/>
                  </a:lnTo>
                  <a:lnTo>
                    <a:pt x="1240600" y="6130042"/>
                  </a:lnTo>
                  <a:lnTo>
                    <a:pt x="1205845" y="6123379"/>
                  </a:lnTo>
                  <a:lnTo>
                    <a:pt x="1058706" y="6046571"/>
                  </a:lnTo>
                  <a:lnTo>
                    <a:pt x="1019866" y="6014836"/>
                  </a:lnTo>
                  <a:lnTo>
                    <a:pt x="989357" y="5994507"/>
                  </a:lnTo>
                  <a:lnTo>
                    <a:pt x="960637" y="5973857"/>
                  </a:lnTo>
                  <a:lnTo>
                    <a:pt x="931425" y="5940392"/>
                  </a:lnTo>
                  <a:lnTo>
                    <a:pt x="906173" y="5919120"/>
                  </a:lnTo>
                  <a:lnTo>
                    <a:pt x="882598" y="5897546"/>
                  </a:lnTo>
                  <a:lnTo>
                    <a:pt x="858421" y="5863178"/>
                  </a:lnTo>
                  <a:lnTo>
                    <a:pt x="838092" y="5841022"/>
                  </a:lnTo>
                  <a:lnTo>
                    <a:pt x="817087" y="5806084"/>
                  </a:lnTo>
                  <a:lnTo>
                    <a:pt x="799857" y="5783371"/>
                  </a:lnTo>
                  <a:lnTo>
                    <a:pt x="781877" y="5747890"/>
                  </a:lnTo>
                  <a:lnTo>
                    <a:pt x="765354" y="5712147"/>
                  </a:lnTo>
                  <a:lnTo>
                    <a:pt x="752495" y="5688650"/>
                  </a:lnTo>
                  <a:lnTo>
                    <a:pt x="738775" y="5652404"/>
                  </a:lnTo>
                  <a:lnTo>
                    <a:pt x="726401" y="5615916"/>
                  </a:lnTo>
                  <a:lnTo>
                    <a:pt x="715337" y="5579193"/>
                  </a:lnTo>
                  <a:lnTo>
                    <a:pt x="705546" y="5542242"/>
                  </a:lnTo>
                  <a:lnTo>
                    <a:pt x="691878" y="5480181"/>
                  </a:lnTo>
                  <a:lnTo>
                    <a:pt x="685683" y="5442584"/>
                  </a:lnTo>
                  <a:lnTo>
                    <a:pt x="680614" y="5404785"/>
                  </a:lnTo>
                  <a:lnTo>
                    <a:pt x="676633" y="5366790"/>
                  </a:lnTo>
                  <a:lnTo>
                    <a:pt x="673703" y="5328607"/>
                  </a:lnTo>
                  <a:lnTo>
                    <a:pt x="669544" y="5277741"/>
                  </a:lnTo>
                  <a:lnTo>
                    <a:pt x="668607" y="5239201"/>
                  </a:lnTo>
                  <a:lnTo>
                    <a:pt x="668610" y="5200491"/>
                  </a:lnTo>
                  <a:lnTo>
                    <a:pt x="669517" y="5161619"/>
                  </a:lnTo>
                  <a:lnTo>
                    <a:pt x="671292" y="5122591"/>
                  </a:lnTo>
                  <a:lnTo>
                    <a:pt x="671652" y="5070914"/>
                  </a:lnTo>
                  <a:lnTo>
                    <a:pt x="675050" y="5031595"/>
                  </a:lnTo>
                  <a:lnTo>
                    <a:pt x="679205" y="4992140"/>
                  </a:lnTo>
                  <a:lnTo>
                    <a:pt x="681835" y="4940055"/>
                  </a:lnTo>
                  <a:lnTo>
                    <a:pt x="687391" y="4900348"/>
                  </a:lnTo>
                  <a:lnTo>
                    <a:pt x="693594" y="4860526"/>
                  </a:lnTo>
                  <a:lnTo>
                    <a:pt x="698161" y="4808093"/>
                  </a:lnTo>
                  <a:lnTo>
                    <a:pt x="705545" y="4768059"/>
                  </a:lnTo>
                  <a:lnTo>
                    <a:pt x="711220" y="4715428"/>
                  </a:lnTo>
                  <a:lnTo>
                    <a:pt x="719637" y="4675207"/>
                  </a:lnTo>
                  <a:lnTo>
                    <a:pt x="728516" y="4634904"/>
                  </a:lnTo>
                  <a:lnTo>
                    <a:pt x="735575" y="4582024"/>
                  </a:lnTo>
                  <a:lnTo>
                    <a:pt x="745266" y="4541575"/>
                  </a:lnTo>
                  <a:lnTo>
                    <a:pt x="753063" y="4488563"/>
                  </a:lnTo>
                  <a:lnTo>
                    <a:pt x="763419" y="4447995"/>
                  </a:lnTo>
                  <a:lnTo>
                    <a:pt x="771808" y="4394876"/>
                  </a:lnTo>
                  <a:lnTo>
                    <a:pt x="780437" y="4341715"/>
                  </a:lnTo>
                  <a:lnTo>
                    <a:pt x="791514" y="4301017"/>
                  </a:lnTo>
                  <a:lnTo>
                    <a:pt x="800513" y="4247789"/>
                  </a:lnTo>
                  <a:lnTo>
                    <a:pt x="811886" y="4207038"/>
                  </a:lnTo>
                  <a:lnTo>
                    <a:pt x="841925" y="4059711"/>
                  </a:lnTo>
                  <a:lnTo>
                    <a:pt x="851203" y="4006433"/>
                  </a:lnTo>
                  <a:lnTo>
                    <a:pt x="862671" y="3965665"/>
                  </a:lnTo>
                  <a:lnTo>
                    <a:pt x="871803" y="3912413"/>
                  </a:lnTo>
                  <a:lnTo>
                    <a:pt x="880807" y="3859185"/>
                  </a:lnTo>
                  <a:lnTo>
                    <a:pt x="891890" y="3818486"/>
                  </a:lnTo>
                  <a:lnTo>
                    <a:pt x="900526" y="3765323"/>
                  </a:lnTo>
                  <a:lnTo>
                    <a:pt x="911167" y="3724703"/>
                  </a:lnTo>
                  <a:lnTo>
                    <a:pt x="919288" y="3671633"/>
                  </a:lnTo>
                  <a:lnTo>
                    <a:pt x="927096" y="3618619"/>
                  </a:lnTo>
                  <a:lnTo>
                    <a:pt x="936799" y="3578168"/>
                  </a:lnTo>
                  <a:lnTo>
                    <a:pt x="943871" y="3525286"/>
                  </a:lnTo>
                  <a:lnTo>
                    <a:pt x="950519" y="3472480"/>
                  </a:lnTo>
                  <a:lnTo>
                    <a:pt x="958952" y="3432257"/>
                  </a:lnTo>
                  <a:lnTo>
                    <a:pt x="964643" y="3379623"/>
                  </a:lnTo>
                  <a:lnTo>
                    <a:pt x="972044" y="3339585"/>
                  </a:lnTo>
                  <a:lnTo>
                    <a:pt x="976630" y="3287149"/>
                  </a:lnTo>
                  <a:lnTo>
                    <a:pt x="982852" y="3247323"/>
                  </a:lnTo>
                  <a:lnTo>
                    <a:pt x="986186" y="3195112"/>
                  </a:lnTo>
                  <a:lnTo>
                    <a:pt x="988838" y="3143024"/>
                  </a:lnTo>
                  <a:lnTo>
                    <a:pt x="993016" y="3103565"/>
                  </a:lnTo>
                  <a:lnTo>
                    <a:pt x="994194" y="3051741"/>
                  </a:lnTo>
                  <a:lnTo>
                    <a:pt x="996824" y="3012560"/>
                  </a:lnTo>
                  <a:lnTo>
                    <a:pt x="998625" y="2973527"/>
                  </a:lnTo>
                  <a:lnTo>
                    <a:pt x="997317" y="2922150"/>
                  </a:lnTo>
                  <a:lnTo>
                    <a:pt x="997349" y="2883435"/>
                  </a:lnTo>
                  <a:lnTo>
                    <a:pt x="994198" y="2832388"/>
                  </a:lnTo>
                  <a:lnTo>
                    <a:pt x="992314" y="2794017"/>
                  </a:lnTo>
                  <a:lnTo>
                    <a:pt x="987173" y="2743328"/>
                  </a:lnTo>
                  <a:lnTo>
                    <a:pt x="983226" y="2705328"/>
                  </a:lnTo>
                  <a:lnTo>
                    <a:pt x="978191" y="2667522"/>
                  </a:lnTo>
                  <a:lnTo>
                    <a:pt x="969789" y="2617419"/>
                  </a:lnTo>
                  <a:lnTo>
                    <a:pt x="960239" y="2567521"/>
                  </a:lnTo>
                  <a:lnTo>
                    <a:pt x="949572" y="2517824"/>
                  </a:lnTo>
                  <a:lnTo>
                    <a:pt x="937829" y="2468320"/>
                  </a:lnTo>
                  <a:lnTo>
                    <a:pt x="927297" y="2431502"/>
                  </a:lnTo>
                  <a:lnTo>
                    <a:pt x="913530" y="2382361"/>
                  </a:lnTo>
                  <a:lnTo>
                    <a:pt x="898815" y="2333391"/>
                  </a:lnTo>
                  <a:lnTo>
                    <a:pt x="885437" y="2297083"/>
                  </a:lnTo>
                  <a:lnTo>
                    <a:pt x="868951" y="2248431"/>
                  </a:lnTo>
                  <a:lnTo>
                    <a:pt x="853886" y="2212426"/>
                  </a:lnTo>
                  <a:lnTo>
                    <a:pt x="838042" y="2176562"/>
                  </a:lnTo>
                  <a:lnTo>
                    <a:pt x="821460" y="2140830"/>
                  </a:lnTo>
                  <a:lnTo>
                    <a:pt x="804183" y="2105222"/>
                  </a:lnTo>
                  <a:lnTo>
                    <a:pt x="786253" y="2069732"/>
                  </a:lnTo>
                  <a:lnTo>
                    <a:pt x="767711" y="2034352"/>
                  </a:lnTo>
                  <a:lnTo>
                    <a:pt x="748601" y="1999074"/>
                  </a:lnTo>
                  <a:lnTo>
                    <a:pt x="728964" y="1963890"/>
                  </a:lnTo>
                  <a:lnTo>
                    <a:pt x="711087" y="1941294"/>
                  </a:lnTo>
                  <a:lnTo>
                    <a:pt x="690524" y="1906277"/>
                  </a:lnTo>
                  <a:lnTo>
                    <a:pt x="669560" y="1871331"/>
                  </a:lnTo>
                  <a:lnTo>
                    <a:pt x="650483" y="1848950"/>
                  </a:lnTo>
                  <a:lnTo>
                    <a:pt x="628847" y="1814125"/>
                  </a:lnTo>
                  <a:lnTo>
                    <a:pt x="609181" y="1791850"/>
                  </a:lnTo>
                  <a:lnTo>
                    <a:pt x="587040" y="1757116"/>
                  </a:lnTo>
                  <a:lnTo>
                    <a:pt x="566954" y="1734916"/>
                  </a:lnTo>
                  <a:lnTo>
                    <a:pt x="546721" y="1712742"/>
                  </a:lnTo>
                  <a:lnTo>
                    <a:pt x="524140" y="1678087"/>
                  </a:lnTo>
                  <a:lnTo>
                    <a:pt x="483322" y="1633803"/>
                  </a:lnTo>
                  <a:lnTo>
                    <a:pt x="460681" y="1599159"/>
                  </a:lnTo>
                  <a:lnTo>
                    <a:pt x="440348" y="1577003"/>
                  </a:lnTo>
                  <a:lnTo>
                    <a:pt x="420122" y="1554829"/>
                  </a:lnTo>
                  <a:lnTo>
                    <a:pt x="397800" y="1520127"/>
                  </a:lnTo>
                  <a:lnTo>
                    <a:pt x="377914" y="1497891"/>
                  </a:lnTo>
                  <a:lnTo>
                    <a:pt x="358261" y="1475613"/>
                  </a:lnTo>
                  <a:lnTo>
                    <a:pt x="336640" y="1440786"/>
                  </a:lnTo>
                  <a:lnTo>
                    <a:pt x="317580" y="1418402"/>
                  </a:lnTo>
                  <a:lnTo>
                    <a:pt x="298880" y="1395953"/>
                  </a:lnTo>
                  <a:lnTo>
                    <a:pt x="278338" y="1360932"/>
                  </a:lnTo>
                  <a:lnTo>
                    <a:pt x="260484" y="1338331"/>
                  </a:lnTo>
                  <a:lnTo>
                    <a:pt x="240873" y="1303143"/>
                  </a:lnTo>
                  <a:lnTo>
                    <a:pt x="224034" y="1280360"/>
                  </a:lnTo>
                  <a:lnTo>
                    <a:pt x="205523" y="1244974"/>
                  </a:lnTo>
                  <a:lnTo>
                    <a:pt x="187624" y="1209479"/>
                  </a:lnTo>
                  <a:lnTo>
                    <a:pt x="172626" y="1186365"/>
                  </a:lnTo>
                  <a:lnTo>
                    <a:pt x="156080" y="1150627"/>
                  </a:lnTo>
                  <a:lnTo>
                    <a:pt x="140274" y="1114755"/>
                  </a:lnTo>
                  <a:lnTo>
                    <a:pt x="125251" y="1078743"/>
                  </a:lnTo>
                  <a:lnTo>
                    <a:pt x="111051" y="1042584"/>
                  </a:lnTo>
                  <a:lnTo>
                    <a:pt x="97718" y="1006268"/>
                  </a:lnTo>
                  <a:lnTo>
                    <a:pt x="85294" y="969790"/>
                  </a:lnTo>
                  <a:lnTo>
                    <a:pt x="73820" y="933140"/>
                  </a:lnTo>
                  <a:lnTo>
                    <a:pt x="61096" y="883813"/>
                  </a:lnTo>
                  <a:lnTo>
                    <a:pt x="51651" y="846799"/>
                  </a:lnTo>
                  <a:lnTo>
                    <a:pt x="41039" y="797092"/>
                  </a:lnTo>
                  <a:lnTo>
                    <a:pt x="33791" y="759684"/>
                  </a:lnTo>
                  <a:lnTo>
                    <a:pt x="25461" y="709568"/>
                  </a:lnTo>
                  <a:lnTo>
                    <a:pt x="18335" y="659235"/>
                  </a:lnTo>
                  <a:lnTo>
                    <a:pt x="12455" y="608678"/>
                  </a:lnTo>
                  <a:lnTo>
                    <a:pt x="7864" y="557890"/>
                  </a:lnTo>
                  <a:lnTo>
                    <a:pt x="4603" y="506863"/>
                  </a:lnTo>
                  <a:lnTo>
                    <a:pt x="2716" y="455590"/>
                  </a:lnTo>
                  <a:lnTo>
                    <a:pt x="0" y="391562"/>
                  </a:lnTo>
                  <a:lnTo>
                    <a:pt x="985" y="339773"/>
                  </a:lnTo>
                  <a:lnTo>
                    <a:pt x="1204" y="301025"/>
                  </a:lnTo>
                  <a:lnTo>
                    <a:pt x="2070" y="262160"/>
                  </a:lnTo>
                  <a:lnTo>
                    <a:pt x="3584" y="223179"/>
                  </a:lnTo>
                  <a:lnTo>
                    <a:pt x="5746" y="184082"/>
                  </a:lnTo>
                  <a:lnTo>
                    <a:pt x="8555" y="144868"/>
                  </a:lnTo>
                  <a:lnTo>
                    <a:pt x="12011" y="105539"/>
                  </a:lnTo>
                  <a:lnTo>
                    <a:pt x="18359" y="78593"/>
                  </a:lnTo>
                  <a:lnTo>
                    <a:pt x="23110" y="39031"/>
                  </a:lnTo>
                  <a:lnTo>
                    <a:pt x="28812" y="12201"/>
                  </a:lnTo>
                  <a:lnTo>
                    <a:pt x="5774399" y="0"/>
                  </a:lnTo>
                  <a:lnTo>
                    <a:pt x="5775516" y="4864252"/>
                  </a:lnTo>
                  <a:lnTo>
                    <a:pt x="3483787" y="5275701"/>
                  </a:lnTo>
                  <a:lnTo>
                    <a:pt x="3438177" y="5296793"/>
                  </a:lnTo>
                  <a:lnTo>
                    <a:pt x="3343707" y="5313754"/>
                  </a:lnTo>
                  <a:lnTo>
                    <a:pt x="3255341" y="5355425"/>
                  </a:lnTo>
                  <a:lnTo>
                    <a:pt x="3209506" y="5363654"/>
                  </a:lnTo>
                  <a:lnTo>
                    <a:pt x="2874281" y="5527063"/>
                  </a:lnTo>
                  <a:lnTo>
                    <a:pt x="2754406" y="5587295"/>
                  </a:lnTo>
                  <a:lnTo>
                    <a:pt x="2717355" y="5619753"/>
                  </a:lnTo>
                  <a:lnTo>
                    <a:pt x="2639730" y="5659495"/>
                  </a:lnTo>
                  <a:lnTo>
                    <a:pt x="2603632" y="5691782"/>
                  </a:lnTo>
                  <a:lnTo>
                    <a:pt x="2490427" y="5750816"/>
                  </a:lnTo>
                  <a:lnTo>
                    <a:pt x="2418663" y="5802409"/>
                  </a:lnTo>
                  <a:lnTo>
                    <a:pt x="2382082" y="5821880"/>
                  </a:lnTo>
                  <a:lnTo>
                    <a:pt x="2348020" y="5853802"/>
                  </a:lnTo>
                  <a:lnTo>
                    <a:pt x="2205431" y="5931014"/>
                  </a:lnTo>
                  <a:lnTo>
                    <a:pt x="2172661" y="5962703"/>
                  </a:lnTo>
                  <a:lnTo>
                    <a:pt x="2034971" y="6039036"/>
                  </a:lnTo>
                  <a:lnTo>
                    <a:pt x="1998869" y="6045518"/>
                  </a:lnTo>
                  <a:lnTo>
                    <a:pt x="1898568" y="6102235"/>
                  </a:lnTo>
                  <a:lnTo>
                    <a:pt x="1863295" y="6108567"/>
                  </a:lnTo>
                  <a:lnTo>
                    <a:pt x="1830461" y="6127365"/>
                  </a:lnTo>
                  <a:close/>
                </a:path>
                <a:path w="5775959" h="6189345">
                  <a:moveTo>
                    <a:pt x="5775629" y="5354548"/>
                  </a:moveTo>
                  <a:lnTo>
                    <a:pt x="5763297" y="5356762"/>
                  </a:lnTo>
                  <a:lnTo>
                    <a:pt x="5658777" y="5349721"/>
                  </a:lnTo>
                  <a:lnTo>
                    <a:pt x="5604132" y="5333726"/>
                  </a:lnTo>
                  <a:lnTo>
                    <a:pt x="5288704" y="5312938"/>
                  </a:lnTo>
                  <a:lnTo>
                    <a:pt x="5128766" y="5290041"/>
                  </a:lnTo>
                  <a:lnTo>
                    <a:pt x="4867378" y="5272454"/>
                  </a:lnTo>
                  <a:lnTo>
                    <a:pt x="4813207" y="5256374"/>
                  </a:lnTo>
                  <a:lnTo>
                    <a:pt x="4354519" y="5222597"/>
                  </a:lnTo>
                  <a:lnTo>
                    <a:pt x="4307036" y="5231123"/>
                  </a:lnTo>
                  <a:lnTo>
                    <a:pt x="4159729" y="5218860"/>
                  </a:lnTo>
                  <a:lnTo>
                    <a:pt x="4113547" y="5227152"/>
                  </a:lnTo>
                  <a:lnTo>
                    <a:pt x="4017798" y="5218536"/>
                  </a:lnTo>
                  <a:lnTo>
                    <a:pt x="3972750" y="5226624"/>
                  </a:lnTo>
                  <a:lnTo>
                    <a:pt x="3925866" y="5222138"/>
                  </a:lnTo>
                  <a:lnTo>
                    <a:pt x="3881649" y="5230077"/>
                  </a:lnTo>
                  <a:lnTo>
                    <a:pt x="3835627" y="5225436"/>
                  </a:lnTo>
                  <a:lnTo>
                    <a:pt x="3707072" y="5248516"/>
                  </a:lnTo>
                  <a:lnTo>
                    <a:pt x="3662954" y="5243534"/>
                  </a:lnTo>
                  <a:lnTo>
                    <a:pt x="5775516" y="4864252"/>
                  </a:lnTo>
                  <a:lnTo>
                    <a:pt x="5775629" y="5354548"/>
                  </a:lnTo>
                  <a:close/>
                </a:path>
                <a:path w="5775959" h="6189345">
                  <a:moveTo>
                    <a:pt x="1763107" y="6152361"/>
                  </a:moveTo>
                  <a:lnTo>
                    <a:pt x="1558406" y="6189112"/>
                  </a:lnTo>
                  <a:lnTo>
                    <a:pt x="1522584" y="6182640"/>
                  </a:lnTo>
                  <a:lnTo>
                    <a:pt x="1795571" y="6133629"/>
                  </a:lnTo>
                  <a:lnTo>
                    <a:pt x="1763107" y="61523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2296570"/>
            <a:ext cx="8079740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0" spc="215"/>
              <a:t>Thank</a:t>
            </a:r>
            <a:r>
              <a:rPr dirty="0" sz="12000" spc="-865"/>
              <a:t> </a:t>
            </a:r>
            <a:r>
              <a:rPr dirty="0" sz="12000" spc="-730"/>
              <a:t>Y</a:t>
            </a:r>
            <a:r>
              <a:rPr dirty="0" sz="12000" spc="80"/>
              <a:t>o</a:t>
            </a:r>
            <a:r>
              <a:rPr dirty="0" sz="12000" spc="40"/>
              <a:t>u</a:t>
            </a:r>
            <a:r>
              <a:rPr dirty="0" sz="12000" spc="80"/>
              <a:t>!</a:t>
            </a:r>
            <a:endParaRPr sz="12000"/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8057326"/>
            <a:ext cx="6575425" cy="2230120"/>
            <a:chOff x="0" y="8057326"/>
            <a:chExt cx="6575425" cy="2230120"/>
          </a:xfrm>
        </p:grpSpPr>
        <p:sp>
          <p:nvSpPr>
            <p:cNvPr id="8" name="object 8" descr=""/>
            <p:cNvSpPr/>
            <p:nvPr/>
          </p:nvSpPr>
          <p:spPr>
            <a:xfrm>
              <a:off x="9118" y="9304324"/>
              <a:ext cx="6565900" cy="982980"/>
            </a:xfrm>
            <a:custGeom>
              <a:avLst/>
              <a:gdLst/>
              <a:ahLst/>
              <a:cxnLst/>
              <a:rect l="l" t="t" r="r" b="b"/>
              <a:pathLst>
                <a:path w="6565900" h="982979">
                  <a:moveTo>
                    <a:pt x="6565900" y="0"/>
                  </a:moveTo>
                  <a:lnTo>
                    <a:pt x="6540500" y="0"/>
                  </a:lnTo>
                  <a:lnTo>
                    <a:pt x="6540500" y="28663"/>
                  </a:lnTo>
                  <a:lnTo>
                    <a:pt x="6540500" y="311200"/>
                  </a:lnTo>
                  <a:lnTo>
                    <a:pt x="6540500" y="339699"/>
                  </a:lnTo>
                  <a:lnTo>
                    <a:pt x="6540500" y="622236"/>
                  </a:lnTo>
                  <a:lnTo>
                    <a:pt x="6540500" y="650798"/>
                  </a:lnTo>
                  <a:lnTo>
                    <a:pt x="6540500" y="933323"/>
                  </a:lnTo>
                  <a:lnTo>
                    <a:pt x="6261100" y="933323"/>
                  </a:lnTo>
                  <a:lnTo>
                    <a:pt x="6261100" y="650798"/>
                  </a:lnTo>
                  <a:lnTo>
                    <a:pt x="6540500" y="650798"/>
                  </a:lnTo>
                  <a:lnTo>
                    <a:pt x="6540500" y="622236"/>
                  </a:lnTo>
                  <a:lnTo>
                    <a:pt x="6261100" y="622236"/>
                  </a:lnTo>
                  <a:lnTo>
                    <a:pt x="6261100" y="339699"/>
                  </a:lnTo>
                  <a:lnTo>
                    <a:pt x="6540500" y="339699"/>
                  </a:lnTo>
                  <a:lnTo>
                    <a:pt x="6540500" y="311200"/>
                  </a:lnTo>
                  <a:lnTo>
                    <a:pt x="6261100" y="311200"/>
                  </a:lnTo>
                  <a:lnTo>
                    <a:pt x="6261100" y="28663"/>
                  </a:lnTo>
                  <a:lnTo>
                    <a:pt x="6540500" y="28663"/>
                  </a:lnTo>
                  <a:lnTo>
                    <a:pt x="6540500" y="0"/>
                  </a:lnTo>
                  <a:lnTo>
                    <a:pt x="6261100" y="0"/>
                  </a:lnTo>
                  <a:lnTo>
                    <a:pt x="6235700" y="0"/>
                  </a:lnTo>
                  <a:lnTo>
                    <a:pt x="6235700" y="28663"/>
                  </a:lnTo>
                  <a:lnTo>
                    <a:pt x="6235700" y="933323"/>
                  </a:lnTo>
                  <a:lnTo>
                    <a:pt x="5956300" y="933323"/>
                  </a:lnTo>
                  <a:lnTo>
                    <a:pt x="5956300" y="650798"/>
                  </a:lnTo>
                  <a:lnTo>
                    <a:pt x="6235700" y="650798"/>
                  </a:lnTo>
                  <a:lnTo>
                    <a:pt x="6235700" y="622236"/>
                  </a:lnTo>
                  <a:lnTo>
                    <a:pt x="5956300" y="622236"/>
                  </a:lnTo>
                  <a:lnTo>
                    <a:pt x="5956300" y="339699"/>
                  </a:lnTo>
                  <a:lnTo>
                    <a:pt x="6235700" y="339699"/>
                  </a:lnTo>
                  <a:lnTo>
                    <a:pt x="6235700" y="311200"/>
                  </a:lnTo>
                  <a:lnTo>
                    <a:pt x="5956300" y="311200"/>
                  </a:lnTo>
                  <a:lnTo>
                    <a:pt x="5956300" y="28663"/>
                  </a:lnTo>
                  <a:lnTo>
                    <a:pt x="6235700" y="28663"/>
                  </a:lnTo>
                  <a:lnTo>
                    <a:pt x="6235700" y="0"/>
                  </a:lnTo>
                  <a:lnTo>
                    <a:pt x="5956300" y="0"/>
                  </a:lnTo>
                  <a:lnTo>
                    <a:pt x="5918200" y="0"/>
                  </a:lnTo>
                  <a:lnTo>
                    <a:pt x="5918200" y="28663"/>
                  </a:lnTo>
                  <a:lnTo>
                    <a:pt x="5918200" y="933323"/>
                  </a:lnTo>
                  <a:lnTo>
                    <a:pt x="5638800" y="933323"/>
                  </a:lnTo>
                  <a:lnTo>
                    <a:pt x="5638800" y="650798"/>
                  </a:lnTo>
                  <a:lnTo>
                    <a:pt x="5918200" y="650798"/>
                  </a:lnTo>
                  <a:lnTo>
                    <a:pt x="5918200" y="622236"/>
                  </a:lnTo>
                  <a:lnTo>
                    <a:pt x="5638800" y="622236"/>
                  </a:lnTo>
                  <a:lnTo>
                    <a:pt x="5638800" y="339699"/>
                  </a:lnTo>
                  <a:lnTo>
                    <a:pt x="5918200" y="339699"/>
                  </a:lnTo>
                  <a:lnTo>
                    <a:pt x="5918200" y="311200"/>
                  </a:lnTo>
                  <a:lnTo>
                    <a:pt x="5638800" y="311200"/>
                  </a:lnTo>
                  <a:lnTo>
                    <a:pt x="5638800" y="28663"/>
                  </a:lnTo>
                  <a:lnTo>
                    <a:pt x="5918200" y="28663"/>
                  </a:lnTo>
                  <a:lnTo>
                    <a:pt x="5918200" y="0"/>
                  </a:lnTo>
                  <a:lnTo>
                    <a:pt x="5638800" y="0"/>
                  </a:lnTo>
                  <a:lnTo>
                    <a:pt x="5613400" y="0"/>
                  </a:lnTo>
                  <a:lnTo>
                    <a:pt x="5613400" y="28663"/>
                  </a:lnTo>
                  <a:lnTo>
                    <a:pt x="5613400" y="933323"/>
                  </a:lnTo>
                  <a:lnTo>
                    <a:pt x="5334000" y="933323"/>
                  </a:lnTo>
                  <a:lnTo>
                    <a:pt x="5334000" y="650798"/>
                  </a:lnTo>
                  <a:lnTo>
                    <a:pt x="5613400" y="650798"/>
                  </a:lnTo>
                  <a:lnTo>
                    <a:pt x="5613400" y="622236"/>
                  </a:lnTo>
                  <a:lnTo>
                    <a:pt x="5334000" y="622236"/>
                  </a:lnTo>
                  <a:lnTo>
                    <a:pt x="5334000" y="339699"/>
                  </a:lnTo>
                  <a:lnTo>
                    <a:pt x="5613400" y="339699"/>
                  </a:lnTo>
                  <a:lnTo>
                    <a:pt x="5613400" y="311200"/>
                  </a:lnTo>
                  <a:lnTo>
                    <a:pt x="5334000" y="311200"/>
                  </a:lnTo>
                  <a:lnTo>
                    <a:pt x="5334000" y="28663"/>
                  </a:lnTo>
                  <a:lnTo>
                    <a:pt x="5613400" y="28663"/>
                  </a:lnTo>
                  <a:lnTo>
                    <a:pt x="5613400" y="0"/>
                  </a:lnTo>
                  <a:lnTo>
                    <a:pt x="5334000" y="0"/>
                  </a:lnTo>
                  <a:lnTo>
                    <a:pt x="5295900" y="0"/>
                  </a:lnTo>
                  <a:lnTo>
                    <a:pt x="5295900" y="28663"/>
                  </a:lnTo>
                  <a:lnTo>
                    <a:pt x="5295900" y="933323"/>
                  </a:lnTo>
                  <a:lnTo>
                    <a:pt x="5016500" y="933323"/>
                  </a:lnTo>
                  <a:lnTo>
                    <a:pt x="5016500" y="650798"/>
                  </a:lnTo>
                  <a:lnTo>
                    <a:pt x="5295900" y="650798"/>
                  </a:lnTo>
                  <a:lnTo>
                    <a:pt x="5295900" y="622236"/>
                  </a:lnTo>
                  <a:lnTo>
                    <a:pt x="5016500" y="622236"/>
                  </a:lnTo>
                  <a:lnTo>
                    <a:pt x="5016500" y="339699"/>
                  </a:lnTo>
                  <a:lnTo>
                    <a:pt x="5295900" y="339699"/>
                  </a:lnTo>
                  <a:lnTo>
                    <a:pt x="5295900" y="311200"/>
                  </a:lnTo>
                  <a:lnTo>
                    <a:pt x="5016500" y="311200"/>
                  </a:lnTo>
                  <a:lnTo>
                    <a:pt x="5016500" y="28663"/>
                  </a:lnTo>
                  <a:lnTo>
                    <a:pt x="5295900" y="28663"/>
                  </a:lnTo>
                  <a:lnTo>
                    <a:pt x="5295900" y="0"/>
                  </a:lnTo>
                  <a:lnTo>
                    <a:pt x="5016500" y="0"/>
                  </a:lnTo>
                  <a:lnTo>
                    <a:pt x="4991100" y="0"/>
                  </a:lnTo>
                  <a:lnTo>
                    <a:pt x="4991100" y="28663"/>
                  </a:lnTo>
                  <a:lnTo>
                    <a:pt x="4991100" y="933323"/>
                  </a:lnTo>
                  <a:lnTo>
                    <a:pt x="4711700" y="933323"/>
                  </a:lnTo>
                  <a:lnTo>
                    <a:pt x="4711700" y="650798"/>
                  </a:lnTo>
                  <a:lnTo>
                    <a:pt x="4991100" y="650798"/>
                  </a:lnTo>
                  <a:lnTo>
                    <a:pt x="4991100" y="622236"/>
                  </a:lnTo>
                  <a:lnTo>
                    <a:pt x="4711700" y="622236"/>
                  </a:lnTo>
                  <a:lnTo>
                    <a:pt x="4711700" y="339699"/>
                  </a:lnTo>
                  <a:lnTo>
                    <a:pt x="4991100" y="339699"/>
                  </a:lnTo>
                  <a:lnTo>
                    <a:pt x="4991100" y="311200"/>
                  </a:lnTo>
                  <a:lnTo>
                    <a:pt x="4711700" y="311200"/>
                  </a:lnTo>
                  <a:lnTo>
                    <a:pt x="4711700" y="28663"/>
                  </a:lnTo>
                  <a:lnTo>
                    <a:pt x="4991100" y="28663"/>
                  </a:lnTo>
                  <a:lnTo>
                    <a:pt x="4991100" y="0"/>
                  </a:lnTo>
                  <a:lnTo>
                    <a:pt x="4711700" y="0"/>
                  </a:lnTo>
                  <a:lnTo>
                    <a:pt x="4673600" y="0"/>
                  </a:lnTo>
                  <a:lnTo>
                    <a:pt x="4673600" y="28663"/>
                  </a:lnTo>
                  <a:lnTo>
                    <a:pt x="4673600" y="933323"/>
                  </a:lnTo>
                  <a:lnTo>
                    <a:pt x="4394200" y="933323"/>
                  </a:lnTo>
                  <a:lnTo>
                    <a:pt x="4394200" y="650798"/>
                  </a:lnTo>
                  <a:lnTo>
                    <a:pt x="4673600" y="650798"/>
                  </a:lnTo>
                  <a:lnTo>
                    <a:pt x="4673600" y="622236"/>
                  </a:lnTo>
                  <a:lnTo>
                    <a:pt x="4394200" y="622236"/>
                  </a:lnTo>
                  <a:lnTo>
                    <a:pt x="4394200" y="339699"/>
                  </a:lnTo>
                  <a:lnTo>
                    <a:pt x="4673600" y="339699"/>
                  </a:lnTo>
                  <a:lnTo>
                    <a:pt x="4673600" y="311200"/>
                  </a:lnTo>
                  <a:lnTo>
                    <a:pt x="4394200" y="311200"/>
                  </a:lnTo>
                  <a:lnTo>
                    <a:pt x="4394200" y="28663"/>
                  </a:lnTo>
                  <a:lnTo>
                    <a:pt x="4673600" y="28663"/>
                  </a:lnTo>
                  <a:lnTo>
                    <a:pt x="4673600" y="0"/>
                  </a:lnTo>
                  <a:lnTo>
                    <a:pt x="4394200" y="0"/>
                  </a:lnTo>
                  <a:lnTo>
                    <a:pt x="4368800" y="0"/>
                  </a:lnTo>
                  <a:lnTo>
                    <a:pt x="4368800" y="28663"/>
                  </a:lnTo>
                  <a:lnTo>
                    <a:pt x="4368800" y="933323"/>
                  </a:lnTo>
                  <a:lnTo>
                    <a:pt x="4089400" y="933323"/>
                  </a:lnTo>
                  <a:lnTo>
                    <a:pt x="4089400" y="650798"/>
                  </a:lnTo>
                  <a:lnTo>
                    <a:pt x="4368800" y="650798"/>
                  </a:lnTo>
                  <a:lnTo>
                    <a:pt x="4368800" y="622236"/>
                  </a:lnTo>
                  <a:lnTo>
                    <a:pt x="4089400" y="622236"/>
                  </a:lnTo>
                  <a:lnTo>
                    <a:pt x="4089400" y="339699"/>
                  </a:lnTo>
                  <a:lnTo>
                    <a:pt x="4368800" y="339699"/>
                  </a:lnTo>
                  <a:lnTo>
                    <a:pt x="4368800" y="311200"/>
                  </a:lnTo>
                  <a:lnTo>
                    <a:pt x="4089400" y="311200"/>
                  </a:lnTo>
                  <a:lnTo>
                    <a:pt x="4089400" y="28663"/>
                  </a:lnTo>
                  <a:lnTo>
                    <a:pt x="4368800" y="28663"/>
                  </a:lnTo>
                  <a:lnTo>
                    <a:pt x="4368800" y="0"/>
                  </a:lnTo>
                  <a:lnTo>
                    <a:pt x="4089400" y="0"/>
                  </a:lnTo>
                  <a:lnTo>
                    <a:pt x="4051300" y="0"/>
                  </a:lnTo>
                  <a:lnTo>
                    <a:pt x="4051300" y="28663"/>
                  </a:lnTo>
                  <a:lnTo>
                    <a:pt x="4051300" y="933323"/>
                  </a:lnTo>
                  <a:lnTo>
                    <a:pt x="3771900" y="933323"/>
                  </a:lnTo>
                  <a:lnTo>
                    <a:pt x="3771900" y="650798"/>
                  </a:lnTo>
                  <a:lnTo>
                    <a:pt x="4051300" y="650798"/>
                  </a:lnTo>
                  <a:lnTo>
                    <a:pt x="4051300" y="622236"/>
                  </a:lnTo>
                  <a:lnTo>
                    <a:pt x="3771900" y="622236"/>
                  </a:lnTo>
                  <a:lnTo>
                    <a:pt x="3771900" y="339699"/>
                  </a:lnTo>
                  <a:lnTo>
                    <a:pt x="4051300" y="339699"/>
                  </a:lnTo>
                  <a:lnTo>
                    <a:pt x="4051300" y="311200"/>
                  </a:lnTo>
                  <a:lnTo>
                    <a:pt x="3771900" y="311200"/>
                  </a:lnTo>
                  <a:lnTo>
                    <a:pt x="3771900" y="28663"/>
                  </a:lnTo>
                  <a:lnTo>
                    <a:pt x="4051300" y="28663"/>
                  </a:lnTo>
                  <a:lnTo>
                    <a:pt x="4051300" y="0"/>
                  </a:lnTo>
                  <a:lnTo>
                    <a:pt x="0" y="0"/>
                  </a:lnTo>
                  <a:lnTo>
                    <a:pt x="0" y="28663"/>
                  </a:lnTo>
                  <a:lnTo>
                    <a:pt x="12700" y="28663"/>
                  </a:lnTo>
                  <a:lnTo>
                    <a:pt x="12700" y="982675"/>
                  </a:lnTo>
                  <a:lnTo>
                    <a:pt x="38100" y="982675"/>
                  </a:lnTo>
                  <a:lnTo>
                    <a:pt x="38100" y="28663"/>
                  </a:lnTo>
                  <a:lnTo>
                    <a:pt x="317500" y="28663"/>
                  </a:lnTo>
                  <a:lnTo>
                    <a:pt x="317500" y="982675"/>
                  </a:lnTo>
                  <a:lnTo>
                    <a:pt x="355600" y="982675"/>
                  </a:lnTo>
                  <a:lnTo>
                    <a:pt x="355600" y="28663"/>
                  </a:lnTo>
                  <a:lnTo>
                    <a:pt x="635000" y="28663"/>
                  </a:lnTo>
                  <a:lnTo>
                    <a:pt x="635000" y="982675"/>
                  </a:lnTo>
                  <a:lnTo>
                    <a:pt x="660400" y="982675"/>
                  </a:lnTo>
                  <a:lnTo>
                    <a:pt x="660400" y="28663"/>
                  </a:lnTo>
                  <a:lnTo>
                    <a:pt x="939800" y="28663"/>
                  </a:lnTo>
                  <a:lnTo>
                    <a:pt x="939800" y="982675"/>
                  </a:lnTo>
                  <a:lnTo>
                    <a:pt x="977900" y="982675"/>
                  </a:lnTo>
                  <a:lnTo>
                    <a:pt x="977900" y="28663"/>
                  </a:lnTo>
                  <a:lnTo>
                    <a:pt x="1257300" y="28663"/>
                  </a:lnTo>
                  <a:lnTo>
                    <a:pt x="1257300" y="982675"/>
                  </a:lnTo>
                  <a:lnTo>
                    <a:pt x="1282700" y="982675"/>
                  </a:lnTo>
                  <a:lnTo>
                    <a:pt x="1282700" y="28663"/>
                  </a:lnTo>
                  <a:lnTo>
                    <a:pt x="1562100" y="28663"/>
                  </a:lnTo>
                  <a:lnTo>
                    <a:pt x="1562100" y="982675"/>
                  </a:lnTo>
                  <a:lnTo>
                    <a:pt x="1600200" y="982675"/>
                  </a:lnTo>
                  <a:lnTo>
                    <a:pt x="1600200" y="28663"/>
                  </a:lnTo>
                  <a:lnTo>
                    <a:pt x="1879600" y="28663"/>
                  </a:lnTo>
                  <a:lnTo>
                    <a:pt x="1879600" y="982675"/>
                  </a:lnTo>
                  <a:lnTo>
                    <a:pt x="1905000" y="982675"/>
                  </a:lnTo>
                  <a:lnTo>
                    <a:pt x="1905000" y="28663"/>
                  </a:lnTo>
                  <a:lnTo>
                    <a:pt x="2184400" y="28663"/>
                  </a:lnTo>
                  <a:lnTo>
                    <a:pt x="2184400" y="982675"/>
                  </a:lnTo>
                  <a:lnTo>
                    <a:pt x="2222500" y="982675"/>
                  </a:lnTo>
                  <a:lnTo>
                    <a:pt x="2222500" y="28663"/>
                  </a:lnTo>
                  <a:lnTo>
                    <a:pt x="2501900" y="28663"/>
                  </a:lnTo>
                  <a:lnTo>
                    <a:pt x="2501900" y="982675"/>
                  </a:lnTo>
                  <a:lnTo>
                    <a:pt x="2527300" y="982675"/>
                  </a:lnTo>
                  <a:lnTo>
                    <a:pt x="2527300" y="28663"/>
                  </a:lnTo>
                  <a:lnTo>
                    <a:pt x="2806700" y="28663"/>
                  </a:lnTo>
                  <a:lnTo>
                    <a:pt x="2806700" y="982675"/>
                  </a:lnTo>
                  <a:lnTo>
                    <a:pt x="2844800" y="982675"/>
                  </a:lnTo>
                  <a:lnTo>
                    <a:pt x="2844800" y="28663"/>
                  </a:lnTo>
                  <a:lnTo>
                    <a:pt x="3124200" y="28663"/>
                  </a:lnTo>
                  <a:lnTo>
                    <a:pt x="3124200" y="982675"/>
                  </a:lnTo>
                  <a:lnTo>
                    <a:pt x="3149600" y="982675"/>
                  </a:lnTo>
                  <a:lnTo>
                    <a:pt x="3149600" y="28663"/>
                  </a:lnTo>
                  <a:lnTo>
                    <a:pt x="3429000" y="28663"/>
                  </a:lnTo>
                  <a:lnTo>
                    <a:pt x="3429000" y="982675"/>
                  </a:lnTo>
                  <a:lnTo>
                    <a:pt x="3467100" y="982675"/>
                  </a:lnTo>
                  <a:lnTo>
                    <a:pt x="3467100" y="28663"/>
                  </a:lnTo>
                  <a:lnTo>
                    <a:pt x="3746500" y="28663"/>
                  </a:lnTo>
                  <a:lnTo>
                    <a:pt x="3746500" y="982675"/>
                  </a:lnTo>
                  <a:lnTo>
                    <a:pt x="3771900" y="982675"/>
                  </a:lnTo>
                  <a:lnTo>
                    <a:pt x="3771900" y="961885"/>
                  </a:lnTo>
                  <a:lnTo>
                    <a:pt x="4051300" y="961885"/>
                  </a:lnTo>
                  <a:lnTo>
                    <a:pt x="4051300" y="982675"/>
                  </a:lnTo>
                  <a:lnTo>
                    <a:pt x="4089400" y="982675"/>
                  </a:lnTo>
                  <a:lnTo>
                    <a:pt x="4089400" y="961885"/>
                  </a:lnTo>
                  <a:lnTo>
                    <a:pt x="4368800" y="961885"/>
                  </a:lnTo>
                  <a:lnTo>
                    <a:pt x="4368800" y="982675"/>
                  </a:lnTo>
                  <a:lnTo>
                    <a:pt x="4394200" y="982675"/>
                  </a:lnTo>
                  <a:lnTo>
                    <a:pt x="4394200" y="961885"/>
                  </a:lnTo>
                  <a:lnTo>
                    <a:pt x="4673600" y="961885"/>
                  </a:lnTo>
                  <a:lnTo>
                    <a:pt x="4673600" y="982675"/>
                  </a:lnTo>
                  <a:lnTo>
                    <a:pt x="4711700" y="982675"/>
                  </a:lnTo>
                  <a:lnTo>
                    <a:pt x="4711700" y="961885"/>
                  </a:lnTo>
                  <a:lnTo>
                    <a:pt x="4991100" y="961885"/>
                  </a:lnTo>
                  <a:lnTo>
                    <a:pt x="4991100" y="982675"/>
                  </a:lnTo>
                  <a:lnTo>
                    <a:pt x="5016500" y="982675"/>
                  </a:lnTo>
                  <a:lnTo>
                    <a:pt x="5016500" y="961885"/>
                  </a:lnTo>
                  <a:lnTo>
                    <a:pt x="5295900" y="961885"/>
                  </a:lnTo>
                  <a:lnTo>
                    <a:pt x="5295900" y="982675"/>
                  </a:lnTo>
                  <a:lnTo>
                    <a:pt x="5334000" y="982675"/>
                  </a:lnTo>
                  <a:lnTo>
                    <a:pt x="5334000" y="961885"/>
                  </a:lnTo>
                  <a:lnTo>
                    <a:pt x="5613400" y="961885"/>
                  </a:lnTo>
                  <a:lnTo>
                    <a:pt x="5613400" y="982675"/>
                  </a:lnTo>
                  <a:lnTo>
                    <a:pt x="5638800" y="982675"/>
                  </a:lnTo>
                  <a:lnTo>
                    <a:pt x="5638800" y="961885"/>
                  </a:lnTo>
                  <a:lnTo>
                    <a:pt x="5918200" y="961885"/>
                  </a:lnTo>
                  <a:lnTo>
                    <a:pt x="5918200" y="982675"/>
                  </a:lnTo>
                  <a:lnTo>
                    <a:pt x="5956300" y="982675"/>
                  </a:lnTo>
                  <a:lnTo>
                    <a:pt x="5956300" y="961885"/>
                  </a:lnTo>
                  <a:lnTo>
                    <a:pt x="6235700" y="961885"/>
                  </a:lnTo>
                  <a:lnTo>
                    <a:pt x="6235700" y="982675"/>
                  </a:lnTo>
                  <a:lnTo>
                    <a:pt x="6261100" y="982675"/>
                  </a:lnTo>
                  <a:lnTo>
                    <a:pt x="6261100" y="961885"/>
                  </a:lnTo>
                  <a:lnTo>
                    <a:pt x="6540500" y="961885"/>
                  </a:lnTo>
                  <a:lnTo>
                    <a:pt x="6540500" y="982675"/>
                  </a:lnTo>
                  <a:lnTo>
                    <a:pt x="6565900" y="982675"/>
                  </a:lnTo>
                  <a:lnTo>
                    <a:pt x="6565900" y="0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18" y="9615525"/>
              <a:ext cx="4051300" cy="650875"/>
            </a:xfrm>
            <a:custGeom>
              <a:avLst/>
              <a:gdLst/>
              <a:ahLst/>
              <a:cxnLst/>
              <a:rect l="l" t="t" r="r" b="b"/>
              <a:pathLst>
                <a:path w="4051300" h="650875">
                  <a:moveTo>
                    <a:pt x="12700" y="622122"/>
                  </a:moveTo>
                  <a:lnTo>
                    <a:pt x="0" y="622122"/>
                  </a:lnTo>
                  <a:lnTo>
                    <a:pt x="0" y="650684"/>
                  </a:lnTo>
                  <a:lnTo>
                    <a:pt x="12700" y="650684"/>
                  </a:lnTo>
                  <a:lnTo>
                    <a:pt x="12700" y="622122"/>
                  </a:lnTo>
                  <a:close/>
                </a:path>
                <a:path w="4051300" h="650875">
                  <a:moveTo>
                    <a:pt x="12700" y="311035"/>
                  </a:moveTo>
                  <a:lnTo>
                    <a:pt x="0" y="311035"/>
                  </a:lnTo>
                  <a:lnTo>
                    <a:pt x="0" y="339598"/>
                  </a:lnTo>
                  <a:lnTo>
                    <a:pt x="12700" y="339598"/>
                  </a:lnTo>
                  <a:lnTo>
                    <a:pt x="12700" y="311035"/>
                  </a:lnTo>
                  <a:close/>
                </a:path>
                <a:path w="4051300" h="650875">
                  <a:moveTo>
                    <a:pt x="12700" y="0"/>
                  </a:moveTo>
                  <a:lnTo>
                    <a:pt x="0" y="0"/>
                  </a:lnTo>
                  <a:lnTo>
                    <a:pt x="0" y="28498"/>
                  </a:lnTo>
                  <a:lnTo>
                    <a:pt x="12700" y="28498"/>
                  </a:lnTo>
                  <a:lnTo>
                    <a:pt x="12700" y="0"/>
                  </a:lnTo>
                  <a:close/>
                </a:path>
                <a:path w="4051300" h="650875">
                  <a:moveTo>
                    <a:pt x="317500" y="622122"/>
                  </a:moveTo>
                  <a:lnTo>
                    <a:pt x="38100" y="622122"/>
                  </a:lnTo>
                  <a:lnTo>
                    <a:pt x="38100" y="650684"/>
                  </a:lnTo>
                  <a:lnTo>
                    <a:pt x="317500" y="650684"/>
                  </a:lnTo>
                  <a:lnTo>
                    <a:pt x="317500" y="622122"/>
                  </a:lnTo>
                  <a:close/>
                </a:path>
                <a:path w="4051300" h="650875">
                  <a:moveTo>
                    <a:pt x="317500" y="311035"/>
                  </a:moveTo>
                  <a:lnTo>
                    <a:pt x="38100" y="311035"/>
                  </a:lnTo>
                  <a:lnTo>
                    <a:pt x="38100" y="339598"/>
                  </a:lnTo>
                  <a:lnTo>
                    <a:pt x="317500" y="339598"/>
                  </a:lnTo>
                  <a:lnTo>
                    <a:pt x="317500" y="311035"/>
                  </a:lnTo>
                  <a:close/>
                </a:path>
                <a:path w="4051300" h="650875">
                  <a:moveTo>
                    <a:pt x="317500" y="0"/>
                  </a:moveTo>
                  <a:lnTo>
                    <a:pt x="38100" y="0"/>
                  </a:lnTo>
                  <a:lnTo>
                    <a:pt x="38100" y="28498"/>
                  </a:lnTo>
                  <a:lnTo>
                    <a:pt x="317500" y="28498"/>
                  </a:lnTo>
                  <a:lnTo>
                    <a:pt x="317500" y="0"/>
                  </a:lnTo>
                  <a:close/>
                </a:path>
                <a:path w="4051300" h="650875">
                  <a:moveTo>
                    <a:pt x="635000" y="622122"/>
                  </a:moveTo>
                  <a:lnTo>
                    <a:pt x="355600" y="622122"/>
                  </a:lnTo>
                  <a:lnTo>
                    <a:pt x="355600" y="650684"/>
                  </a:lnTo>
                  <a:lnTo>
                    <a:pt x="635000" y="650684"/>
                  </a:lnTo>
                  <a:lnTo>
                    <a:pt x="635000" y="622122"/>
                  </a:lnTo>
                  <a:close/>
                </a:path>
                <a:path w="4051300" h="650875">
                  <a:moveTo>
                    <a:pt x="635000" y="311035"/>
                  </a:moveTo>
                  <a:lnTo>
                    <a:pt x="355600" y="311035"/>
                  </a:lnTo>
                  <a:lnTo>
                    <a:pt x="355600" y="339598"/>
                  </a:lnTo>
                  <a:lnTo>
                    <a:pt x="635000" y="339598"/>
                  </a:lnTo>
                  <a:lnTo>
                    <a:pt x="635000" y="311035"/>
                  </a:lnTo>
                  <a:close/>
                </a:path>
                <a:path w="4051300" h="650875">
                  <a:moveTo>
                    <a:pt x="635000" y="0"/>
                  </a:moveTo>
                  <a:lnTo>
                    <a:pt x="355600" y="0"/>
                  </a:lnTo>
                  <a:lnTo>
                    <a:pt x="355600" y="28498"/>
                  </a:lnTo>
                  <a:lnTo>
                    <a:pt x="635000" y="28498"/>
                  </a:lnTo>
                  <a:lnTo>
                    <a:pt x="635000" y="0"/>
                  </a:lnTo>
                  <a:close/>
                </a:path>
                <a:path w="4051300" h="650875">
                  <a:moveTo>
                    <a:pt x="939800" y="622122"/>
                  </a:moveTo>
                  <a:lnTo>
                    <a:pt x="660400" y="622122"/>
                  </a:lnTo>
                  <a:lnTo>
                    <a:pt x="660400" y="650684"/>
                  </a:lnTo>
                  <a:lnTo>
                    <a:pt x="939800" y="650684"/>
                  </a:lnTo>
                  <a:lnTo>
                    <a:pt x="939800" y="622122"/>
                  </a:lnTo>
                  <a:close/>
                </a:path>
                <a:path w="4051300" h="650875">
                  <a:moveTo>
                    <a:pt x="939800" y="311035"/>
                  </a:moveTo>
                  <a:lnTo>
                    <a:pt x="660400" y="311035"/>
                  </a:lnTo>
                  <a:lnTo>
                    <a:pt x="660400" y="339598"/>
                  </a:lnTo>
                  <a:lnTo>
                    <a:pt x="939800" y="339598"/>
                  </a:lnTo>
                  <a:lnTo>
                    <a:pt x="939800" y="311035"/>
                  </a:lnTo>
                  <a:close/>
                </a:path>
                <a:path w="4051300" h="650875">
                  <a:moveTo>
                    <a:pt x="939800" y="0"/>
                  </a:moveTo>
                  <a:lnTo>
                    <a:pt x="660400" y="0"/>
                  </a:lnTo>
                  <a:lnTo>
                    <a:pt x="660400" y="28498"/>
                  </a:lnTo>
                  <a:lnTo>
                    <a:pt x="939800" y="28498"/>
                  </a:lnTo>
                  <a:lnTo>
                    <a:pt x="939800" y="0"/>
                  </a:lnTo>
                  <a:close/>
                </a:path>
                <a:path w="4051300" h="650875">
                  <a:moveTo>
                    <a:pt x="1257300" y="622122"/>
                  </a:moveTo>
                  <a:lnTo>
                    <a:pt x="977900" y="622122"/>
                  </a:lnTo>
                  <a:lnTo>
                    <a:pt x="977900" y="650684"/>
                  </a:lnTo>
                  <a:lnTo>
                    <a:pt x="1257300" y="650684"/>
                  </a:lnTo>
                  <a:lnTo>
                    <a:pt x="1257300" y="622122"/>
                  </a:lnTo>
                  <a:close/>
                </a:path>
                <a:path w="4051300" h="650875">
                  <a:moveTo>
                    <a:pt x="1257300" y="311035"/>
                  </a:moveTo>
                  <a:lnTo>
                    <a:pt x="977900" y="311035"/>
                  </a:lnTo>
                  <a:lnTo>
                    <a:pt x="977900" y="339598"/>
                  </a:lnTo>
                  <a:lnTo>
                    <a:pt x="1257300" y="339598"/>
                  </a:lnTo>
                  <a:lnTo>
                    <a:pt x="1257300" y="311035"/>
                  </a:lnTo>
                  <a:close/>
                </a:path>
                <a:path w="4051300" h="650875">
                  <a:moveTo>
                    <a:pt x="1257300" y="0"/>
                  </a:moveTo>
                  <a:lnTo>
                    <a:pt x="977900" y="0"/>
                  </a:lnTo>
                  <a:lnTo>
                    <a:pt x="977900" y="28498"/>
                  </a:lnTo>
                  <a:lnTo>
                    <a:pt x="1257300" y="28498"/>
                  </a:lnTo>
                  <a:lnTo>
                    <a:pt x="1257300" y="0"/>
                  </a:lnTo>
                  <a:close/>
                </a:path>
                <a:path w="4051300" h="650875">
                  <a:moveTo>
                    <a:pt x="1562100" y="622122"/>
                  </a:moveTo>
                  <a:lnTo>
                    <a:pt x="1282700" y="622122"/>
                  </a:lnTo>
                  <a:lnTo>
                    <a:pt x="1282700" y="650684"/>
                  </a:lnTo>
                  <a:lnTo>
                    <a:pt x="1562100" y="650684"/>
                  </a:lnTo>
                  <a:lnTo>
                    <a:pt x="1562100" y="622122"/>
                  </a:lnTo>
                  <a:close/>
                </a:path>
                <a:path w="4051300" h="650875">
                  <a:moveTo>
                    <a:pt x="1562100" y="311035"/>
                  </a:moveTo>
                  <a:lnTo>
                    <a:pt x="1282700" y="311035"/>
                  </a:lnTo>
                  <a:lnTo>
                    <a:pt x="1282700" y="339598"/>
                  </a:lnTo>
                  <a:lnTo>
                    <a:pt x="1562100" y="339598"/>
                  </a:lnTo>
                  <a:lnTo>
                    <a:pt x="1562100" y="311035"/>
                  </a:lnTo>
                  <a:close/>
                </a:path>
                <a:path w="4051300" h="650875">
                  <a:moveTo>
                    <a:pt x="1562100" y="0"/>
                  </a:moveTo>
                  <a:lnTo>
                    <a:pt x="1282700" y="0"/>
                  </a:lnTo>
                  <a:lnTo>
                    <a:pt x="1282700" y="28498"/>
                  </a:lnTo>
                  <a:lnTo>
                    <a:pt x="1562100" y="28498"/>
                  </a:lnTo>
                  <a:lnTo>
                    <a:pt x="1562100" y="0"/>
                  </a:lnTo>
                  <a:close/>
                </a:path>
                <a:path w="4051300" h="650875">
                  <a:moveTo>
                    <a:pt x="1879600" y="622122"/>
                  </a:moveTo>
                  <a:lnTo>
                    <a:pt x="1600200" y="622122"/>
                  </a:lnTo>
                  <a:lnTo>
                    <a:pt x="1600200" y="650684"/>
                  </a:lnTo>
                  <a:lnTo>
                    <a:pt x="1879600" y="650684"/>
                  </a:lnTo>
                  <a:lnTo>
                    <a:pt x="1879600" y="622122"/>
                  </a:lnTo>
                  <a:close/>
                </a:path>
                <a:path w="4051300" h="650875">
                  <a:moveTo>
                    <a:pt x="1879600" y="311035"/>
                  </a:moveTo>
                  <a:lnTo>
                    <a:pt x="1600200" y="311035"/>
                  </a:lnTo>
                  <a:lnTo>
                    <a:pt x="1600200" y="339598"/>
                  </a:lnTo>
                  <a:lnTo>
                    <a:pt x="1879600" y="339598"/>
                  </a:lnTo>
                  <a:lnTo>
                    <a:pt x="1879600" y="311035"/>
                  </a:lnTo>
                  <a:close/>
                </a:path>
                <a:path w="4051300" h="650875">
                  <a:moveTo>
                    <a:pt x="1879600" y="0"/>
                  </a:moveTo>
                  <a:lnTo>
                    <a:pt x="1600200" y="0"/>
                  </a:lnTo>
                  <a:lnTo>
                    <a:pt x="1600200" y="28498"/>
                  </a:lnTo>
                  <a:lnTo>
                    <a:pt x="1879600" y="28498"/>
                  </a:lnTo>
                  <a:lnTo>
                    <a:pt x="1879600" y="0"/>
                  </a:lnTo>
                  <a:close/>
                </a:path>
                <a:path w="4051300" h="650875">
                  <a:moveTo>
                    <a:pt x="2184400" y="622122"/>
                  </a:moveTo>
                  <a:lnTo>
                    <a:pt x="1905000" y="622122"/>
                  </a:lnTo>
                  <a:lnTo>
                    <a:pt x="1905000" y="650684"/>
                  </a:lnTo>
                  <a:lnTo>
                    <a:pt x="2184400" y="650684"/>
                  </a:lnTo>
                  <a:lnTo>
                    <a:pt x="2184400" y="622122"/>
                  </a:lnTo>
                  <a:close/>
                </a:path>
                <a:path w="4051300" h="650875">
                  <a:moveTo>
                    <a:pt x="2184400" y="311035"/>
                  </a:moveTo>
                  <a:lnTo>
                    <a:pt x="1905000" y="311035"/>
                  </a:lnTo>
                  <a:lnTo>
                    <a:pt x="1905000" y="339598"/>
                  </a:lnTo>
                  <a:lnTo>
                    <a:pt x="2184400" y="339598"/>
                  </a:lnTo>
                  <a:lnTo>
                    <a:pt x="2184400" y="311035"/>
                  </a:lnTo>
                  <a:close/>
                </a:path>
                <a:path w="4051300" h="650875">
                  <a:moveTo>
                    <a:pt x="2184400" y="0"/>
                  </a:moveTo>
                  <a:lnTo>
                    <a:pt x="1905000" y="0"/>
                  </a:lnTo>
                  <a:lnTo>
                    <a:pt x="1905000" y="28498"/>
                  </a:lnTo>
                  <a:lnTo>
                    <a:pt x="2184400" y="28498"/>
                  </a:lnTo>
                  <a:lnTo>
                    <a:pt x="2184400" y="0"/>
                  </a:lnTo>
                  <a:close/>
                </a:path>
                <a:path w="4051300" h="650875">
                  <a:moveTo>
                    <a:pt x="2501900" y="622122"/>
                  </a:moveTo>
                  <a:lnTo>
                    <a:pt x="2222500" y="622122"/>
                  </a:lnTo>
                  <a:lnTo>
                    <a:pt x="2222500" y="650684"/>
                  </a:lnTo>
                  <a:lnTo>
                    <a:pt x="2501900" y="650684"/>
                  </a:lnTo>
                  <a:lnTo>
                    <a:pt x="2501900" y="622122"/>
                  </a:lnTo>
                  <a:close/>
                </a:path>
                <a:path w="4051300" h="650875">
                  <a:moveTo>
                    <a:pt x="2501900" y="311035"/>
                  </a:moveTo>
                  <a:lnTo>
                    <a:pt x="2222500" y="311035"/>
                  </a:lnTo>
                  <a:lnTo>
                    <a:pt x="2222500" y="339598"/>
                  </a:lnTo>
                  <a:lnTo>
                    <a:pt x="2501900" y="339598"/>
                  </a:lnTo>
                  <a:lnTo>
                    <a:pt x="2501900" y="311035"/>
                  </a:lnTo>
                  <a:close/>
                </a:path>
                <a:path w="4051300" h="650875">
                  <a:moveTo>
                    <a:pt x="2501900" y="0"/>
                  </a:moveTo>
                  <a:lnTo>
                    <a:pt x="2222500" y="0"/>
                  </a:lnTo>
                  <a:lnTo>
                    <a:pt x="2222500" y="28498"/>
                  </a:lnTo>
                  <a:lnTo>
                    <a:pt x="2501900" y="28498"/>
                  </a:lnTo>
                  <a:lnTo>
                    <a:pt x="2501900" y="0"/>
                  </a:lnTo>
                  <a:close/>
                </a:path>
                <a:path w="4051300" h="650875">
                  <a:moveTo>
                    <a:pt x="2806700" y="622122"/>
                  </a:moveTo>
                  <a:lnTo>
                    <a:pt x="2527300" y="622122"/>
                  </a:lnTo>
                  <a:lnTo>
                    <a:pt x="2527300" y="650684"/>
                  </a:lnTo>
                  <a:lnTo>
                    <a:pt x="2806700" y="650684"/>
                  </a:lnTo>
                  <a:lnTo>
                    <a:pt x="2806700" y="622122"/>
                  </a:lnTo>
                  <a:close/>
                </a:path>
                <a:path w="4051300" h="650875">
                  <a:moveTo>
                    <a:pt x="2806700" y="311035"/>
                  </a:moveTo>
                  <a:lnTo>
                    <a:pt x="2527300" y="311035"/>
                  </a:lnTo>
                  <a:lnTo>
                    <a:pt x="2527300" y="339598"/>
                  </a:lnTo>
                  <a:lnTo>
                    <a:pt x="2806700" y="339598"/>
                  </a:lnTo>
                  <a:lnTo>
                    <a:pt x="2806700" y="311035"/>
                  </a:lnTo>
                  <a:close/>
                </a:path>
                <a:path w="4051300" h="650875">
                  <a:moveTo>
                    <a:pt x="2806700" y="0"/>
                  </a:moveTo>
                  <a:lnTo>
                    <a:pt x="2527300" y="0"/>
                  </a:lnTo>
                  <a:lnTo>
                    <a:pt x="2527300" y="28498"/>
                  </a:lnTo>
                  <a:lnTo>
                    <a:pt x="2806700" y="28498"/>
                  </a:lnTo>
                  <a:lnTo>
                    <a:pt x="2806700" y="0"/>
                  </a:lnTo>
                  <a:close/>
                </a:path>
                <a:path w="4051300" h="650875">
                  <a:moveTo>
                    <a:pt x="3124200" y="622122"/>
                  </a:moveTo>
                  <a:lnTo>
                    <a:pt x="2844800" y="622122"/>
                  </a:lnTo>
                  <a:lnTo>
                    <a:pt x="2844800" y="650684"/>
                  </a:lnTo>
                  <a:lnTo>
                    <a:pt x="3124200" y="650684"/>
                  </a:lnTo>
                  <a:lnTo>
                    <a:pt x="3124200" y="622122"/>
                  </a:lnTo>
                  <a:close/>
                </a:path>
                <a:path w="4051300" h="650875">
                  <a:moveTo>
                    <a:pt x="3124200" y="311035"/>
                  </a:moveTo>
                  <a:lnTo>
                    <a:pt x="2844800" y="311035"/>
                  </a:lnTo>
                  <a:lnTo>
                    <a:pt x="2844800" y="339598"/>
                  </a:lnTo>
                  <a:lnTo>
                    <a:pt x="3124200" y="339598"/>
                  </a:lnTo>
                  <a:lnTo>
                    <a:pt x="3124200" y="311035"/>
                  </a:lnTo>
                  <a:close/>
                </a:path>
                <a:path w="4051300" h="650875">
                  <a:moveTo>
                    <a:pt x="3124200" y="0"/>
                  </a:moveTo>
                  <a:lnTo>
                    <a:pt x="2844800" y="0"/>
                  </a:lnTo>
                  <a:lnTo>
                    <a:pt x="2844800" y="28498"/>
                  </a:lnTo>
                  <a:lnTo>
                    <a:pt x="3124200" y="28498"/>
                  </a:lnTo>
                  <a:lnTo>
                    <a:pt x="3124200" y="0"/>
                  </a:lnTo>
                  <a:close/>
                </a:path>
                <a:path w="4051300" h="650875">
                  <a:moveTo>
                    <a:pt x="3429000" y="622122"/>
                  </a:moveTo>
                  <a:lnTo>
                    <a:pt x="3149600" y="622122"/>
                  </a:lnTo>
                  <a:lnTo>
                    <a:pt x="3149600" y="650684"/>
                  </a:lnTo>
                  <a:lnTo>
                    <a:pt x="3429000" y="650684"/>
                  </a:lnTo>
                  <a:lnTo>
                    <a:pt x="3429000" y="622122"/>
                  </a:lnTo>
                  <a:close/>
                </a:path>
                <a:path w="4051300" h="650875">
                  <a:moveTo>
                    <a:pt x="3429000" y="311035"/>
                  </a:moveTo>
                  <a:lnTo>
                    <a:pt x="3149600" y="311035"/>
                  </a:lnTo>
                  <a:lnTo>
                    <a:pt x="3149600" y="339598"/>
                  </a:lnTo>
                  <a:lnTo>
                    <a:pt x="3429000" y="339598"/>
                  </a:lnTo>
                  <a:lnTo>
                    <a:pt x="3429000" y="311035"/>
                  </a:lnTo>
                  <a:close/>
                </a:path>
                <a:path w="4051300" h="650875">
                  <a:moveTo>
                    <a:pt x="3429000" y="0"/>
                  </a:moveTo>
                  <a:lnTo>
                    <a:pt x="3149600" y="0"/>
                  </a:lnTo>
                  <a:lnTo>
                    <a:pt x="3149600" y="28498"/>
                  </a:lnTo>
                  <a:lnTo>
                    <a:pt x="3429000" y="28498"/>
                  </a:lnTo>
                  <a:lnTo>
                    <a:pt x="3429000" y="0"/>
                  </a:lnTo>
                  <a:close/>
                </a:path>
                <a:path w="4051300" h="650875">
                  <a:moveTo>
                    <a:pt x="3746500" y="622122"/>
                  </a:moveTo>
                  <a:lnTo>
                    <a:pt x="3467100" y="622122"/>
                  </a:lnTo>
                  <a:lnTo>
                    <a:pt x="3467100" y="650684"/>
                  </a:lnTo>
                  <a:lnTo>
                    <a:pt x="3746500" y="650684"/>
                  </a:lnTo>
                  <a:lnTo>
                    <a:pt x="3746500" y="622122"/>
                  </a:lnTo>
                  <a:close/>
                </a:path>
                <a:path w="4051300" h="650875">
                  <a:moveTo>
                    <a:pt x="3746500" y="311035"/>
                  </a:moveTo>
                  <a:lnTo>
                    <a:pt x="3467100" y="311035"/>
                  </a:lnTo>
                  <a:lnTo>
                    <a:pt x="3467100" y="339598"/>
                  </a:lnTo>
                  <a:lnTo>
                    <a:pt x="3746500" y="339598"/>
                  </a:lnTo>
                  <a:lnTo>
                    <a:pt x="3746500" y="311035"/>
                  </a:lnTo>
                  <a:close/>
                </a:path>
                <a:path w="4051300" h="650875">
                  <a:moveTo>
                    <a:pt x="3746500" y="0"/>
                  </a:moveTo>
                  <a:lnTo>
                    <a:pt x="3467100" y="0"/>
                  </a:lnTo>
                  <a:lnTo>
                    <a:pt x="3467100" y="28498"/>
                  </a:lnTo>
                  <a:lnTo>
                    <a:pt x="3746500" y="28498"/>
                  </a:lnTo>
                  <a:lnTo>
                    <a:pt x="3746500" y="0"/>
                  </a:lnTo>
                  <a:close/>
                </a:path>
                <a:path w="4051300" h="650875">
                  <a:moveTo>
                    <a:pt x="4051300" y="622122"/>
                  </a:moveTo>
                  <a:lnTo>
                    <a:pt x="3771900" y="622122"/>
                  </a:lnTo>
                  <a:lnTo>
                    <a:pt x="3771900" y="650684"/>
                  </a:lnTo>
                  <a:lnTo>
                    <a:pt x="4051300" y="650684"/>
                  </a:lnTo>
                  <a:lnTo>
                    <a:pt x="4051300" y="622122"/>
                  </a:lnTo>
                  <a:close/>
                </a:path>
              </a:pathLst>
            </a:custGeom>
            <a:solidFill>
              <a:srgbClr val="2D61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057326"/>
              <a:ext cx="4352924" cy="222967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4677" y="9343960"/>
              <a:ext cx="1812934" cy="9430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Varshitha</dc:creator>
  <cp:keywords>DAG6qeBsc_E,BAGlcKR2bAI,0</cp:keywords>
  <dc:title>Blue Green Illustration About Mental Health Presentation</dc:title>
  <dcterms:created xsi:type="dcterms:W3CDTF">2025-12-06T12:50:14Z</dcterms:created>
  <dcterms:modified xsi:type="dcterms:W3CDTF">2025-12-06T12:50:14Z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Created" pid="2">
    <vt:filetime>2025-12-06T00:00:00Z</vt:filetime>
  </property>
  <property fmtid="{D5CDD505-2E9C-101B-9397-08002B2CF9AE}" name="Creator" pid="3">
    <vt:lpwstr>Canva</vt:lpwstr>
  </property>
  <property fmtid="{D5CDD505-2E9C-101B-9397-08002B2CF9AE}" name="LastSaved" pid="4">
    <vt:filetime>2025-12-06T00:00:00Z</vt:filetime>
  </property>
  <property fmtid="{D5CDD505-2E9C-101B-9397-08002B2CF9AE}" name="NXPowerLiteLastOptimized" pid="5">
    <vt:lpwstr>3690028</vt:lpwstr>
  </property>
  <property fmtid="{D5CDD505-2E9C-101B-9397-08002B2CF9AE}" name="NXPowerLiteSettings" pid="6">
    <vt:lpwstr>F7000400038000</vt:lpwstr>
  </property>
  <property fmtid="{D5CDD505-2E9C-101B-9397-08002B2CF9AE}" name="NXPowerLiteVersion" pid="7">
    <vt:lpwstr>S10.9.4</vt:lpwstr>
  </property>
  <property fmtid="{D5CDD505-2E9C-101B-9397-08002B2CF9AE}" name="Producer" pid="8">
    <vt:lpwstr>Canva</vt:lpwstr>
  </property>
</Properties>
</file>